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jpg" ContentType="image/jp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2050" y="3005708"/>
            <a:ext cx="671131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050" y="557529"/>
            <a:ext cx="1020699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6650" y="1446872"/>
            <a:ext cx="10130155" cy="4679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050" y="6465214"/>
            <a:ext cx="782383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24361" y="6465214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luigiliberolucio.starace@unina.it" TargetMode="External"/><Relationship Id="rId4" Type="http://schemas.openxmlformats.org/officeDocument/2006/relationships/hyperlink" Target="https://luistar.github.io/" TargetMode="External"/><Relationship Id="rId5" Type="http://schemas.openxmlformats.org/officeDocument/2006/relationships/hyperlink" Target="https://www.docenti.unina.it/luigiliberolucio.starace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akamai.com/newsroom/press-release/state-of-the-internet-security-retail-attacks-and-api-traffic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ordicapis.com/20-impressive-api-economy-statistics/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json.org/json-en.html" TargetMode="External"/><Relationship Id="rId3" Type="http://schemas.openxmlformats.org/officeDocument/2006/relationships/hyperlink" Target="https://it.wikipedia.org/wiki/XML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ools.ietf.org/html/rfc7519" TargetMode="Externa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uth0.com/blog/rs256-vs-hs256-whats-the-difference/" TargetMode="Externa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openapis.org/" TargetMode="External"/><Relationship Id="rId3" Type="http://schemas.openxmlformats.org/officeDocument/2006/relationships/image" Target="../media/image15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YAML" TargetMode="Externa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hyperlink" Target="https://learn.openapis.org/specification/paths" TargetMode="Externa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wagger.io/tools/swagger-editor/" TargetMode="External"/><Relationship Id="rId3" Type="http://schemas.openxmlformats.org/officeDocument/2006/relationships/hyperlink" Target="https://swagger.io/tools/swagger-codegen/" TargetMode="External"/><Relationship Id="rId4" Type="http://schemas.openxmlformats.org/officeDocument/2006/relationships/hyperlink" Target="https://swagger.io/tools/swagger-ui/" TargetMode="External"/><Relationship Id="rId5" Type="http://schemas.openxmlformats.org/officeDocument/2006/relationships/hyperlink" Target="https://editor.swagger.io/" TargetMode="Externa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npmjs.com/package/swagger-jsdoc" TargetMode="External"/><Relationship Id="rId3" Type="http://schemas.openxmlformats.org/officeDocument/2006/relationships/hyperlink" Target="https://www.npmjs.com/package/swagger-ui-express" TargetMode="Externa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kennethlange.com/books/The-Little-Book-on-REST-Services.pdf" TargetMode="External"/><Relationship Id="rId3" Type="http://schemas.openxmlformats.org/officeDocument/2006/relationships/hyperlink" Target="https://cloud.google.com/apis/design" TargetMode="External"/><Relationship Id="rId4" Type="http://schemas.openxmlformats.org/officeDocument/2006/relationships/hyperlink" Target="https://kennethlange.com/rest-api-checklist/" TargetMode="Externa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hyperlink" Target="https://www.openapis.org/" TargetMode="External"/><Relationship Id="rId4" Type="http://schemas.openxmlformats.org/officeDocument/2006/relationships/hyperlink" Target="https://learn.openapis.org/" TargetMode="External"/><Relationship Id="rId5" Type="http://schemas.openxmlformats.org/officeDocument/2006/relationships/hyperlink" Target="https://spec.openapis.org/oas/v3.1.0" TargetMode="External"/><Relationship Id="rId6" Type="http://schemas.openxmlformats.org/officeDocument/2006/relationships/hyperlink" Target="https://swagger.io/resources/ebooks/api-documentation-the-secret-to-a-great-api-developer-experience" TargetMode="Externa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hyperlink" Target="https://luistar.github.io/" TargetMode="External"/><Relationship Id="rId4" Type="http://schemas.openxmlformats.org/officeDocument/2006/relationships/hyperlink" Target="https://github.com/luistar/jakartaee-rest-example" TargetMode="External"/><Relationship Id="rId5" Type="http://schemas.openxmlformats.org/officeDocument/2006/relationships/hyperlink" Target="https://github.com/luistar/rest-service-pizzashop" TargetMode="External"/><Relationship Id="rId6" Type="http://schemas.openxmlformats.org/officeDocument/2006/relationships/hyperlink" Target="https://github.com/marciovrl/fastapi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2050" y="2642996"/>
            <a:ext cx="8030209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111F35"/>
                </a:solidFill>
                <a:latin typeface="Tahoma"/>
                <a:cs typeface="Tahoma"/>
              </a:rPr>
              <a:t>THE</a:t>
            </a:r>
            <a:r>
              <a:rPr dirty="0" sz="6000" spc="-17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395" b="1">
                <a:solidFill>
                  <a:srgbClr val="111F35"/>
                </a:solidFill>
                <a:latin typeface="Tahoma"/>
                <a:cs typeface="Tahoma"/>
              </a:rPr>
              <a:t>REST</a:t>
            </a:r>
            <a:r>
              <a:rPr dirty="0" sz="6000" spc="-5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10" b="1">
                <a:solidFill>
                  <a:srgbClr val="111F35"/>
                </a:solidFill>
                <a:latin typeface="Tahoma"/>
                <a:cs typeface="Tahoma"/>
              </a:rPr>
              <a:t>PARADIGM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1136" y="4471630"/>
            <a:ext cx="4670425" cy="159956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41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Luigi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Libero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Lucio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Starace,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PhD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luigiliberolucio.starace@unina.it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https://luistar.github.io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https://www.docenti.unina.it/luigiliberolucio.starace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2050" y="960247"/>
            <a:ext cx="64223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70">
                <a:solidFill>
                  <a:srgbClr val="006379"/>
                </a:solidFill>
              </a:rPr>
              <a:t>WEB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>
                <a:solidFill>
                  <a:srgbClr val="006379"/>
                </a:solidFill>
              </a:rPr>
              <a:t>TECHNO</a:t>
            </a:r>
            <a:r>
              <a:rPr dirty="0" sz="2800">
                <a:solidFill>
                  <a:srgbClr val="396C77"/>
                </a:solidFill>
              </a:rPr>
              <a:t>L</a:t>
            </a:r>
            <a:r>
              <a:rPr dirty="0" sz="2800">
                <a:solidFill>
                  <a:srgbClr val="006379"/>
                </a:solidFill>
              </a:rPr>
              <a:t>OGIES</a:t>
            </a:r>
            <a:r>
              <a:rPr dirty="0" sz="2800" spc="-35">
                <a:solidFill>
                  <a:srgbClr val="006379"/>
                </a:solidFill>
              </a:rPr>
              <a:t> </a:t>
            </a:r>
            <a:r>
              <a:rPr dirty="0" sz="2800" spc="1000">
                <a:solidFill>
                  <a:srgbClr val="006379"/>
                </a:solidFill>
              </a:rPr>
              <a:t>–</a:t>
            </a:r>
            <a:r>
              <a:rPr dirty="0" sz="2800" spc="-80">
                <a:solidFill>
                  <a:srgbClr val="006379"/>
                </a:solidFill>
              </a:rPr>
              <a:t> </a:t>
            </a:r>
            <a:r>
              <a:rPr dirty="0" sz="2800" spc="-105">
                <a:solidFill>
                  <a:srgbClr val="006379"/>
                </a:solidFill>
              </a:rPr>
              <a:t>LECTURE</a:t>
            </a:r>
            <a:r>
              <a:rPr dirty="0" sz="2800" spc="-50">
                <a:solidFill>
                  <a:srgbClr val="006379"/>
                </a:solidFill>
              </a:rPr>
              <a:t> </a:t>
            </a:r>
            <a:r>
              <a:rPr dirty="0" sz="2800" spc="-25">
                <a:solidFill>
                  <a:srgbClr val="006379"/>
                </a:solidFill>
              </a:rPr>
              <a:t>15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616965"/>
            <a:ext cx="63360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UNIVERSITÀ </a:t>
            </a:r>
            <a:r>
              <a:rPr dirty="0" sz="2000" spc="-10" b="1">
                <a:solidFill>
                  <a:srgbClr val="006379"/>
                </a:solidFill>
                <a:latin typeface="Tahoma"/>
                <a:cs typeface="Tahoma"/>
              </a:rPr>
              <a:t>DEGLI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STUDI</a:t>
            </a:r>
            <a:r>
              <a:rPr dirty="0" sz="20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DI</a:t>
            </a:r>
            <a:r>
              <a:rPr dirty="0" sz="20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6379"/>
                </a:solidFill>
                <a:latin typeface="Tahoma"/>
                <a:cs typeface="Tahoma"/>
              </a:rPr>
              <a:t>NAPOLI</a:t>
            </a:r>
            <a:r>
              <a:rPr dirty="0" sz="2000" spc="-6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006379"/>
                </a:solidFill>
                <a:latin typeface="Tahoma"/>
                <a:cs typeface="Tahoma"/>
              </a:rPr>
              <a:t>FEDERICO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280" b="1">
                <a:solidFill>
                  <a:srgbClr val="006379"/>
                </a:solidFill>
                <a:latin typeface="Tahoma"/>
                <a:cs typeface="Tahoma"/>
              </a:rPr>
              <a:t>II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412235" y="4504690"/>
            <a:ext cx="7902575" cy="1856739"/>
            <a:chOff x="3412235" y="4504690"/>
            <a:chExt cx="7902575" cy="1856739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2235" y="5844159"/>
              <a:ext cx="3098038" cy="17145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509003" y="4511040"/>
              <a:ext cx="4799330" cy="1844039"/>
            </a:xfrm>
            <a:custGeom>
              <a:avLst/>
              <a:gdLst/>
              <a:ahLst/>
              <a:cxnLst/>
              <a:rect l="l" t="t" r="r" b="b"/>
              <a:pathLst>
                <a:path w="4799330" h="1844039">
                  <a:moveTo>
                    <a:pt x="4698746" y="0"/>
                  </a:moveTo>
                  <a:lnTo>
                    <a:pt x="100329" y="0"/>
                  </a:lnTo>
                  <a:lnTo>
                    <a:pt x="61293" y="7889"/>
                  </a:lnTo>
                  <a:lnTo>
                    <a:pt x="29400" y="29400"/>
                  </a:lnTo>
                  <a:lnTo>
                    <a:pt x="7889" y="61293"/>
                  </a:lnTo>
                  <a:lnTo>
                    <a:pt x="0" y="100330"/>
                  </a:lnTo>
                  <a:lnTo>
                    <a:pt x="0" y="1743710"/>
                  </a:lnTo>
                  <a:lnTo>
                    <a:pt x="7889" y="1782762"/>
                  </a:lnTo>
                  <a:lnTo>
                    <a:pt x="29400" y="1814653"/>
                  </a:lnTo>
                  <a:lnTo>
                    <a:pt x="61293" y="1836155"/>
                  </a:lnTo>
                  <a:lnTo>
                    <a:pt x="100329" y="1844040"/>
                  </a:lnTo>
                  <a:lnTo>
                    <a:pt x="4698746" y="1844040"/>
                  </a:lnTo>
                  <a:lnTo>
                    <a:pt x="4737782" y="1836155"/>
                  </a:lnTo>
                  <a:lnTo>
                    <a:pt x="4769675" y="1814653"/>
                  </a:lnTo>
                  <a:lnTo>
                    <a:pt x="4791186" y="1782762"/>
                  </a:lnTo>
                  <a:lnTo>
                    <a:pt x="4799076" y="1743710"/>
                  </a:lnTo>
                  <a:lnTo>
                    <a:pt x="4799076" y="100330"/>
                  </a:lnTo>
                  <a:lnTo>
                    <a:pt x="4791186" y="61293"/>
                  </a:lnTo>
                  <a:lnTo>
                    <a:pt x="4769675" y="29400"/>
                  </a:lnTo>
                  <a:lnTo>
                    <a:pt x="4737782" y="7889"/>
                  </a:lnTo>
                  <a:lnTo>
                    <a:pt x="4698746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509003" y="4511040"/>
              <a:ext cx="4799330" cy="1844039"/>
            </a:xfrm>
            <a:custGeom>
              <a:avLst/>
              <a:gdLst/>
              <a:ahLst/>
              <a:cxnLst/>
              <a:rect l="l" t="t" r="r" b="b"/>
              <a:pathLst>
                <a:path w="4799330" h="1844039">
                  <a:moveTo>
                    <a:pt x="0" y="100330"/>
                  </a:moveTo>
                  <a:lnTo>
                    <a:pt x="7889" y="61293"/>
                  </a:lnTo>
                  <a:lnTo>
                    <a:pt x="29400" y="29400"/>
                  </a:lnTo>
                  <a:lnTo>
                    <a:pt x="61293" y="7889"/>
                  </a:lnTo>
                  <a:lnTo>
                    <a:pt x="100329" y="0"/>
                  </a:lnTo>
                  <a:lnTo>
                    <a:pt x="4698746" y="0"/>
                  </a:lnTo>
                  <a:lnTo>
                    <a:pt x="4737782" y="7889"/>
                  </a:lnTo>
                  <a:lnTo>
                    <a:pt x="4769675" y="29400"/>
                  </a:lnTo>
                  <a:lnTo>
                    <a:pt x="4791186" y="61293"/>
                  </a:lnTo>
                  <a:lnTo>
                    <a:pt x="4799076" y="100330"/>
                  </a:lnTo>
                  <a:lnTo>
                    <a:pt x="4799076" y="1743710"/>
                  </a:lnTo>
                  <a:lnTo>
                    <a:pt x="4791186" y="1782762"/>
                  </a:lnTo>
                  <a:lnTo>
                    <a:pt x="4769675" y="1814653"/>
                  </a:lnTo>
                  <a:lnTo>
                    <a:pt x="4737782" y="1836155"/>
                  </a:lnTo>
                  <a:lnTo>
                    <a:pt x="4698746" y="1844040"/>
                  </a:lnTo>
                  <a:lnTo>
                    <a:pt x="100329" y="1844040"/>
                  </a:lnTo>
                  <a:lnTo>
                    <a:pt x="61293" y="1836155"/>
                  </a:lnTo>
                  <a:lnTo>
                    <a:pt x="29400" y="1814653"/>
                  </a:lnTo>
                  <a:lnTo>
                    <a:pt x="7889" y="1782762"/>
                  </a:lnTo>
                  <a:lnTo>
                    <a:pt x="0" y="1743710"/>
                  </a:lnTo>
                  <a:lnTo>
                    <a:pt x="0" y="100330"/>
                  </a:lnTo>
                  <a:close/>
                </a:path>
              </a:pathLst>
            </a:custGeom>
            <a:ln w="12699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PREVIOUSLY,</a:t>
            </a:r>
            <a:r>
              <a:rPr dirty="0" spc="-80"/>
              <a:t> </a:t>
            </a:r>
            <a:r>
              <a:rPr dirty="0" spc="275"/>
              <a:t>ON</a:t>
            </a:r>
            <a:r>
              <a:rPr dirty="0" spc="-95"/>
              <a:t> </a:t>
            </a:r>
            <a:r>
              <a:rPr dirty="0" spc="-70"/>
              <a:t>WEB</a:t>
            </a:r>
            <a:r>
              <a:rPr dirty="0" spc="-114"/>
              <a:t> </a:t>
            </a:r>
            <a:r>
              <a:rPr dirty="0" spc="-10"/>
              <a:t>TECHNOLOGIES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962050" y="1446872"/>
            <a:ext cx="10153015" cy="27400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last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lecture,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full-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fledged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took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everything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managed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(with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ORM)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managed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business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logic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(with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routes,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controllers,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middlewares,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sessions)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managed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presentation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(rendered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templates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Pug)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were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responsible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visualizing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pages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132826" y="4559300"/>
            <a:ext cx="1554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dirty="0" sz="1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76046" y="4503165"/>
            <a:ext cx="2542540" cy="1855470"/>
            <a:chOff x="876046" y="4503165"/>
            <a:chExt cx="2542540" cy="1855470"/>
          </a:xfrm>
        </p:grpSpPr>
        <p:sp>
          <p:nvSpPr>
            <p:cNvPr id="10" name="object 10" descr=""/>
            <p:cNvSpPr/>
            <p:nvPr/>
          </p:nvSpPr>
          <p:spPr>
            <a:xfrm>
              <a:off x="882396" y="4509515"/>
              <a:ext cx="2529840" cy="1842770"/>
            </a:xfrm>
            <a:custGeom>
              <a:avLst/>
              <a:gdLst/>
              <a:ahLst/>
              <a:cxnLst/>
              <a:rect l="l" t="t" r="r" b="b"/>
              <a:pathLst>
                <a:path w="2529840" h="1842770">
                  <a:moveTo>
                    <a:pt x="2429637" y="0"/>
                  </a:moveTo>
                  <a:lnTo>
                    <a:pt x="100253" y="0"/>
                  </a:lnTo>
                  <a:lnTo>
                    <a:pt x="61229" y="7870"/>
                  </a:lnTo>
                  <a:lnTo>
                    <a:pt x="29362" y="29336"/>
                  </a:lnTo>
                  <a:lnTo>
                    <a:pt x="7877" y="61186"/>
                  </a:lnTo>
                  <a:lnTo>
                    <a:pt x="0" y="100202"/>
                  </a:lnTo>
                  <a:lnTo>
                    <a:pt x="0" y="1742262"/>
                  </a:lnTo>
                  <a:lnTo>
                    <a:pt x="7877" y="1781286"/>
                  </a:lnTo>
                  <a:lnTo>
                    <a:pt x="29362" y="1813153"/>
                  </a:lnTo>
                  <a:lnTo>
                    <a:pt x="61229" y="1834638"/>
                  </a:lnTo>
                  <a:lnTo>
                    <a:pt x="100253" y="1842515"/>
                  </a:lnTo>
                  <a:lnTo>
                    <a:pt x="2429637" y="1842515"/>
                  </a:lnTo>
                  <a:lnTo>
                    <a:pt x="2468653" y="1834638"/>
                  </a:lnTo>
                  <a:lnTo>
                    <a:pt x="2500503" y="1813153"/>
                  </a:lnTo>
                  <a:lnTo>
                    <a:pt x="2521969" y="1781286"/>
                  </a:lnTo>
                  <a:lnTo>
                    <a:pt x="2529840" y="1742262"/>
                  </a:lnTo>
                  <a:lnTo>
                    <a:pt x="2529840" y="100202"/>
                  </a:lnTo>
                  <a:lnTo>
                    <a:pt x="2521969" y="61186"/>
                  </a:lnTo>
                  <a:lnTo>
                    <a:pt x="2500503" y="29336"/>
                  </a:lnTo>
                  <a:lnTo>
                    <a:pt x="2468653" y="7870"/>
                  </a:lnTo>
                  <a:lnTo>
                    <a:pt x="2429637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82396" y="4509515"/>
              <a:ext cx="2529840" cy="1842770"/>
            </a:xfrm>
            <a:custGeom>
              <a:avLst/>
              <a:gdLst/>
              <a:ahLst/>
              <a:cxnLst/>
              <a:rect l="l" t="t" r="r" b="b"/>
              <a:pathLst>
                <a:path w="2529840" h="1842770">
                  <a:moveTo>
                    <a:pt x="0" y="100202"/>
                  </a:moveTo>
                  <a:lnTo>
                    <a:pt x="7877" y="61186"/>
                  </a:lnTo>
                  <a:lnTo>
                    <a:pt x="29362" y="29336"/>
                  </a:lnTo>
                  <a:lnTo>
                    <a:pt x="61229" y="7870"/>
                  </a:lnTo>
                  <a:lnTo>
                    <a:pt x="100253" y="0"/>
                  </a:lnTo>
                  <a:lnTo>
                    <a:pt x="2429637" y="0"/>
                  </a:lnTo>
                  <a:lnTo>
                    <a:pt x="2468653" y="7870"/>
                  </a:lnTo>
                  <a:lnTo>
                    <a:pt x="2500503" y="29336"/>
                  </a:lnTo>
                  <a:lnTo>
                    <a:pt x="2521969" y="61186"/>
                  </a:lnTo>
                  <a:lnTo>
                    <a:pt x="2529840" y="100202"/>
                  </a:lnTo>
                  <a:lnTo>
                    <a:pt x="2529840" y="1742262"/>
                  </a:lnTo>
                  <a:lnTo>
                    <a:pt x="2521969" y="1781286"/>
                  </a:lnTo>
                  <a:lnTo>
                    <a:pt x="2500503" y="1813153"/>
                  </a:lnTo>
                  <a:lnTo>
                    <a:pt x="2468653" y="1834638"/>
                  </a:lnTo>
                  <a:lnTo>
                    <a:pt x="2429637" y="1842515"/>
                  </a:lnTo>
                  <a:lnTo>
                    <a:pt x="100253" y="1842515"/>
                  </a:lnTo>
                  <a:lnTo>
                    <a:pt x="61229" y="1834638"/>
                  </a:lnTo>
                  <a:lnTo>
                    <a:pt x="29362" y="1813153"/>
                  </a:lnTo>
                  <a:lnTo>
                    <a:pt x="7877" y="1781286"/>
                  </a:lnTo>
                  <a:lnTo>
                    <a:pt x="0" y="1742262"/>
                  </a:lnTo>
                  <a:lnTo>
                    <a:pt x="0" y="100202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752345" y="5266690"/>
            <a:ext cx="7912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Browser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598666" y="4974082"/>
            <a:ext cx="1410335" cy="1273175"/>
            <a:chOff x="6598666" y="4974082"/>
            <a:chExt cx="1410335" cy="1273175"/>
          </a:xfrm>
        </p:grpSpPr>
        <p:sp>
          <p:nvSpPr>
            <p:cNvPr id="14" name="object 14" descr=""/>
            <p:cNvSpPr/>
            <p:nvPr/>
          </p:nvSpPr>
          <p:spPr>
            <a:xfrm>
              <a:off x="6605016" y="4980432"/>
              <a:ext cx="1397635" cy="1260475"/>
            </a:xfrm>
            <a:custGeom>
              <a:avLst/>
              <a:gdLst/>
              <a:ahLst/>
              <a:cxnLst/>
              <a:rect l="l" t="t" r="r" b="b"/>
              <a:pathLst>
                <a:path w="1397634" h="1260475">
                  <a:moveTo>
                    <a:pt x="1354708" y="0"/>
                  </a:moveTo>
                  <a:lnTo>
                    <a:pt x="42799" y="0"/>
                  </a:lnTo>
                  <a:lnTo>
                    <a:pt x="26146" y="3365"/>
                  </a:lnTo>
                  <a:lnTo>
                    <a:pt x="12541" y="12541"/>
                  </a:lnTo>
                  <a:lnTo>
                    <a:pt x="3365" y="26146"/>
                  </a:lnTo>
                  <a:lnTo>
                    <a:pt x="0" y="42799"/>
                  </a:lnTo>
                  <a:lnTo>
                    <a:pt x="0" y="1217498"/>
                  </a:lnTo>
                  <a:lnTo>
                    <a:pt x="3365" y="1234175"/>
                  </a:lnTo>
                  <a:lnTo>
                    <a:pt x="12541" y="1247795"/>
                  </a:lnTo>
                  <a:lnTo>
                    <a:pt x="26146" y="1256979"/>
                  </a:lnTo>
                  <a:lnTo>
                    <a:pt x="42799" y="1260348"/>
                  </a:lnTo>
                  <a:lnTo>
                    <a:pt x="1354708" y="1260348"/>
                  </a:lnTo>
                  <a:lnTo>
                    <a:pt x="1371361" y="1256979"/>
                  </a:lnTo>
                  <a:lnTo>
                    <a:pt x="1384966" y="1247795"/>
                  </a:lnTo>
                  <a:lnTo>
                    <a:pt x="1394142" y="1234175"/>
                  </a:lnTo>
                  <a:lnTo>
                    <a:pt x="1397507" y="1217498"/>
                  </a:lnTo>
                  <a:lnTo>
                    <a:pt x="1397507" y="42799"/>
                  </a:lnTo>
                  <a:lnTo>
                    <a:pt x="1394142" y="26146"/>
                  </a:lnTo>
                  <a:lnTo>
                    <a:pt x="1384966" y="12541"/>
                  </a:lnTo>
                  <a:lnTo>
                    <a:pt x="1371361" y="3365"/>
                  </a:lnTo>
                  <a:lnTo>
                    <a:pt x="1354708" y="0"/>
                  </a:lnTo>
                  <a:close/>
                </a:path>
              </a:pathLst>
            </a:custGeom>
            <a:solidFill>
              <a:srgbClr val="006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605016" y="4980432"/>
              <a:ext cx="1397635" cy="1260475"/>
            </a:xfrm>
            <a:custGeom>
              <a:avLst/>
              <a:gdLst/>
              <a:ahLst/>
              <a:cxnLst/>
              <a:rect l="l" t="t" r="r" b="b"/>
              <a:pathLst>
                <a:path w="1397634" h="1260475">
                  <a:moveTo>
                    <a:pt x="0" y="42799"/>
                  </a:moveTo>
                  <a:lnTo>
                    <a:pt x="3365" y="26146"/>
                  </a:lnTo>
                  <a:lnTo>
                    <a:pt x="12541" y="12541"/>
                  </a:lnTo>
                  <a:lnTo>
                    <a:pt x="26146" y="3365"/>
                  </a:lnTo>
                  <a:lnTo>
                    <a:pt x="42799" y="0"/>
                  </a:lnTo>
                  <a:lnTo>
                    <a:pt x="1354708" y="0"/>
                  </a:lnTo>
                  <a:lnTo>
                    <a:pt x="1371361" y="3365"/>
                  </a:lnTo>
                  <a:lnTo>
                    <a:pt x="1384966" y="12541"/>
                  </a:lnTo>
                  <a:lnTo>
                    <a:pt x="1394142" y="26146"/>
                  </a:lnTo>
                  <a:lnTo>
                    <a:pt x="1397507" y="42799"/>
                  </a:lnTo>
                  <a:lnTo>
                    <a:pt x="1397507" y="1217498"/>
                  </a:lnTo>
                  <a:lnTo>
                    <a:pt x="1394142" y="1234175"/>
                  </a:lnTo>
                  <a:lnTo>
                    <a:pt x="1384966" y="1247795"/>
                  </a:lnTo>
                  <a:lnTo>
                    <a:pt x="1371361" y="1256979"/>
                  </a:lnTo>
                  <a:lnTo>
                    <a:pt x="1354708" y="1260348"/>
                  </a:lnTo>
                  <a:lnTo>
                    <a:pt x="42799" y="1260348"/>
                  </a:lnTo>
                  <a:lnTo>
                    <a:pt x="26146" y="1256979"/>
                  </a:lnTo>
                  <a:lnTo>
                    <a:pt x="12541" y="1247795"/>
                  </a:lnTo>
                  <a:lnTo>
                    <a:pt x="3365" y="1234175"/>
                  </a:lnTo>
                  <a:lnTo>
                    <a:pt x="0" y="1217498"/>
                  </a:lnTo>
                  <a:lnTo>
                    <a:pt x="0" y="42799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756907" y="5309057"/>
            <a:ext cx="1096645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Presentatio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8204961" y="4974082"/>
            <a:ext cx="1409065" cy="1273175"/>
            <a:chOff x="8204961" y="4974082"/>
            <a:chExt cx="1409065" cy="1273175"/>
          </a:xfrm>
        </p:grpSpPr>
        <p:sp>
          <p:nvSpPr>
            <p:cNvPr id="18" name="object 18" descr=""/>
            <p:cNvSpPr/>
            <p:nvPr/>
          </p:nvSpPr>
          <p:spPr>
            <a:xfrm>
              <a:off x="8211311" y="4980432"/>
              <a:ext cx="1396365" cy="1260475"/>
            </a:xfrm>
            <a:custGeom>
              <a:avLst/>
              <a:gdLst/>
              <a:ahLst/>
              <a:cxnLst/>
              <a:rect l="l" t="t" r="r" b="b"/>
              <a:pathLst>
                <a:path w="1396365" h="1260475">
                  <a:moveTo>
                    <a:pt x="1327404" y="0"/>
                  </a:moveTo>
                  <a:lnTo>
                    <a:pt x="68580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80"/>
                  </a:lnTo>
                  <a:lnTo>
                    <a:pt x="0" y="1191768"/>
                  </a:lnTo>
                  <a:lnTo>
                    <a:pt x="5393" y="1218460"/>
                  </a:lnTo>
                  <a:lnTo>
                    <a:pt x="20097" y="1240259"/>
                  </a:lnTo>
                  <a:lnTo>
                    <a:pt x="41898" y="1254958"/>
                  </a:lnTo>
                  <a:lnTo>
                    <a:pt x="68580" y="1260348"/>
                  </a:lnTo>
                  <a:lnTo>
                    <a:pt x="1327404" y="1260348"/>
                  </a:lnTo>
                  <a:lnTo>
                    <a:pt x="1354085" y="1254958"/>
                  </a:lnTo>
                  <a:lnTo>
                    <a:pt x="1375886" y="1240259"/>
                  </a:lnTo>
                  <a:lnTo>
                    <a:pt x="1390590" y="1218460"/>
                  </a:lnTo>
                  <a:lnTo>
                    <a:pt x="1395984" y="1191768"/>
                  </a:lnTo>
                  <a:lnTo>
                    <a:pt x="1395984" y="68580"/>
                  </a:lnTo>
                  <a:lnTo>
                    <a:pt x="1390590" y="41898"/>
                  </a:lnTo>
                  <a:lnTo>
                    <a:pt x="1375886" y="20097"/>
                  </a:lnTo>
                  <a:lnTo>
                    <a:pt x="1354085" y="5393"/>
                  </a:lnTo>
                  <a:lnTo>
                    <a:pt x="1327404" y="0"/>
                  </a:lnTo>
                  <a:close/>
                </a:path>
              </a:pathLst>
            </a:custGeom>
            <a:solidFill>
              <a:srgbClr val="006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211311" y="4980432"/>
              <a:ext cx="1396365" cy="1260475"/>
            </a:xfrm>
            <a:custGeom>
              <a:avLst/>
              <a:gdLst/>
              <a:ahLst/>
              <a:cxnLst/>
              <a:rect l="l" t="t" r="r" b="b"/>
              <a:pathLst>
                <a:path w="1396365" h="1260475">
                  <a:moveTo>
                    <a:pt x="0" y="68580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80" y="0"/>
                  </a:lnTo>
                  <a:lnTo>
                    <a:pt x="1327404" y="0"/>
                  </a:lnTo>
                  <a:lnTo>
                    <a:pt x="1354085" y="5393"/>
                  </a:lnTo>
                  <a:lnTo>
                    <a:pt x="1375886" y="20097"/>
                  </a:lnTo>
                  <a:lnTo>
                    <a:pt x="1390590" y="41898"/>
                  </a:lnTo>
                  <a:lnTo>
                    <a:pt x="1395984" y="68580"/>
                  </a:lnTo>
                  <a:lnTo>
                    <a:pt x="1395984" y="1191768"/>
                  </a:lnTo>
                  <a:lnTo>
                    <a:pt x="1390590" y="1218460"/>
                  </a:lnTo>
                  <a:lnTo>
                    <a:pt x="1375886" y="1240259"/>
                  </a:lnTo>
                  <a:lnTo>
                    <a:pt x="1354085" y="1254958"/>
                  </a:lnTo>
                  <a:lnTo>
                    <a:pt x="1327404" y="1260348"/>
                  </a:lnTo>
                  <a:lnTo>
                    <a:pt x="68580" y="1260348"/>
                  </a:lnTo>
                  <a:lnTo>
                    <a:pt x="41898" y="1254958"/>
                  </a:lnTo>
                  <a:lnTo>
                    <a:pt x="20097" y="1240259"/>
                  </a:lnTo>
                  <a:lnTo>
                    <a:pt x="5393" y="1218460"/>
                  </a:lnTo>
                  <a:lnTo>
                    <a:pt x="0" y="1191768"/>
                  </a:lnTo>
                  <a:lnTo>
                    <a:pt x="0" y="68580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8661654" y="5446267"/>
            <a:ext cx="49910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9809733" y="4974082"/>
            <a:ext cx="1410335" cy="1273175"/>
            <a:chOff x="9809733" y="4974082"/>
            <a:chExt cx="1410335" cy="1273175"/>
          </a:xfrm>
        </p:grpSpPr>
        <p:sp>
          <p:nvSpPr>
            <p:cNvPr id="22" name="object 22" descr=""/>
            <p:cNvSpPr/>
            <p:nvPr/>
          </p:nvSpPr>
          <p:spPr>
            <a:xfrm>
              <a:off x="9816083" y="4980432"/>
              <a:ext cx="1397635" cy="1260475"/>
            </a:xfrm>
            <a:custGeom>
              <a:avLst/>
              <a:gdLst/>
              <a:ahLst/>
              <a:cxnLst/>
              <a:rect l="l" t="t" r="r" b="b"/>
              <a:pathLst>
                <a:path w="1397634" h="1260475">
                  <a:moveTo>
                    <a:pt x="1328927" y="0"/>
                  </a:moveTo>
                  <a:lnTo>
                    <a:pt x="68580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80"/>
                  </a:lnTo>
                  <a:lnTo>
                    <a:pt x="0" y="1191768"/>
                  </a:lnTo>
                  <a:lnTo>
                    <a:pt x="5393" y="1218460"/>
                  </a:lnTo>
                  <a:lnTo>
                    <a:pt x="20097" y="1240259"/>
                  </a:lnTo>
                  <a:lnTo>
                    <a:pt x="41898" y="1254958"/>
                  </a:lnTo>
                  <a:lnTo>
                    <a:pt x="68580" y="1260348"/>
                  </a:lnTo>
                  <a:lnTo>
                    <a:pt x="1328927" y="1260348"/>
                  </a:lnTo>
                  <a:lnTo>
                    <a:pt x="1355609" y="1254958"/>
                  </a:lnTo>
                  <a:lnTo>
                    <a:pt x="1377410" y="1240259"/>
                  </a:lnTo>
                  <a:lnTo>
                    <a:pt x="1392114" y="1218460"/>
                  </a:lnTo>
                  <a:lnTo>
                    <a:pt x="1397508" y="1191768"/>
                  </a:lnTo>
                  <a:lnTo>
                    <a:pt x="1397508" y="68580"/>
                  </a:lnTo>
                  <a:lnTo>
                    <a:pt x="1392114" y="41898"/>
                  </a:lnTo>
                  <a:lnTo>
                    <a:pt x="1377410" y="20097"/>
                  </a:lnTo>
                  <a:lnTo>
                    <a:pt x="1355609" y="5393"/>
                  </a:lnTo>
                  <a:lnTo>
                    <a:pt x="1328927" y="0"/>
                  </a:lnTo>
                  <a:close/>
                </a:path>
              </a:pathLst>
            </a:custGeom>
            <a:solidFill>
              <a:srgbClr val="006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816083" y="4980432"/>
              <a:ext cx="1397635" cy="1260475"/>
            </a:xfrm>
            <a:custGeom>
              <a:avLst/>
              <a:gdLst/>
              <a:ahLst/>
              <a:cxnLst/>
              <a:rect l="l" t="t" r="r" b="b"/>
              <a:pathLst>
                <a:path w="1397634" h="1260475">
                  <a:moveTo>
                    <a:pt x="0" y="68580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80" y="0"/>
                  </a:lnTo>
                  <a:lnTo>
                    <a:pt x="1328927" y="0"/>
                  </a:lnTo>
                  <a:lnTo>
                    <a:pt x="1355609" y="5393"/>
                  </a:lnTo>
                  <a:lnTo>
                    <a:pt x="1377410" y="20097"/>
                  </a:lnTo>
                  <a:lnTo>
                    <a:pt x="1392114" y="41898"/>
                  </a:lnTo>
                  <a:lnTo>
                    <a:pt x="1397508" y="68580"/>
                  </a:lnTo>
                  <a:lnTo>
                    <a:pt x="1397508" y="1191768"/>
                  </a:lnTo>
                  <a:lnTo>
                    <a:pt x="1392114" y="1218460"/>
                  </a:lnTo>
                  <a:lnTo>
                    <a:pt x="1377410" y="1240259"/>
                  </a:lnTo>
                  <a:lnTo>
                    <a:pt x="1355609" y="1254958"/>
                  </a:lnTo>
                  <a:lnTo>
                    <a:pt x="1328927" y="1260348"/>
                  </a:lnTo>
                  <a:lnTo>
                    <a:pt x="68580" y="1260348"/>
                  </a:lnTo>
                  <a:lnTo>
                    <a:pt x="41898" y="1254958"/>
                  </a:lnTo>
                  <a:lnTo>
                    <a:pt x="20097" y="1240259"/>
                  </a:lnTo>
                  <a:lnTo>
                    <a:pt x="5393" y="1218460"/>
                  </a:lnTo>
                  <a:lnTo>
                    <a:pt x="0" y="1191768"/>
                  </a:lnTo>
                  <a:lnTo>
                    <a:pt x="0" y="68580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0285221" y="5446267"/>
            <a:ext cx="4616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2235" y="4760595"/>
            <a:ext cx="3098038" cy="171450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4255134" y="4495927"/>
            <a:ext cx="1315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HTTP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7" name="object 27" descr=""/>
          <p:cNvSpPr txBox="1"/>
          <p:nvPr/>
        </p:nvSpPr>
        <p:spPr>
          <a:xfrm>
            <a:off x="4123690" y="5589219"/>
            <a:ext cx="1594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Document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2050" y="1496596"/>
            <a:ext cx="9940925" cy="28416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approach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often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referred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traditional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endParaRPr sz="2800">
              <a:latin typeface="Calibri"/>
              <a:cs typeface="Calibri"/>
            </a:endParaRPr>
          </a:p>
          <a:p>
            <a:pPr lvl="1" marL="696595" marR="297815" indent="-227329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Originated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had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limited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capabilities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content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was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generally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accessed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via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Nowadays,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scenario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complex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accessed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mobile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apps)</a:t>
            </a:r>
            <a:endParaRPr sz="24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Trend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exploit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capabilities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modern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deliver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more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reactive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experience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(i.e.,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-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few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lectures)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504178" y="4507738"/>
            <a:ext cx="4812030" cy="1855470"/>
            <a:chOff x="6504178" y="4507738"/>
            <a:chExt cx="4812030" cy="1855470"/>
          </a:xfrm>
        </p:grpSpPr>
        <p:sp>
          <p:nvSpPr>
            <p:cNvPr id="4" name="object 4" descr=""/>
            <p:cNvSpPr/>
            <p:nvPr/>
          </p:nvSpPr>
          <p:spPr>
            <a:xfrm>
              <a:off x="6510528" y="4514088"/>
              <a:ext cx="4799330" cy="1842770"/>
            </a:xfrm>
            <a:custGeom>
              <a:avLst/>
              <a:gdLst/>
              <a:ahLst/>
              <a:cxnLst/>
              <a:rect l="l" t="t" r="r" b="b"/>
              <a:pathLst>
                <a:path w="4799330" h="1842770">
                  <a:moveTo>
                    <a:pt x="4698873" y="0"/>
                  </a:moveTo>
                  <a:lnTo>
                    <a:pt x="100202" y="0"/>
                  </a:lnTo>
                  <a:lnTo>
                    <a:pt x="61186" y="7870"/>
                  </a:lnTo>
                  <a:lnTo>
                    <a:pt x="29336" y="29337"/>
                  </a:lnTo>
                  <a:lnTo>
                    <a:pt x="7870" y="61186"/>
                  </a:lnTo>
                  <a:lnTo>
                    <a:pt x="0" y="100203"/>
                  </a:lnTo>
                  <a:lnTo>
                    <a:pt x="0" y="1742262"/>
                  </a:lnTo>
                  <a:lnTo>
                    <a:pt x="7870" y="1781286"/>
                  </a:lnTo>
                  <a:lnTo>
                    <a:pt x="29336" y="1813153"/>
                  </a:lnTo>
                  <a:lnTo>
                    <a:pt x="61186" y="1834638"/>
                  </a:lnTo>
                  <a:lnTo>
                    <a:pt x="100202" y="1842516"/>
                  </a:lnTo>
                  <a:lnTo>
                    <a:pt x="4698873" y="1842516"/>
                  </a:lnTo>
                  <a:lnTo>
                    <a:pt x="4737889" y="1834638"/>
                  </a:lnTo>
                  <a:lnTo>
                    <a:pt x="4769739" y="1813153"/>
                  </a:lnTo>
                  <a:lnTo>
                    <a:pt x="4791205" y="1781286"/>
                  </a:lnTo>
                  <a:lnTo>
                    <a:pt x="4799076" y="1742262"/>
                  </a:lnTo>
                  <a:lnTo>
                    <a:pt x="4799076" y="100203"/>
                  </a:lnTo>
                  <a:lnTo>
                    <a:pt x="4791205" y="61186"/>
                  </a:lnTo>
                  <a:lnTo>
                    <a:pt x="4769739" y="29337"/>
                  </a:lnTo>
                  <a:lnTo>
                    <a:pt x="4737889" y="7870"/>
                  </a:lnTo>
                  <a:lnTo>
                    <a:pt x="4698873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510528" y="4514088"/>
              <a:ext cx="4799330" cy="1842770"/>
            </a:xfrm>
            <a:custGeom>
              <a:avLst/>
              <a:gdLst/>
              <a:ahLst/>
              <a:cxnLst/>
              <a:rect l="l" t="t" r="r" b="b"/>
              <a:pathLst>
                <a:path w="4799330" h="1842770">
                  <a:moveTo>
                    <a:pt x="0" y="100203"/>
                  </a:moveTo>
                  <a:lnTo>
                    <a:pt x="7870" y="61186"/>
                  </a:lnTo>
                  <a:lnTo>
                    <a:pt x="29336" y="29337"/>
                  </a:lnTo>
                  <a:lnTo>
                    <a:pt x="61186" y="7870"/>
                  </a:lnTo>
                  <a:lnTo>
                    <a:pt x="100202" y="0"/>
                  </a:lnTo>
                  <a:lnTo>
                    <a:pt x="4698873" y="0"/>
                  </a:lnTo>
                  <a:lnTo>
                    <a:pt x="4737889" y="7870"/>
                  </a:lnTo>
                  <a:lnTo>
                    <a:pt x="4769739" y="29337"/>
                  </a:lnTo>
                  <a:lnTo>
                    <a:pt x="4791205" y="61186"/>
                  </a:lnTo>
                  <a:lnTo>
                    <a:pt x="4799076" y="100203"/>
                  </a:lnTo>
                  <a:lnTo>
                    <a:pt x="4799076" y="1742262"/>
                  </a:lnTo>
                  <a:lnTo>
                    <a:pt x="4791205" y="1781286"/>
                  </a:lnTo>
                  <a:lnTo>
                    <a:pt x="4769739" y="1813153"/>
                  </a:lnTo>
                  <a:lnTo>
                    <a:pt x="4737889" y="1834638"/>
                  </a:lnTo>
                  <a:lnTo>
                    <a:pt x="4698873" y="1842516"/>
                  </a:lnTo>
                  <a:lnTo>
                    <a:pt x="100202" y="1842516"/>
                  </a:lnTo>
                  <a:lnTo>
                    <a:pt x="61186" y="1834638"/>
                  </a:lnTo>
                  <a:lnTo>
                    <a:pt x="29336" y="1813153"/>
                  </a:lnTo>
                  <a:lnTo>
                    <a:pt x="7870" y="1781286"/>
                  </a:lnTo>
                  <a:lnTo>
                    <a:pt x="0" y="1742262"/>
                  </a:lnTo>
                  <a:lnTo>
                    <a:pt x="0" y="100203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126983" y="4562347"/>
            <a:ext cx="156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204961" y="4977129"/>
            <a:ext cx="1409065" cy="1273175"/>
            <a:chOff x="8204961" y="4977129"/>
            <a:chExt cx="1409065" cy="1273175"/>
          </a:xfrm>
        </p:grpSpPr>
        <p:sp>
          <p:nvSpPr>
            <p:cNvPr id="8" name="object 8" descr=""/>
            <p:cNvSpPr/>
            <p:nvPr/>
          </p:nvSpPr>
          <p:spPr>
            <a:xfrm>
              <a:off x="8211311" y="4983479"/>
              <a:ext cx="1396365" cy="1260475"/>
            </a:xfrm>
            <a:custGeom>
              <a:avLst/>
              <a:gdLst/>
              <a:ahLst/>
              <a:cxnLst/>
              <a:rect l="l" t="t" r="r" b="b"/>
              <a:pathLst>
                <a:path w="1396365" h="1260475">
                  <a:moveTo>
                    <a:pt x="1327404" y="0"/>
                  </a:moveTo>
                  <a:lnTo>
                    <a:pt x="68580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80"/>
                  </a:lnTo>
                  <a:lnTo>
                    <a:pt x="0" y="1191768"/>
                  </a:lnTo>
                  <a:lnTo>
                    <a:pt x="5393" y="1218460"/>
                  </a:lnTo>
                  <a:lnTo>
                    <a:pt x="20097" y="1240259"/>
                  </a:lnTo>
                  <a:lnTo>
                    <a:pt x="41898" y="1254958"/>
                  </a:lnTo>
                  <a:lnTo>
                    <a:pt x="68580" y="1260348"/>
                  </a:lnTo>
                  <a:lnTo>
                    <a:pt x="1327404" y="1260348"/>
                  </a:lnTo>
                  <a:lnTo>
                    <a:pt x="1354085" y="1254958"/>
                  </a:lnTo>
                  <a:lnTo>
                    <a:pt x="1375886" y="1240259"/>
                  </a:lnTo>
                  <a:lnTo>
                    <a:pt x="1390590" y="1218460"/>
                  </a:lnTo>
                  <a:lnTo>
                    <a:pt x="1395984" y="1191768"/>
                  </a:lnTo>
                  <a:lnTo>
                    <a:pt x="1395984" y="68580"/>
                  </a:lnTo>
                  <a:lnTo>
                    <a:pt x="1390590" y="41898"/>
                  </a:lnTo>
                  <a:lnTo>
                    <a:pt x="1375886" y="20097"/>
                  </a:lnTo>
                  <a:lnTo>
                    <a:pt x="1354085" y="5393"/>
                  </a:lnTo>
                  <a:lnTo>
                    <a:pt x="1327404" y="0"/>
                  </a:lnTo>
                  <a:close/>
                </a:path>
              </a:pathLst>
            </a:custGeom>
            <a:solidFill>
              <a:srgbClr val="006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211311" y="4983479"/>
              <a:ext cx="1396365" cy="1260475"/>
            </a:xfrm>
            <a:custGeom>
              <a:avLst/>
              <a:gdLst/>
              <a:ahLst/>
              <a:cxnLst/>
              <a:rect l="l" t="t" r="r" b="b"/>
              <a:pathLst>
                <a:path w="1396365" h="1260475">
                  <a:moveTo>
                    <a:pt x="0" y="68580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80" y="0"/>
                  </a:lnTo>
                  <a:lnTo>
                    <a:pt x="1327404" y="0"/>
                  </a:lnTo>
                  <a:lnTo>
                    <a:pt x="1354085" y="5393"/>
                  </a:lnTo>
                  <a:lnTo>
                    <a:pt x="1375886" y="20097"/>
                  </a:lnTo>
                  <a:lnTo>
                    <a:pt x="1390590" y="41898"/>
                  </a:lnTo>
                  <a:lnTo>
                    <a:pt x="1395984" y="68580"/>
                  </a:lnTo>
                  <a:lnTo>
                    <a:pt x="1395984" y="1191768"/>
                  </a:lnTo>
                  <a:lnTo>
                    <a:pt x="1390590" y="1218460"/>
                  </a:lnTo>
                  <a:lnTo>
                    <a:pt x="1375886" y="1240259"/>
                  </a:lnTo>
                  <a:lnTo>
                    <a:pt x="1354085" y="1254958"/>
                  </a:lnTo>
                  <a:lnTo>
                    <a:pt x="1327404" y="1260348"/>
                  </a:lnTo>
                  <a:lnTo>
                    <a:pt x="68580" y="1260348"/>
                  </a:lnTo>
                  <a:lnTo>
                    <a:pt x="41898" y="1254958"/>
                  </a:lnTo>
                  <a:lnTo>
                    <a:pt x="20097" y="1240259"/>
                  </a:lnTo>
                  <a:lnTo>
                    <a:pt x="5393" y="1218460"/>
                  </a:lnTo>
                  <a:lnTo>
                    <a:pt x="0" y="1191768"/>
                  </a:lnTo>
                  <a:lnTo>
                    <a:pt x="0" y="68580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661654" y="5449620"/>
            <a:ext cx="4991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9809733" y="4977129"/>
            <a:ext cx="1410335" cy="1273175"/>
            <a:chOff x="9809733" y="4977129"/>
            <a:chExt cx="1410335" cy="1273175"/>
          </a:xfrm>
        </p:grpSpPr>
        <p:sp>
          <p:nvSpPr>
            <p:cNvPr id="12" name="object 12" descr=""/>
            <p:cNvSpPr/>
            <p:nvPr/>
          </p:nvSpPr>
          <p:spPr>
            <a:xfrm>
              <a:off x="9816083" y="4983479"/>
              <a:ext cx="1397635" cy="1260475"/>
            </a:xfrm>
            <a:custGeom>
              <a:avLst/>
              <a:gdLst/>
              <a:ahLst/>
              <a:cxnLst/>
              <a:rect l="l" t="t" r="r" b="b"/>
              <a:pathLst>
                <a:path w="1397634" h="1260475">
                  <a:moveTo>
                    <a:pt x="1328927" y="0"/>
                  </a:moveTo>
                  <a:lnTo>
                    <a:pt x="68580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80"/>
                  </a:lnTo>
                  <a:lnTo>
                    <a:pt x="0" y="1191768"/>
                  </a:lnTo>
                  <a:lnTo>
                    <a:pt x="5393" y="1218460"/>
                  </a:lnTo>
                  <a:lnTo>
                    <a:pt x="20097" y="1240259"/>
                  </a:lnTo>
                  <a:lnTo>
                    <a:pt x="41898" y="1254958"/>
                  </a:lnTo>
                  <a:lnTo>
                    <a:pt x="68580" y="1260348"/>
                  </a:lnTo>
                  <a:lnTo>
                    <a:pt x="1328927" y="1260348"/>
                  </a:lnTo>
                  <a:lnTo>
                    <a:pt x="1355609" y="1254958"/>
                  </a:lnTo>
                  <a:lnTo>
                    <a:pt x="1377410" y="1240259"/>
                  </a:lnTo>
                  <a:lnTo>
                    <a:pt x="1392114" y="1218460"/>
                  </a:lnTo>
                  <a:lnTo>
                    <a:pt x="1397508" y="1191768"/>
                  </a:lnTo>
                  <a:lnTo>
                    <a:pt x="1397508" y="68580"/>
                  </a:lnTo>
                  <a:lnTo>
                    <a:pt x="1392114" y="41898"/>
                  </a:lnTo>
                  <a:lnTo>
                    <a:pt x="1377410" y="20097"/>
                  </a:lnTo>
                  <a:lnTo>
                    <a:pt x="1355609" y="5393"/>
                  </a:lnTo>
                  <a:lnTo>
                    <a:pt x="1328927" y="0"/>
                  </a:lnTo>
                  <a:close/>
                </a:path>
              </a:pathLst>
            </a:custGeom>
            <a:solidFill>
              <a:srgbClr val="006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816083" y="4983479"/>
              <a:ext cx="1397635" cy="1260475"/>
            </a:xfrm>
            <a:custGeom>
              <a:avLst/>
              <a:gdLst/>
              <a:ahLst/>
              <a:cxnLst/>
              <a:rect l="l" t="t" r="r" b="b"/>
              <a:pathLst>
                <a:path w="1397634" h="1260475">
                  <a:moveTo>
                    <a:pt x="0" y="68580"/>
                  </a:moveTo>
                  <a:lnTo>
                    <a:pt x="5393" y="41898"/>
                  </a:lnTo>
                  <a:lnTo>
                    <a:pt x="20097" y="20097"/>
                  </a:lnTo>
                  <a:lnTo>
                    <a:pt x="41898" y="5393"/>
                  </a:lnTo>
                  <a:lnTo>
                    <a:pt x="68580" y="0"/>
                  </a:lnTo>
                  <a:lnTo>
                    <a:pt x="1328927" y="0"/>
                  </a:lnTo>
                  <a:lnTo>
                    <a:pt x="1355609" y="5393"/>
                  </a:lnTo>
                  <a:lnTo>
                    <a:pt x="1377410" y="20097"/>
                  </a:lnTo>
                  <a:lnTo>
                    <a:pt x="1392114" y="41898"/>
                  </a:lnTo>
                  <a:lnTo>
                    <a:pt x="1397508" y="68580"/>
                  </a:lnTo>
                  <a:lnTo>
                    <a:pt x="1397508" y="1191768"/>
                  </a:lnTo>
                  <a:lnTo>
                    <a:pt x="1392114" y="1218460"/>
                  </a:lnTo>
                  <a:lnTo>
                    <a:pt x="1377410" y="1240259"/>
                  </a:lnTo>
                  <a:lnTo>
                    <a:pt x="1355609" y="1254958"/>
                  </a:lnTo>
                  <a:lnTo>
                    <a:pt x="1328927" y="1260348"/>
                  </a:lnTo>
                  <a:lnTo>
                    <a:pt x="68580" y="1260348"/>
                  </a:lnTo>
                  <a:lnTo>
                    <a:pt x="41898" y="1254958"/>
                  </a:lnTo>
                  <a:lnTo>
                    <a:pt x="20097" y="1240259"/>
                  </a:lnTo>
                  <a:lnTo>
                    <a:pt x="5393" y="1218460"/>
                  </a:lnTo>
                  <a:lnTo>
                    <a:pt x="0" y="1191768"/>
                  </a:lnTo>
                  <a:lnTo>
                    <a:pt x="0" y="68580"/>
                  </a:lnTo>
                  <a:close/>
                </a:path>
              </a:pathLst>
            </a:custGeom>
            <a:ln w="12699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0285603" y="5449620"/>
            <a:ext cx="4616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‘TRADITIONAL’</a:t>
            </a:r>
            <a:r>
              <a:rPr dirty="0" spc="-215"/>
              <a:t> </a:t>
            </a:r>
            <a:r>
              <a:rPr dirty="0" spc="-50"/>
              <a:t>WEB</a:t>
            </a:r>
            <a:r>
              <a:rPr dirty="0" spc="-190"/>
              <a:t> </a:t>
            </a:r>
            <a:r>
              <a:rPr dirty="0" spc="-20"/>
              <a:t>APPS</a:t>
            </a:r>
          </a:p>
        </p:txBody>
      </p:sp>
      <p:grpSp>
        <p:nvGrpSpPr>
          <p:cNvPr id="16" name="object 16" descr=""/>
          <p:cNvGrpSpPr/>
          <p:nvPr/>
        </p:nvGrpSpPr>
        <p:grpSpPr>
          <a:xfrm>
            <a:off x="1398777" y="4512309"/>
            <a:ext cx="989965" cy="479425"/>
            <a:chOff x="1398777" y="4512309"/>
            <a:chExt cx="989965" cy="479425"/>
          </a:xfrm>
        </p:grpSpPr>
        <p:sp>
          <p:nvSpPr>
            <p:cNvPr id="17" name="object 17" descr=""/>
            <p:cNvSpPr/>
            <p:nvPr/>
          </p:nvSpPr>
          <p:spPr>
            <a:xfrm>
              <a:off x="1405127" y="4518659"/>
              <a:ext cx="977265" cy="466725"/>
            </a:xfrm>
            <a:custGeom>
              <a:avLst/>
              <a:gdLst/>
              <a:ahLst/>
              <a:cxnLst/>
              <a:rect l="l" t="t" r="r" b="b"/>
              <a:pathLst>
                <a:path w="977264" h="466725">
                  <a:moveTo>
                    <a:pt x="951484" y="0"/>
                  </a:moveTo>
                  <a:lnTo>
                    <a:pt x="25400" y="0"/>
                  </a:lnTo>
                  <a:lnTo>
                    <a:pt x="15484" y="1986"/>
                  </a:lnTo>
                  <a:lnTo>
                    <a:pt x="7413" y="7413"/>
                  </a:lnTo>
                  <a:lnTo>
                    <a:pt x="1986" y="15484"/>
                  </a:lnTo>
                  <a:lnTo>
                    <a:pt x="0" y="25400"/>
                  </a:lnTo>
                  <a:lnTo>
                    <a:pt x="0" y="440944"/>
                  </a:lnTo>
                  <a:lnTo>
                    <a:pt x="1986" y="450859"/>
                  </a:lnTo>
                  <a:lnTo>
                    <a:pt x="7413" y="458930"/>
                  </a:lnTo>
                  <a:lnTo>
                    <a:pt x="15484" y="464357"/>
                  </a:lnTo>
                  <a:lnTo>
                    <a:pt x="25400" y="466344"/>
                  </a:lnTo>
                  <a:lnTo>
                    <a:pt x="951484" y="466344"/>
                  </a:lnTo>
                  <a:lnTo>
                    <a:pt x="961399" y="464357"/>
                  </a:lnTo>
                  <a:lnTo>
                    <a:pt x="969470" y="458930"/>
                  </a:lnTo>
                  <a:lnTo>
                    <a:pt x="974897" y="450859"/>
                  </a:lnTo>
                  <a:lnTo>
                    <a:pt x="976884" y="440944"/>
                  </a:lnTo>
                  <a:lnTo>
                    <a:pt x="976884" y="25400"/>
                  </a:lnTo>
                  <a:lnTo>
                    <a:pt x="974897" y="15484"/>
                  </a:lnTo>
                  <a:lnTo>
                    <a:pt x="969470" y="7413"/>
                  </a:lnTo>
                  <a:lnTo>
                    <a:pt x="961399" y="1986"/>
                  </a:lnTo>
                  <a:lnTo>
                    <a:pt x="95148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05127" y="4518659"/>
              <a:ext cx="977265" cy="466725"/>
            </a:xfrm>
            <a:custGeom>
              <a:avLst/>
              <a:gdLst/>
              <a:ahLst/>
              <a:cxnLst/>
              <a:rect l="l" t="t" r="r" b="b"/>
              <a:pathLst>
                <a:path w="977264" h="466725">
                  <a:moveTo>
                    <a:pt x="0" y="25400"/>
                  </a:moveTo>
                  <a:lnTo>
                    <a:pt x="1986" y="15484"/>
                  </a:lnTo>
                  <a:lnTo>
                    <a:pt x="7413" y="7413"/>
                  </a:lnTo>
                  <a:lnTo>
                    <a:pt x="15484" y="1986"/>
                  </a:lnTo>
                  <a:lnTo>
                    <a:pt x="25400" y="0"/>
                  </a:lnTo>
                  <a:lnTo>
                    <a:pt x="951484" y="0"/>
                  </a:lnTo>
                  <a:lnTo>
                    <a:pt x="961399" y="1986"/>
                  </a:lnTo>
                  <a:lnTo>
                    <a:pt x="969470" y="7413"/>
                  </a:lnTo>
                  <a:lnTo>
                    <a:pt x="974897" y="15484"/>
                  </a:lnTo>
                  <a:lnTo>
                    <a:pt x="976884" y="25400"/>
                  </a:lnTo>
                  <a:lnTo>
                    <a:pt x="976884" y="440944"/>
                  </a:lnTo>
                  <a:lnTo>
                    <a:pt x="974897" y="450859"/>
                  </a:lnTo>
                  <a:lnTo>
                    <a:pt x="969470" y="458930"/>
                  </a:lnTo>
                  <a:lnTo>
                    <a:pt x="961399" y="464357"/>
                  </a:lnTo>
                  <a:lnTo>
                    <a:pt x="951484" y="466344"/>
                  </a:lnTo>
                  <a:lnTo>
                    <a:pt x="25400" y="466344"/>
                  </a:lnTo>
                  <a:lnTo>
                    <a:pt x="15484" y="464357"/>
                  </a:lnTo>
                  <a:lnTo>
                    <a:pt x="7413" y="458930"/>
                  </a:lnTo>
                  <a:lnTo>
                    <a:pt x="1986" y="450859"/>
                  </a:lnTo>
                  <a:lnTo>
                    <a:pt x="0" y="440944"/>
                  </a:lnTo>
                  <a:lnTo>
                    <a:pt x="0" y="25400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497583" y="4587620"/>
            <a:ext cx="7912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Browser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598666" y="4977129"/>
            <a:ext cx="1410335" cy="1273175"/>
            <a:chOff x="6598666" y="4977129"/>
            <a:chExt cx="1410335" cy="1273175"/>
          </a:xfrm>
        </p:grpSpPr>
        <p:sp>
          <p:nvSpPr>
            <p:cNvPr id="21" name="object 21" descr=""/>
            <p:cNvSpPr/>
            <p:nvPr/>
          </p:nvSpPr>
          <p:spPr>
            <a:xfrm>
              <a:off x="6605016" y="4983479"/>
              <a:ext cx="1397635" cy="1260475"/>
            </a:xfrm>
            <a:custGeom>
              <a:avLst/>
              <a:gdLst/>
              <a:ahLst/>
              <a:cxnLst/>
              <a:rect l="l" t="t" r="r" b="b"/>
              <a:pathLst>
                <a:path w="1397634" h="1260475">
                  <a:moveTo>
                    <a:pt x="1354708" y="0"/>
                  </a:moveTo>
                  <a:lnTo>
                    <a:pt x="42799" y="0"/>
                  </a:lnTo>
                  <a:lnTo>
                    <a:pt x="26146" y="3365"/>
                  </a:lnTo>
                  <a:lnTo>
                    <a:pt x="12541" y="12541"/>
                  </a:lnTo>
                  <a:lnTo>
                    <a:pt x="3365" y="26146"/>
                  </a:lnTo>
                  <a:lnTo>
                    <a:pt x="0" y="42799"/>
                  </a:lnTo>
                  <a:lnTo>
                    <a:pt x="0" y="1217498"/>
                  </a:lnTo>
                  <a:lnTo>
                    <a:pt x="3365" y="1234175"/>
                  </a:lnTo>
                  <a:lnTo>
                    <a:pt x="12541" y="1247795"/>
                  </a:lnTo>
                  <a:lnTo>
                    <a:pt x="26146" y="1256979"/>
                  </a:lnTo>
                  <a:lnTo>
                    <a:pt x="42799" y="1260348"/>
                  </a:lnTo>
                  <a:lnTo>
                    <a:pt x="1354708" y="1260348"/>
                  </a:lnTo>
                  <a:lnTo>
                    <a:pt x="1371361" y="1256979"/>
                  </a:lnTo>
                  <a:lnTo>
                    <a:pt x="1384966" y="1247795"/>
                  </a:lnTo>
                  <a:lnTo>
                    <a:pt x="1394142" y="1234175"/>
                  </a:lnTo>
                  <a:lnTo>
                    <a:pt x="1397507" y="1217498"/>
                  </a:lnTo>
                  <a:lnTo>
                    <a:pt x="1397507" y="42799"/>
                  </a:lnTo>
                  <a:lnTo>
                    <a:pt x="1394142" y="26146"/>
                  </a:lnTo>
                  <a:lnTo>
                    <a:pt x="1384966" y="12541"/>
                  </a:lnTo>
                  <a:lnTo>
                    <a:pt x="1371361" y="3365"/>
                  </a:lnTo>
                  <a:lnTo>
                    <a:pt x="1354708" y="0"/>
                  </a:lnTo>
                  <a:close/>
                </a:path>
              </a:pathLst>
            </a:custGeom>
            <a:solidFill>
              <a:srgbClr val="006C52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605016" y="4983479"/>
              <a:ext cx="1397635" cy="1260475"/>
            </a:xfrm>
            <a:custGeom>
              <a:avLst/>
              <a:gdLst/>
              <a:ahLst/>
              <a:cxnLst/>
              <a:rect l="l" t="t" r="r" b="b"/>
              <a:pathLst>
                <a:path w="1397634" h="1260475">
                  <a:moveTo>
                    <a:pt x="0" y="42799"/>
                  </a:moveTo>
                  <a:lnTo>
                    <a:pt x="3365" y="26146"/>
                  </a:lnTo>
                  <a:lnTo>
                    <a:pt x="12541" y="12541"/>
                  </a:lnTo>
                  <a:lnTo>
                    <a:pt x="26146" y="3365"/>
                  </a:lnTo>
                  <a:lnTo>
                    <a:pt x="42799" y="0"/>
                  </a:lnTo>
                  <a:lnTo>
                    <a:pt x="1354708" y="0"/>
                  </a:lnTo>
                  <a:lnTo>
                    <a:pt x="1371361" y="3365"/>
                  </a:lnTo>
                  <a:lnTo>
                    <a:pt x="1384966" y="12541"/>
                  </a:lnTo>
                  <a:lnTo>
                    <a:pt x="1394142" y="26146"/>
                  </a:lnTo>
                  <a:lnTo>
                    <a:pt x="1397507" y="42799"/>
                  </a:lnTo>
                  <a:lnTo>
                    <a:pt x="1397507" y="1217498"/>
                  </a:lnTo>
                  <a:lnTo>
                    <a:pt x="1394142" y="1234175"/>
                  </a:lnTo>
                  <a:lnTo>
                    <a:pt x="1384966" y="1247795"/>
                  </a:lnTo>
                  <a:lnTo>
                    <a:pt x="1371361" y="1256979"/>
                  </a:lnTo>
                  <a:lnTo>
                    <a:pt x="1354708" y="1260348"/>
                  </a:lnTo>
                  <a:lnTo>
                    <a:pt x="42799" y="1260348"/>
                  </a:lnTo>
                  <a:lnTo>
                    <a:pt x="26146" y="1256979"/>
                  </a:lnTo>
                  <a:lnTo>
                    <a:pt x="12541" y="1247795"/>
                  </a:lnTo>
                  <a:lnTo>
                    <a:pt x="3365" y="1234175"/>
                  </a:lnTo>
                  <a:lnTo>
                    <a:pt x="0" y="1217498"/>
                  </a:lnTo>
                  <a:lnTo>
                    <a:pt x="0" y="42799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6700773" y="5449620"/>
            <a:ext cx="12058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Presentation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2235" y="5351907"/>
            <a:ext cx="3016250" cy="171450"/>
          </a:xfrm>
          <a:prstGeom prst="rect">
            <a:avLst/>
          </a:prstGeom>
        </p:spPr>
      </p:pic>
      <p:sp>
        <p:nvSpPr>
          <p:cNvPr id="25" name="object 25" descr=""/>
          <p:cNvSpPr/>
          <p:nvPr/>
        </p:nvSpPr>
        <p:spPr>
          <a:xfrm>
            <a:off x="791556" y="5776579"/>
            <a:ext cx="723265" cy="271145"/>
          </a:xfrm>
          <a:custGeom>
            <a:avLst/>
            <a:gdLst/>
            <a:ahLst/>
            <a:cxnLst/>
            <a:rect l="l" t="t" r="r" b="b"/>
            <a:pathLst>
              <a:path w="723265" h="271145">
                <a:moveTo>
                  <a:pt x="164378" y="0"/>
                </a:moveTo>
                <a:lnTo>
                  <a:pt x="116118" y="3948"/>
                </a:lnTo>
                <a:lnTo>
                  <a:pt x="68628" y="13128"/>
                </a:lnTo>
                <a:lnTo>
                  <a:pt x="29151" y="23538"/>
                </a:lnTo>
                <a:lnTo>
                  <a:pt x="0" y="34461"/>
                </a:lnTo>
                <a:lnTo>
                  <a:pt x="0" y="77128"/>
                </a:lnTo>
                <a:lnTo>
                  <a:pt x="1643" y="83692"/>
                </a:lnTo>
                <a:lnTo>
                  <a:pt x="6575" y="86974"/>
                </a:lnTo>
                <a:lnTo>
                  <a:pt x="16437" y="95179"/>
                </a:lnTo>
                <a:lnTo>
                  <a:pt x="17665" y="119795"/>
                </a:lnTo>
                <a:lnTo>
                  <a:pt x="17786" y="122218"/>
                </a:lnTo>
                <a:lnTo>
                  <a:pt x="21026" y="151179"/>
                </a:lnTo>
                <a:lnTo>
                  <a:pt x="21060" y="151487"/>
                </a:lnTo>
                <a:lnTo>
                  <a:pt x="36165" y="201026"/>
                </a:lnTo>
                <a:lnTo>
                  <a:pt x="89279" y="248205"/>
                </a:lnTo>
                <a:lnTo>
                  <a:pt x="128973" y="264487"/>
                </a:lnTo>
                <a:lnTo>
                  <a:pt x="172597" y="270769"/>
                </a:lnTo>
                <a:lnTo>
                  <a:pt x="228807" y="262000"/>
                </a:lnTo>
                <a:lnTo>
                  <a:pt x="272945" y="238421"/>
                </a:lnTo>
                <a:lnTo>
                  <a:pt x="281349" y="229744"/>
                </a:lnTo>
                <a:lnTo>
                  <a:pt x="172597" y="229744"/>
                </a:lnTo>
                <a:lnTo>
                  <a:pt x="144049" y="226513"/>
                </a:lnTo>
                <a:lnTo>
                  <a:pt x="93427" y="203436"/>
                </a:lnTo>
                <a:lnTo>
                  <a:pt x="69913" y="167615"/>
                </a:lnTo>
                <a:lnTo>
                  <a:pt x="65804" y="115051"/>
                </a:lnTo>
                <a:lnTo>
                  <a:pt x="65752" y="86154"/>
                </a:lnTo>
                <a:lnTo>
                  <a:pt x="67088" y="77923"/>
                </a:lnTo>
                <a:lnTo>
                  <a:pt x="103931" y="56846"/>
                </a:lnTo>
                <a:lnTo>
                  <a:pt x="123678" y="53025"/>
                </a:lnTo>
                <a:lnTo>
                  <a:pt x="123430" y="53025"/>
                </a:lnTo>
                <a:lnTo>
                  <a:pt x="144543" y="50243"/>
                </a:lnTo>
                <a:lnTo>
                  <a:pt x="144387" y="50243"/>
                </a:lnTo>
                <a:lnTo>
                  <a:pt x="164378" y="49230"/>
                </a:lnTo>
                <a:lnTo>
                  <a:pt x="723248" y="49230"/>
                </a:lnTo>
                <a:lnTo>
                  <a:pt x="723248" y="38564"/>
                </a:lnTo>
                <a:lnTo>
                  <a:pt x="722426" y="34461"/>
                </a:lnTo>
                <a:lnTo>
                  <a:pt x="720782" y="32000"/>
                </a:lnTo>
                <a:lnTo>
                  <a:pt x="361629" y="32000"/>
                </a:lnTo>
                <a:lnTo>
                  <a:pt x="326647" y="24576"/>
                </a:lnTo>
                <a:lnTo>
                  <a:pt x="272249" y="13846"/>
                </a:lnTo>
                <a:lnTo>
                  <a:pt x="213228" y="4192"/>
                </a:lnTo>
                <a:lnTo>
                  <a:pt x="164378" y="0"/>
                </a:lnTo>
                <a:close/>
              </a:path>
              <a:path w="723265" h="271145">
                <a:moveTo>
                  <a:pt x="427815" y="106666"/>
                </a:moveTo>
                <a:lnTo>
                  <a:pt x="369847" y="106666"/>
                </a:lnTo>
                <a:lnTo>
                  <a:pt x="376422" y="112410"/>
                </a:lnTo>
                <a:lnTo>
                  <a:pt x="378888" y="119795"/>
                </a:lnTo>
                <a:lnTo>
                  <a:pt x="394070" y="163223"/>
                </a:lnTo>
                <a:lnTo>
                  <a:pt x="417694" y="204131"/>
                </a:lnTo>
                <a:lnTo>
                  <a:pt x="450904" y="238421"/>
                </a:lnTo>
                <a:lnTo>
                  <a:pt x="494845" y="262000"/>
                </a:lnTo>
                <a:lnTo>
                  <a:pt x="550661" y="270769"/>
                </a:lnTo>
                <a:lnTo>
                  <a:pt x="594283" y="264487"/>
                </a:lnTo>
                <a:lnTo>
                  <a:pt x="633975" y="248205"/>
                </a:lnTo>
                <a:lnTo>
                  <a:pt x="660422" y="229744"/>
                </a:lnTo>
                <a:lnTo>
                  <a:pt x="550660" y="229744"/>
                </a:lnTo>
                <a:lnTo>
                  <a:pt x="496738" y="218462"/>
                </a:lnTo>
                <a:lnTo>
                  <a:pt x="462000" y="189949"/>
                </a:lnTo>
                <a:lnTo>
                  <a:pt x="440978" y="152205"/>
                </a:lnTo>
                <a:lnTo>
                  <a:pt x="428201" y="113231"/>
                </a:lnTo>
                <a:lnTo>
                  <a:pt x="427815" y="106666"/>
                </a:lnTo>
                <a:close/>
              </a:path>
              <a:path w="723265" h="271145">
                <a:moveTo>
                  <a:pt x="558057" y="49230"/>
                </a:moveTo>
                <a:lnTo>
                  <a:pt x="164378" y="49230"/>
                </a:lnTo>
                <a:lnTo>
                  <a:pt x="182549" y="50243"/>
                </a:lnTo>
                <a:lnTo>
                  <a:pt x="206191" y="53025"/>
                </a:lnTo>
                <a:lnTo>
                  <a:pt x="262181" y="62359"/>
                </a:lnTo>
                <a:lnTo>
                  <a:pt x="296045" y="96166"/>
                </a:lnTo>
                <a:lnTo>
                  <a:pt x="295104" y="112410"/>
                </a:lnTo>
                <a:lnTo>
                  <a:pt x="295056" y="113231"/>
                </a:lnTo>
                <a:lnTo>
                  <a:pt x="282394" y="152205"/>
                </a:lnTo>
                <a:lnTo>
                  <a:pt x="261565" y="189949"/>
                </a:lnTo>
                <a:lnTo>
                  <a:pt x="226866" y="218462"/>
                </a:lnTo>
                <a:lnTo>
                  <a:pt x="172597" y="229744"/>
                </a:lnTo>
                <a:lnTo>
                  <a:pt x="281349" y="229744"/>
                </a:lnTo>
                <a:lnTo>
                  <a:pt x="306155" y="204131"/>
                </a:lnTo>
                <a:lnTo>
                  <a:pt x="329582" y="163223"/>
                </a:lnTo>
                <a:lnTo>
                  <a:pt x="344369" y="119795"/>
                </a:lnTo>
                <a:lnTo>
                  <a:pt x="346013" y="112410"/>
                </a:lnTo>
                <a:lnTo>
                  <a:pt x="353410" y="106666"/>
                </a:lnTo>
                <a:lnTo>
                  <a:pt x="427815" y="106666"/>
                </a:lnTo>
                <a:lnTo>
                  <a:pt x="427199" y="96166"/>
                </a:lnTo>
                <a:lnTo>
                  <a:pt x="433132" y="80718"/>
                </a:lnTo>
                <a:lnTo>
                  <a:pt x="489058" y="57192"/>
                </a:lnTo>
                <a:lnTo>
                  <a:pt x="539886" y="50243"/>
                </a:lnTo>
                <a:lnTo>
                  <a:pt x="558057" y="49230"/>
                </a:lnTo>
                <a:close/>
              </a:path>
              <a:path w="723265" h="271145">
                <a:moveTo>
                  <a:pt x="723248" y="49230"/>
                </a:moveTo>
                <a:lnTo>
                  <a:pt x="558057" y="49230"/>
                </a:lnTo>
                <a:lnTo>
                  <a:pt x="578400" y="50243"/>
                </a:lnTo>
                <a:lnTo>
                  <a:pt x="578239" y="50243"/>
                </a:lnTo>
                <a:lnTo>
                  <a:pt x="599312" y="53025"/>
                </a:lnTo>
                <a:lnTo>
                  <a:pt x="599060" y="53025"/>
                </a:lnTo>
                <a:lnTo>
                  <a:pt x="618620" y="56846"/>
                </a:lnTo>
                <a:lnTo>
                  <a:pt x="655340" y="77923"/>
                </a:lnTo>
                <a:lnTo>
                  <a:pt x="656977" y="106666"/>
                </a:lnTo>
                <a:lnTo>
                  <a:pt x="656913" y="122218"/>
                </a:lnTo>
                <a:lnTo>
                  <a:pt x="653324" y="167615"/>
                </a:lnTo>
                <a:lnTo>
                  <a:pt x="629828" y="203436"/>
                </a:lnTo>
                <a:lnTo>
                  <a:pt x="579208" y="226513"/>
                </a:lnTo>
                <a:lnTo>
                  <a:pt x="550660" y="229744"/>
                </a:lnTo>
                <a:lnTo>
                  <a:pt x="660422" y="229744"/>
                </a:lnTo>
                <a:lnTo>
                  <a:pt x="687085" y="201026"/>
                </a:lnTo>
                <a:lnTo>
                  <a:pt x="701507" y="151487"/>
                </a:lnTo>
                <a:lnTo>
                  <a:pt x="706744" y="96166"/>
                </a:lnTo>
                <a:lnTo>
                  <a:pt x="706810" y="95179"/>
                </a:lnTo>
                <a:lnTo>
                  <a:pt x="716673" y="87795"/>
                </a:lnTo>
                <a:lnTo>
                  <a:pt x="721604" y="84513"/>
                </a:lnTo>
                <a:lnTo>
                  <a:pt x="723248" y="77128"/>
                </a:lnTo>
                <a:lnTo>
                  <a:pt x="723248" y="49230"/>
                </a:lnTo>
                <a:close/>
              </a:path>
              <a:path w="723265" h="271145">
                <a:moveTo>
                  <a:pt x="558879" y="0"/>
                </a:moveTo>
                <a:lnTo>
                  <a:pt x="510029" y="4192"/>
                </a:lnTo>
                <a:lnTo>
                  <a:pt x="451008" y="13846"/>
                </a:lnTo>
                <a:lnTo>
                  <a:pt x="396610" y="24576"/>
                </a:lnTo>
                <a:lnTo>
                  <a:pt x="361629" y="32000"/>
                </a:lnTo>
                <a:lnTo>
                  <a:pt x="720782" y="32000"/>
                </a:lnTo>
                <a:lnTo>
                  <a:pt x="655241" y="13128"/>
                </a:lnTo>
                <a:lnTo>
                  <a:pt x="607600" y="3948"/>
                </a:lnTo>
                <a:lnTo>
                  <a:pt x="558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1601083" y="5935524"/>
            <a:ext cx="306070" cy="448309"/>
            <a:chOff x="1601083" y="5935524"/>
            <a:chExt cx="306070" cy="448309"/>
          </a:xfrm>
        </p:grpSpPr>
        <p:sp>
          <p:nvSpPr>
            <p:cNvPr id="27" name="object 27" descr=""/>
            <p:cNvSpPr/>
            <p:nvPr/>
          </p:nvSpPr>
          <p:spPr>
            <a:xfrm>
              <a:off x="1601083" y="6016858"/>
              <a:ext cx="306070" cy="285115"/>
            </a:xfrm>
            <a:custGeom>
              <a:avLst/>
              <a:gdLst/>
              <a:ahLst/>
              <a:cxnLst/>
              <a:rect l="l" t="t" r="r" b="b"/>
              <a:pathLst>
                <a:path w="306069" h="285114">
                  <a:moveTo>
                    <a:pt x="163122" y="0"/>
                  </a:moveTo>
                  <a:lnTo>
                    <a:pt x="113190" y="8903"/>
                  </a:lnTo>
                  <a:lnTo>
                    <a:pt x="71047" y="33484"/>
                  </a:lnTo>
                  <a:lnTo>
                    <a:pt x="39896" y="70551"/>
                  </a:lnTo>
                  <a:lnTo>
                    <a:pt x="22939" y="116911"/>
                  </a:lnTo>
                  <a:lnTo>
                    <a:pt x="4587" y="116911"/>
                  </a:lnTo>
                  <a:lnTo>
                    <a:pt x="0" y="121485"/>
                  </a:lnTo>
                  <a:lnTo>
                    <a:pt x="0" y="153001"/>
                  </a:lnTo>
                  <a:lnTo>
                    <a:pt x="4587" y="157575"/>
                  </a:lnTo>
                  <a:lnTo>
                    <a:pt x="21409" y="157575"/>
                  </a:lnTo>
                  <a:lnTo>
                    <a:pt x="36383" y="207668"/>
                  </a:lnTo>
                  <a:lnTo>
                    <a:pt x="67415" y="247991"/>
                  </a:lnTo>
                  <a:lnTo>
                    <a:pt x="110872" y="274876"/>
                  </a:lnTo>
                  <a:lnTo>
                    <a:pt x="163122" y="284653"/>
                  </a:lnTo>
                  <a:lnTo>
                    <a:pt x="208307" y="277414"/>
                  </a:lnTo>
                  <a:lnTo>
                    <a:pt x="247497" y="257245"/>
                  </a:lnTo>
                  <a:lnTo>
                    <a:pt x="250596" y="254154"/>
                  </a:lnTo>
                  <a:lnTo>
                    <a:pt x="163122" y="254154"/>
                  </a:lnTo>
                  <a:lnTo>
                    <a:pt x="119362" y="245402"/>
                  </a:lnTo>
                  <a:lnTo>
                    <a:pt x="83727" y="221495"/>
                  </a:lnTo>
                  <a:lnTo>
                    <a:pt x="59753" y="185961"/>
                  </a:lnTo>
                  <a:lnTo>
                    <a:pt x="50975" y="142326"/>
                  </a:lnTo>
                  <a:lnTo>
                    <a:pt x="59753" y="98691"/>
                  </a:lnTo>
                  <a:lnTo>
                    <a:pt x="83727" y="63157"/>
                  </a:lnTo>
                  <a:lnTo>
                    <a:pt x="119362" y="39251"/>
                  </a:lnTo>
                  <a:lnTo>
                    <a:pt x="163122" y="30498"/>
                  </a:lnTo>
                  <a:lnTo>
                    <a:pt x="250596" y="30498"/>
                  </a:lnTo>
                  <a:lnTo>
                    <a:pt x="247497" y="27408"/>
                  </a:lnTo>
                  <a:lnTo>
                    <a:pt x="208307" y="7238"/>
                  </a:lnTo>
                  <a:lnTo>
                    <a:pt x="163122" y="0"/>
                  </a:lnTo>
                  <a:close/>
                </a:path>
                <a:path w="306069" h="285114">
                  <a:moveTo>
                    <a:pt x="250596" y="30498"/>
                  </a:moveTo>
                  <a:lnTo>
                    <a:pt x="163122" y="30498"/>
                  </a:lnTo>
                  <a:lnTo>
                    <a:pt x="206881" y="39251"/>
                  </a:lnTo>
                  <a:lnTo>
                    <a:pt x="242517" y="63157"/>
                  </a:lnTo>
                  <a:lnTo>
                    <a:pt x="266491" y="98691"/>
                  </a:lnTo>
                  <a:lnTo>
                    <a:pt x="275269" y="142326"/>
                  </a:lnTo>
                  <a:lnTo>
                    <a:pt x="266491" y="185961"/>
                  </a:lnTo>
                  <a:lnTo>
                    <a:pt x="242517" y="221495"/>
                  </a:lnTo>
                  <a:lnTo>
                    <a:pt x="206881" y="245402"/>
                  </a:lnTo>
                  <a:lnTo>
                    <a:pt x="163122" y="254154"/>
                  </a:lnTo>
                  <a:lnTo>
                    <a:pt x="250596" y="254154"/>
                  </a:lnTo>
                  <a:lnTo>
                    <a:pt x="278368" y="226462"/>
                  </a:lnTo>
                  <a:lnTo>
                    <a:pt x="298595" y="187383"/>
                  </a:lnTo>
                  <a:lnTo>
                    <a:pt x="305854" y="142326"/>
                  </a:lnTo>
                  <a:lnTo>
                    <a:pt x="298595" y="97270"/>
                  </a:lnTo>
                  <a:lnTo>
                    <a:pt x="278368" y="58191"/>
                  </a:lnTo>
                  <a:lnTo>
                    <a:pt x="250596" y="304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5312" y="5935524"/>
              <a:ext cx="197785" cy="9454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5312" y="6288803"/>
              <a:ext cx="197276" cy="94543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4010" y="6077855"/>
              <a:ext cx="73405" cy="144359"/>
            </a:xfrm>
            <a:prstGeom prst="rect">
              <a:avLst/>
            </a:prstGeom>
          </p:spPr>
        </p:pic>
      </p:grpSp>
      <p:sp>
        <p:nvSpPr>
          <p:cNvPr id="31" name="object 31" descr=""/>
          <p:cNvSpPr/>
          <p:nvPr/>
        </p:nvSpPr>
        <p:spPr>
          <a:xfrm>
            <a:off x="671887" y="5044971"/>
            <a:ext cx="754380" cy="528955"/>
          </a:xfrm>
          <a:custGeom>
            <a:avLst/>
            <a:gdLst/>
            <a:ahLst/>
            <a:cxnLst/>
            <a:rect l="l" t="t" r="r" b="b"/>
            <a:pathLst>
              <a:path w="754380" h="528954">
                <a:moveTo>
                  <a:pt x="716432" y="0"/>
                </a:moveTo>
                <a:lnTo>
                  <a:pt x="37707" y="0"/>
                </a:lnTo>
                <a:lnTo>
                  <a:pt x="23066" y="2980"/>
                </a:lnTo>
                <a:lnTo>
                  <a:pt x="11076" y="11096"/>
                </a:lnTo>
                <a:lnTo>
                  <a:pt x="2975" y="23108"/>
                </a:lnTo>
                <a:lnTo>
                  <a:pt x="0" y="37776"/>
                </a:lnTo>
                <a:lnTo>
                  <a:pt x="0" y="491098"/>
                </a:lnTo>
                <a:lnTo>
                  <a:pt x="2975" y="505766"/>
                </a:lnTo>
                <a:lnTo>
                  <a:pt x="11076" y="517778"/>
                </a:lnTo>
                <a:lnTo>
                  <a:pt x="23066" y="525894"/>
                </a:lnTo>
                <a:lnTo>
                  <a:pt x="37707" y="528875"/>
                </a:lnTo>
                <a:lnTo>
                  <a:pt x="716432" y="528875"/>
                </a:lnTo>
                <a:lnTo>
                  <a:pt x="731073" y="525894"/>
                </a:lnTo>
                <a:lnTo>
                  <a:pt x="743063" y="517778"/>
                </a:lnTo>
                <a:lnTo>
                  <a:pt x="748318" y="509986"/>
                </a:lnTo>
                <a:lnTo>
                  <a:pt x="324283" y="509986"/>
                </a:lnTo>
                <a:lnTo>
                  <a:pt x="320512" y="506209"/>
                </a:lnTo>
                <a:lnTo>
                  <a:pt x="320512" y="494876"/>
                </a:lnTo>
                <a:lnTo>
                  <a:pt x="324283" y="491098"/>
                </a:lnTo>
                <a:lnTo>
                  <a:pt x="754140" y="491098"/>
                </a:lnTo>
                <a:lnTo>
                  <a:pt x="754140" y="472210"/>
                </a:lnTo>
                <a:lnTo>
                  <a:pt x="56561" y="472210"/>
                </a:lnTo>
                <a:lnTo>
                  <a:pt x="56561" y="56665"/>
                </a:lnTo>
                <a:lnTo>
                  <a:pt x="754140" y="56665"/>
                </a:lnTo>
                <a:lnTo>
                  <a:pt x="754140" y="37776"/>
                </a:lnTo>
                <a:lnTo>
                  <a:pt x="371417" y="37776"/>
                </a:lnTo>
                <a:lnTo>
                  <a:pt x="367647" y="33999"/>
                </a:lnTo>
                <a:lnTo>
                  <a:pt x="367647" y="22666"/>
                </a:lnTo>
                <a:lnTo>
                  <a:pt x="371417" y="18888"/>
                </a:lnTo>
                <a:lnTo>
                  <a:pt x="748318" y="18888"/>
                </a:lnTo>
                <a:lnTo>
                  <a:pt x="743063" y="11096"/>
                </a:lnTo>
                <a:lnTo>
                  <a:pt x="731073" y="2980"/>
                </a:lnTo>
                <a:lnTo>
                  <a:pt x="716432" y="0"/>
                </a:lnTo>
                <a:close/>
              </a:path>
              <a:path w="754380" h="528954">
                <a:moveTo>
                  <a:pt x="754140" y="491098"/>
                </a:moveTo>
                <a:lnTo>
                  <a:pt x="429864" y="491098"/>
                </a:lnTo>
                <a:lnTo>
                  <a:pt x="433635" y="494876"/>
                </a:lnTo>
                <a:lnTo>
                  <a:pt x="433635" y="506209"/>
                </a:lnTo>
                <a:lnTo>
                  <a:pt x="429864" y="509986"/>
                </a:lnTo>
                <a:lnTo>
                  <a:pt x="748318" y="509986"/>
                </a:lnTo>
                <a:lnTo>
                  <a:pt x="751164" y="505766"/>
                </a:lnTo>
                <a:lnTo>
                  <a:pt x="754140" y="491098"/>
                </a:lnTo>
                <a:close/>
              </a:path>
              <a:path w="754380" h="528954">
                <a:moveTo>
                  <a:pt x="754140" y="56665"/>
                </a:moveTo>
                <a:lnTo>
                  <a:pt x="697586" y="56665"/>
                </a:lnTo>
                <a:lnTo>
                  <a:pt x="697586" y="472210"/>
                </a:lnTo>
                <a:lnTo>
                  <a:pt x="754140" y="472210"/>
                </a:lnTo>
                <a:lnTo>
                  <a:pt x="754140" y="56665"/>
                </a:lnTo>
                <a:close/>
              </a:path>
              <a:path w="754380" h="528954">
                <a:moveTo>
                  <a:pt x="748318" y="18888"/>
                </a:moveTo>
                <a:lnTo>
                  <a:pt x="382730" y="18888"/>
                </a:lnTo>
                <a:lnTo>
                  <a:pt x="386500" y="22666"/>
                </a:lnTo>
                <a:lnTo>
                  <a:pt x="386500" y="33999"/>
                </a:lnTo>
                <a:lnTo>
                  <a:pt x="382730" y="37776"/>
                </a:lnTo>
                <a:lnTo>
                  <a:pt x="754140" y="37776"/>
                </a:lnTo>
                <a:lnTo>
                  <a:pt x="751164" y="23108"/>
                </a:lnTo>
                <a:lnTo>
                  <a:pt x="748318" y="18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2306955" y="4995836"/>
            <a:ext cx="867410" cy="528320"/>
          </a:xfrm>
          <a:custGeom>
            <a:avLst/>
            <a:gdLst/>
            <a:ahLst/>
            <a:cxnLst/>
            <a:rect l="l" t="t" r="r" b="b"/>
            <a:pathLst>
              <a:path w="867410" h="528320">
                <a:moveTo>
                  <a:pt x="754151" y="37719"/>
                </a:moveTo>
                <a:lnTo>
                  <a:pt x="751179" y="23075"/>
                </a:lnTo>
                <a:lnTo>
                  <a:pt x="743077" y="11074"/>
                </a:lnTo>
                <a:lnTo>
                  <a:pt x="731088" y="2971"/>
                </a:lnTo>
                <a:lnTo>
                  <a:pt x="716445" y="0"/>
                </a:lnTo>
                <a:lnTo>
                  <a:pt x="697598" y="0"/>
                </a:lnTo>
                <a:lnTo>
                  <a:pt x="697598" y="56578"/>
                </a:lnTo>
                <a:lnTo>
                  <a:pt x="697598" y="377164"/>
                </a:lnTo>
                <a:lnTo>
                  <a:pt x="169684" y="377164"/>
                </a:lnTo>
                <a:lnTo>
                  <a:pt x="169684" y="56578"/>
                </a:lnTo>
                <a:lnTo>
                  <a:pt x="697598" y="56578"/>
                </a:lnTo>
                <a:lnTo>
                  <a:pt x="697598" y="0"/>
                </a:lnTo>
                <a:lnTo>
                  <a:pt x="150837" y="0"/>
                </a:lnTo>
                <a:lnTo>
                  <a:pt x="136194" y="2971"/>
                </a:lnTo>
                <a:lnTo>
                  <a:pt x="124206" y="11074"/>
                </a:lnTo>
                <a:lnTo>
                  <a:pt x="116103" y="23075"/>
                </a:lnTo>
                <a:lnTo>
                  <a:pt x="113131" y="37719"/>
                </a:lnTo>
                <a:lnTo>
                  <a:pt x="113131" y="433743"/>
                </a:lnTo>
                <a:lnTo>
                  <a:pt x="754151" y="433743"/>
                </a:lnTo>
                <a:lnTo>
                  <a:pt x="754151" y="377164"/>
                </a:lnTo>
                <a:lnTo>
                  <a:pt x="754151" y="56578"/>
                </a:lnTo>
                <a:lnTo>
                  <a:pt x="754151" y="37719"/>
                </a:lnTo>
                <a:close/>
              </a:path>
              <a:path w="867410" h="528320">
                <a:moveTo>
                  <a:pt x="867270" y="471462"/>
                </a:moveTo>
                <a:lnTo>
                  <a:pt x="490207" y="471462"/>
                </a:lnTo>
                <a:lnTo>
                  <a:pt x="490207" y="486549"/>
                </a:lnTo>
                <a:lnTo>
                  <a:pt x="486435" y="490321"/>
                </a:lnTo>
                <a:lnTo>
                  <a:pt x="380847" y="490321"/>
                </a:lnTo>
                <a:lnTo>
                  <a:pt x="377075" y="486549"/>
                </a:lnTo>
                <a:lnTo>
                  <a:pt x="377075" y="471462"/>
                </a:lnTo>
                <a:lnTo>
                  <a:pt x="0" y="471462"/>
                </a:lnTo>
                <a:lnTo>
                  <a:pt x="0" y="490321"/>
                </a:lnTo>
                <a:lnTo>
                  <a:pt x="2971" y="504964"/>
                </a:lnTo>
                <a:lnTo>
                  <a:pt x="11074" y="516953"/>
                </a:lnTo>
                <a:lnTo>
                  <a:pt x="23063" y="525056"/>
                </a:lnTo>
                <a:lnTo>
                  <a:pt x="37706" y="528027"/>
                </a:lnTo>
                <a:lnTo>
                  <a:pt x="829564" y="528027"/>
                </a:lnTo>
                <a:lnTo>
                  <a:pt x="844207" y="525056"/>
                </a:lnTo>
                <a:lnTo>
                  <a:pt x="856195" y="516953"/>
                </a:lnTo>
                <a:lnTo>
                  <a:pt x="864298" y="504964"/>
                </a:lnTo>
                <a:lnTo>
                  <a:pt x="867270" y="490321"/>
                </a:lnTo>
                <a:lnTo>
                  <a:pt x="867270" y="4714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1695477" y="5216525"/>
            <a:ext cx="1732280" cy="998855"/>
            <a:chOff x="1695477" y="5216525"/>
            <a:chExt cx="1732280" cy="998855"/>
          </a:xfrm>
        </p:grpSpPr>
        <p:sp>
          <p:nvSpPr>
            <p:cNvPr id="34" name="object 34" descr=""/>
            <p:cNvSpPr/>
            <p:nvPr/>
          </p:nvSpPr>
          <p:spPr>
            <a:xfrm>
              <a:off x="1695477" y="5216525"/>
              <a:ext cx="309880" cy="567690"/>
            </a:xfrm>
            <a:custGeom>
              <a:avLst/>
              <a:gdLst/>
              <a:ahLst/>
              <a:cxnLst/>
              <a:rect l="l" t="t" r="r" b="b"/>
              <a:pathLst>
                <a:path w="309880" h="567689">
                  <a:moveTo>
                    <a:pt x="303627" y="0"/>
                  </a:moveTo>
                  <a:lnTo>
                    <a:pt x="5801" y="0"/>
                  </a:lnTo>
                  <a:lnTo>
                    <a:pt x="0" y="5803"/>
                  </a:lnTo>
                  <a:lnTo>
                    <a:pt x="0" y="561623"/>
                  </a:lnTo>
                  <a:lnTo>
                    <a:pt x="5801" y="567427"/>
                  </a:lnTo>
                  <a:lnTo>
                    <a:pt x="303627" y="567427"/>
                  </a:lnTo>
                  <a:lnTo>
                    <a:pt x="309428" y="561623"/>
                  </a:lnTo>
                  <a:lnTo>
                    <a:pt x="309428" y="490053"/>
                  </a:lnTo>
                  <a:lnTo>
                    <a:pt x="38678" y="490053"/>
                  </a:lnTo>
                  <a:lnTo>
                    <a:pt x="38678" y="77381"/>
                  </a:lnTo>
                  <a:lnTo>
                    <a:pt x="309428" y="77381"/>
                  </a:lnTo>
                  <a:lnTo>
                    <a:pt x="309428" y="51583"/>
                  </a:lnTo>
                  <a:lnTo>
                    <a:pt x="121837" y="51583"/>
                  </a:lnTo>
                  <a:lnTo>
                    <a:pt x="116035" y="45780"/>
                  </a:lnTo>
                  <a:lnTo>
                    <a:pt x="116035" y="31595"/>
                  </a:lnTo>
                  <a:lnTo>
                    <a:pt x="121837" y="25791"/>
                  </a:lnTo>
                  <a:lnTo>
                    <a:pt x="309428" y="25791"/>
                  </a:lnTo>
                  <a:lnTo>
                    <a:pt x="309428" y="5803"/>
                  </a:lnTo>
                  <a:lnTo>
                    <a:pt x="303627" y="0"/>
                  </a:lnTo>
                  <a:close/>
                </a:path>
                <a:path w="309880" h="567689">
                  <a:moveTo>
                    <a:pt x="309428" y="77381"/>
                  </a:moveTo>
                  <a:lnTo>
                    <a:pt x="270750" y="77381"/>
                  </a:lnTo>
                  <a:lnTo>
                    <a:pt x="270750" y="490053"/>
                  </a:lnTo>
                  <a:lnTo>
                    <a:pt x="309428" y="490053"/>
                  </a:lnTo>
                  <a:lnTo>
                    <a:pt x="309428" y="77381"/>
                  </a:lnTo>
                  <a:close/>
                </a:path>
                <a:path w="309880" h="567689">
                  <a:moveTo>
                    <a:pt x="309428" y="25791"/>
                  </a:moveTo>
                  <a:lnTo>
                    <a:pt x="187591" y="25791"/>
                  </a:lnTo>
                  <a:lnTo>
                    <a:pt x="193393" y="31595"/>
                  </a:lnTo>
                  <a:lnTo>
                    <a:pt x="193393" y="45780"/>
                  </a:lnTo>
                  <a:lnTo>
                    <a:pt x="187591" y="51583"/>
                  </a:lnTo>
                  <a:lnTo>
                    <a:pt x="309428" y="51583"/>
                  </a:lnTo>
                  <a:lnTo>
                    <a:pt x="309428" y="25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048256" y="5743955"/>
              <a:ext cx="1373505" cy="464820"/>
            </a:xfrm>
            <a:custGeom>
              <a:avLst/>
              <a:gdLst/>
              <a:ahLst/>
              <a:cxnLst/>
              <a:rect l="l" t="t" r="r" b="b"/>
              <a:pathLst>
                <a:path w="1373504" h="464820">
                  <a:moveTo>
                    <a:pt x="1347851" y="0"/>
                  </a:moveTo>
                  <a:lnTo>
                    <a:pt x="25273" y="0"/>
                  </a:lnTo>
                  <a:lnTo>
                    <a:pt x="15430" y="1988"/>
                  </a:lnTo>
                  <a:lnTo>
                    <a:pt x="7397" y="7408"/>
                  </a:lnTo>
                  <a:lnTo>
                    <a:pt x="1984" y="15446"/>
                  </a:lnTo>
                  <a:lnTo>
                    <a:pt x="0" y="25285"/>
                  </a:lnTo>
                  <a:lnTo>
                    <a:pt x="0" y="439534"/>
                  </a:lnTo>
                  <a:lnTo>
                    <a:pt x="1984" y="449373"/>
                  </a:lnTo>
                  <a:lnTo>
                    <a:pt x="7397" y="457411"/>
                  </a:lnTo>
                  <a:lnTo>
                    <a:pt x="15430" y="462831"/>
                  </a:lnTo>
                  <a:lnTo>
                    <a:pt x="25273" y="464820"/>
                  </a:lnTo>
                  <a:lnTo>
                    <a:pt x="1347851" y="464820"/>
                  </a:lnTo>
                  <a:lnTo>
                    <a:pt x="1357693" y="462831"/>
                  </a:lnTo>
                  <a:lnTo>
                    <a:pt x="1365726" y="457411"/>
                  </a:lnTo>
                  <a:lnTo>
                    <a:pt x="1371139" y="449373"/>
                  </a:lnTo>
                  <a:lnTo>
                    <a:pt x="1373123" y="439534"/>
                  </a:lnTo>
                  <a:lnTo>
                    <a:pt x="1373123" y="25285"/>
                  </a:lnTo>
                  <a:lnTo>
                    <a:pt x="1371139" y="15446"/>
                  </a:lnTo>
                  <a:lnTo>
                    <a:pt x="1365726" y="7408"/>
                  </a:lnTo>
                  <a:lnTo>
                    <a:pt x="1357693" y="1988"/>
                  </a:lnTo>
                  <a:lnTo>
                    <a:pt x="134785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048256" y="5743955"/>
              <a:ext cx="1373505" cy="464820"/>
            </a:xfrm>
            <a:custGeom>
              <a:avLst/>
              <a:gdLst/>
              <a:ahLst/>
              <a:cxnLst/>
              <a:rect l="l" t="t" r="r" b="b"/>
              <a:pathLst>
                <a:path w="1373504" h="464820">
                  <a:moveTo>
                    <a:pt x="0" y="25285"/>
                  </a:moveTo>
                  <a:lnTo>
                    <a:pt x="1984" y="15446"/>
                  </a:lnTo>
                  <a:lnTo>
                    <a:pt x="7397" y="7408"/>
                  </a:lnTo>
                  <a:lnTo>
                    <a:pt x="15430" y="1988"/>
                  </a:lnTo>
                  <a:lnTo>
                    <a:pt x="25273" y="0"/>
                  </a:lnTo>
                  <a:lnTo>
                    <a:pt x="1347851" y="0"/>
                  </a:lnTo>
                  <a:lnTo>
                    <a:pt x="1357693" y="1988"/>
                  </a:lnTo>
                  <a:lnTo>
                    <a:pt x="1365726" y="7408"/>
                  </a:lnTo>
                  <a:lnTo>
                    <a:pt x="1371139" y="15446"/>
                  </a:lnTo>
                  <a:lnTo>
                    <a:pt x="1373123" y="25285"/>
                  </a:lnTo>
                  <a:lnTo>
                    <a:pt x="1373123" y="439534"/>
                  </a:lnTo>
                  <a:lnTo>
                    <a:pt x="1371139" y="449373"/>
                  </a:lnTo>
                  <a:lnTo>
                    <a:pt x="1365726" y="457411"/>
                  </a:lnTo>
                  <a:lnTo>
                    <a:pt x="1357693" y="462831"/>
                  </a:lnTo>
                  <a:lnTo>
                    <a:pt x="1347851" y="464820"/>
                  </a:lnTo>
                  <a:lnTo>
                    <a:pt x="25273" y="464820"/>
                  </a:lnTo>
                  <a:lnTo>
                    <a:pt x="15430" y="462831"/>
                  </a:lnTo>
                  <a:lnTo>
                    <a:pt x="7397" y="457411"/>
                  </a:lnTo>
                  <a:lnTo>
                    <a:pt x="1984" y="449373"/>
                  </a:lnTo>
                  <a:lnTo>
                    <a:pt x="0" y="439534"/>
                  </a:lnTo>
                  <a:lnTo>
                    <a:pt x="0" y="2528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2165730" y="5812028"/>
            <a:ext cx="11379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Apps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39" name="object 3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‘TRADITIONAL’</a:t>
            </a:r>
            <a:r>
              <a:rPr dirty="0" spc="-215"/>
              <a:t> </a:t>
            </a:r>
            <a:r>
              <a:rPr dirty="0" spc="-50"/>
              <a:t>WEB</a:t>
            </a:r>
            <a:r>
              <a:rPr dirty="0" spc="-185"/>
              <a:t> </a:t>
            </a:r>
            <a:r>
              <a:rPr dirty="0" spc="-20"/>
              <a:t>APPS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425430" cy="32429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Traditional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flexible</a:t>
            </a:r>
            <a:r>
              <a:rPr dirty="0" sz="28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enough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modern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scenarios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access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  <a:p>
            <a:pPr lvl="1" marL="926465" indent="-457200">
              <a:lnSpc>
                <a:spcPct val="100000"/>
              </a:lnSpc>
              <a:spcBef>
                <a:spcPts val="235"/>
              </a:spcBef>
              <a:buAutoNum type="arabicPeriod"/>
              <a:tabLst>
                <a:tab pos="9264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Download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pages</a:t>
            </a:r>
            <a:endParaRPr sz="2400">
              <a:latin typeface="Calibri"/>
              <a:cs typeface="Calibri"/>
            </a:endParaRPr>
          </a:p>
          <a:p>
            <a:pPr lvl="1" marL="926465" indent="-4572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9264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Parse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analyze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extract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relevant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efficient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transfer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unneded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240029" marR="897255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robust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break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extraction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8660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80"/>
              <a:t> </a:t>
            </a:r>
            <a:r>
              <a:rPr dirty="0" spc="-90"/>
              <a:t>CURRENT</a:t>
            </a:r>
            <a:r>
              <a:rPr dirty="0" spc="-165"/>
              <a:t> </a:t>
            </a:r>
            <a:r>
              <a:rPr dirty="0" spc="-30"/>
              <a:t>TREND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217785" cy="31877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trend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split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Backend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Responsible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business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logic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(on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server-side)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Frontend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Responsible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UI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side)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native</a:t>
            </a:r>
            <a:r>
              <a:rPr dirty="0" sz="24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mobile</a:t>
            </a:r>
            <a:r>
              <a:rPr dirty="0" sz="24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desktop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  <a:p>
            <a:pPr lvl="1" marL="696595" marR="512445" indent="-227329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still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400" i="1">
                <a:solidFill>
                  <a:srgbClr val="111F35"/>
                </a:solidFill>
                <a:latin typeface="Calibri"/>
                <a:cs typeface="Calibri"/>
              </a:rPr>
              <a:t>smarter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page,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renders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interactive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UI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leveraging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(i.e.,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Apps)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communicate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internet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154926" y="5033517"/>
            <a:ext cx="2541270" cy="1028065"/>
            <a:chOff x="7154926" y="5033517"/>
            <a:chExt cx="2541270" cy="1028065"/>
          </a:xfrm>
        </p:grpSpPr>
        <p:sp>
          <p:nvSpPr>
            <p:cNvPr id="5" name="object 5" descr=""/>
            <p:cNvSpPr/>
            <p:nvPr/>
          </p:nvSpPr>
          <p:spPr>
            <a:xfrm>
              <a:off x="7161276" y="5039867"/>
              <a:ext cx="2528570" cy="1015365"/>
            </a:xfrm>
            <a:custGeom>
              <a:avLst/>
              <a:gdLst/>
              <a:ahLst/>
              <a:cxnLst/>
              <a:rect l="l" t="t" r="r" b="b"/>
              <a:pathLst>
                <a:path w="2528570" h="1015364">
                  <a:moveTo>
                    <a:pt x="2473071" y="0"/>
                  </a:moveTo>
                  <a:lnTo>
                    <a:pt x="55245" y="0"/>
                  </a:lnTo>
                  <a:lnTo>
                    <a:pt x="33754" y="4345"/>
                  </a:lnTo>
                  <a:lnTo>
                    <a:pt x="16192" y="16192"/>
                  </a:lnTo>
                  <a:lnTo>
                    <a:pt x="4345" y="33754"/>
                  </a:lnTo>
                  <a:lnTo>
                    <a:pt x="0" y="55244"/>
                  </a:lnTo>
                  <a:lnTo>
                    <a:pt x="0" y="959751"/>
                  </a:lnTo>
                  <a:lnTo>
                    <a:pt x="4345" y="981251"/>
                  </a:lnTo>
                  <a:lnTo>
                    <a:pt x="16192" y="998807"/>
                  </a:lnTo>
                  <a:lnTo>
                    <a:pt x="33754" y="1010643"/>
                  </a:lnTo>
                  <a:lnTo>
                    <a:pt x="55245" y="1014983"/>
                  </a:lnTo>
                  <a:lnTo>
                    <a:pt x="2473071" y="1014983"/>
                  </a:lnTo>
                  <a:lnTo>
                    <a:pt x="2494561" y="1010643"/>
                  </a:lnTo>
                  <a:lnTo>
                    <a:pt x="2512123" y="998807"/>
                  </a:lnTo>
                  <a:lnTo>
                    <a:pt x="2523970" y="981251"/>
                  </a:lnTo>
                  <a:lnTo>
                    <a:pt x="2528316" y="959751"/>
                  </a:lnTo>
                  <a:lnTo>
                    <a:pt x="2528316" y="55244"/>
                  </a:lnTo>
                  <a:lnTo>
                    <a:pt x="2523970" y="33754"/>
                  </a:lnTo>
                  <a:lnTo>
                    <a:pt x="2512123" y="16192"/>
                  </a:lnTo>
                  <a:lnTo>
                    <a:pt x="2494561" y="4345"/>
                  </a:lnTo>
                  <a:lnTo>
                    <a:pt x="2473071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61276" y="5039867"/>
              <a:ext cx="2528570" cy="1015365"/>
            </a:xfrm>
            <a:custGeom>
              <a:avLst/>
              <a:gdLst/>
              <a:ahLst/>
              <a:cxnLst/>
              <a:rect l="l" t="t" r="r" b="b"/>
              <a:pathLst>
                <a:path w="2528570" h="1015364">
                  <a:moveTo>
                    <a:pt x="0" y="55244"/>
                  </a:moveTo>
                  <a:lnTo>
                    <a:pt x="4345" y="33754"/>
                  </a:lnTo>
                  <a:lnTo>
                    <a:pt x="16192" y="16192"/>
                  </a:lnTo>
                  <a:lnTo>
                    <a:pt x="33754" y="4345"/>
                  </a:lnTo>
                  <a:lnTo>
                    <a:pt x="55245" y="0"/>
                  </a:lnTo>
                  <a:lnTo>
                    <a:pt x="2473071" y="0"/>
                  </a:lnTo>
                  <a:lnTo>
                    <a:pt x="2494561" y="4345"/>
                  </a:lnTo>
                  <a:lnTo>
                    <a:pt x="2512123" y="16192"/>
                  </a:lnTo>
                  <a:lnTo>
                    <a:pt x="2523970" y="33754"/>
                  </a:lnTo>
                  <a:lnTo>
                    <a:pt x="2528316" y="55244"/>
                  </a:lnTo>
                  <a:lnTo>
                    <a:pt x="2528316" y="959751"/>
                  </a:lnTo>
                  <a:lnTo>
                    <a:pt x="2523970" y="981251"/>
                  </a:lnTo>
                  <a:lnTo>
                    <a:pt x="2512123" y="998807"/>
                  </a:lnTo>
                  <a:lnTo>
                    <a:pt x="2494561" y="1010643"/>
                  </a:lnTo>
                  <a:lnTo>
                    <a:pt x="2473071" y="1014983"/>
                  </a:lnTo>
                  <a:lnTo>
                    <a:pt x="55245" y="1014983"/>
                  </a:lnTo>
                  <a:lnTo>
                    <a:pt x="33754" y="1010643"/>
                  </a:lnTo>
                  <a:lnTo>
                    <a:pt x="16192" y="998807"/>
                  </a:lnTo>
                  <a:lnTo>
                    <a:pt x="4345" y="981251"/>
                  </a:lnTo>
                  <a:lnTo>
                    <a:pt x="0" y="959751"/>
                  </a:lnTo>
                  <a:lnTo>
                    <a:pt x="0" y="55244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169798" y="5085664"/>
            <a:ext cx="2511425" cy="879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3060" marR="344805" indent="295275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Backend (server-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side)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496057" y="5033517"/>
            <a:ext cx="2541270" cy="1028065"/>
            <a:chOff x="2496057" y="5033517"/>
            <a:chExt cx="2541270" cy="1028065"/>
          </a:xfrm>
        </p:grpSpPr>
        <p:sp>
          <p:nvSpPr>
            <p:cNvPr id="9" name="object 9" descr=""/>
            <p:cNvSpPr/>
            <p:nvPr/>
          </p:nvSpPr>
          <p:spPr>
            <a:xfrm>
              <a:off x="2502407" y="5039867"/>
              <a:ext cx="2528570" cy="1015365"/>
            </a:xfrm>
            <a:custGeom>
              <a:avLst/>
              <a:gdLst/>
              <a:ahLst/>
              <a:cxnLst/>
              <a:rect l="l" t="t" r="r" b="b"/>
              <a:pathLst>
                <a:path w="2528570" h="1015364">
                  <a:moveTo>
                    <a:pt x="2473071" y="0"/>
                  </a:moveTo>
                  <a:lnTo>
                    <a:pt x="55244" y="0"/>
                  </a:lnTo>
                  <a:lnTo>
                    <a:pt x="33754" y="4345"/>
                  </a:lnTo>
                  <a:lnTo>
                    <a:pt x="16192" y="16192"/>
                  </a:lnTo>
                  <a:lnTo>
                    <a:pt x="4345" y="33754"/>
                  </a:lnTo>
                  <a:lnTo>
                    <a:pt x="0" y="55244"/>
                  </a:lnTo>
                  <a:lnTo>
                    <a:pt x="0" y="959751"/>
                  </a:lnTo>
                  <a:lnTo>
                    <a:pt x="4345" y="981251"/>
                  </a:lnTo>
                  <a:lnTo>
                    <a:pt x="16192" y="998807"/>
                  </a:lnTo>
                  <a:lnTo>
                    <a:pt x="33754" y="1010643"/>
                  </a:lnTo>
                  <a:lnTo>
                    <a:pt x="55244" y="1014983"/>
                  </a:lnTo>
                  <a:lnTo>
                    <a:pt x="2473071" y="1014983"/>
                  </a:lnTo>
                  <a:lnTo>
                    <a:pt x="2494561" y="1010643"/>
                  </a:lnTo>
                  <a:lnTo>
                    <a:pt x="2512123" y="998807"/>
                  </a:lnTo>
                  <a:lnTo>
                    <a:pt x="2523970" y="981251"/>
                  </a:lnTo>
                  <a:lnTo>
                    <a:pt x="2528316" y="959751"/>
                  </a:lnTo>
                  <a:lnTo>
                    <a:pt x="2528316" y="55244"/>
                  </a:lnTo>
                  <a:lnTo>
                    <a:pt x="2523970" y="33754"/>
                  </a:lnTo>
                  <a:lnTo>
                    <a:pt x="2512123" y="16192"/>
                  </a:lnTo>
                  <a:lnTo>
                    <a:pt x="2494561" y="4345"/>
                  </a:lnTo>
                  <a:lnTo>
                    <a:pt x="247307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502407" y="5039867"/>
              <a:ext cx="2528570" cy="1015365"/>
            </a:xfrm>
            <a:custGeom>
              <a:avLst/>
              <a:gdLst/>
              <a:ahLst/>
              <a:cxnLst/>
              <a:rect l="l" t="t" r="r" b="b"/>
              <a:pathLst>
                <a:path w="2528570" h="1015364">
                  <a:moveTo>
                    <a:pt x="0" y="55244"/>
                  </a:moveTo>
                  <a:lnTo>
                    <a:pt x="4345" y="33754"/>
                  </a:lnTo>
                  <a:lnTo>
                    <a:pt x="16192" y="16192"/>
                  </a:lnTo>
                  <a:lnTo>
                    <a:pt x="33754" y="4345"/>
                  </a:lnTo>
                  <a:lnTo>
                    <a:pt x="55244" y="0"/>
                  </a:lnTo>
                  <a:lnTo>
                    <a:pt x="2473071" y="0"/>
                  </a:lnTo>
                  <a:lnTo>
                    <a:pt x="2494561" y="4345"/>
                  </a:lnTo>
                  <a:lnTo>
                    <a:pt x="2512123" y="16192"/>
                  </a:lnTo>
                  <a:lnTo>
                    <a:pt x="2523970" y="33754"/>
                  </a:lnTo>
                  <a:lnTo>
                    <a:pt x="2528316" y="55244"/>
                  </a:lnTo>
                  <a:lnTo>
                    <a:pt x="2528316" y="959751"/>
                  </a:lnTo>
                  <a:lnTo>
                    <a:pt x="2523970" y="981251"/>
                  </a:lnTo>
                  <a:lnTo>
                    <a:pt x="2512123" y="998807"/>
                  </a:lnTo>
                  <a:lnTo>
                    <a:pt x="2494561" y="1010643"/>
                  </a:lnTo>
                  <a:lnTo>
                    <a:pt x="2473071" y="1014983"/>
                  </a:lnTo>
                  <a:lnTo>
                    <a:pt x="55244" y="1014983"/>
                  </a:lnTo>
                  <a:lnTo>
                    <a:pt x="33754" y="1010643"/>
                  </a:lnTo>
                  <a:lnTo>
                    <a:pt x="16192" y="998807"/>
                  </a:lnTo>
                  <a:lnTo>
                    <a:pt x="4345" y="981251"/>
                  </a:lnTo>
                  <a:lnTo>
                    <a:pt x="0" y="959751"/>
                  </a:lnTo>
                  <a:lnTo>
                    <a:pt x="0" y="55244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510930" y="5085664"/>
            <a:ext cx="2511425" cy="879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05130" marR="398145" indent="18542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Frontend 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(client-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side)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030723" y="5182141"/>
            <a:ext cx="2131060" cy="588010"/>
            <a:chOff x="5030723" y="5182141"/>
            <a:chExt cx="2131060" cy="588010"/>
          </a:xfrm>
        </p:grpSpPr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0723" y="5461634"/>
              <a:ext cx="2131059" cy="17145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5621775" y="5189126"/>
              <a:ext cx="1006475" cy="574040"/>
            </a:xfrm>
            <a:custGeom>
              <a:avLst/>
              <a:gdLst/>
              <a:ahLst/>
              <a:cxnLst/>
              <a:rect l="l" t="t" r="r" b="b"/>
              <a:pathLst>
                <a:path w="1006475" h="574039">
                  <a:moveTo>
                    <a:pt x="157860" y="215095"/>
                  </a:moveTo>
                  <a:lnTo>
                    <a:pt x="111304" y="227105"/>
                  </a:lnTo>
                  <a:lnTo>
                    <a:pt x="69454" y="250996"/>
                  </a:lnTo>
                  <a:lnTo>
                    <a:pt x="34663" y="285534"/>
                  </a:lnTo>
                  <a:lnTo>
                    <a:pt x="11168" y="328589"/>
                  </a:lnTo>
                  <a:lnTo>
                    <a:pt x="0" y="375343"/>
                  </a:lnTo>
                  <a:lnTo>
                    <a:pt x="1381" y="423218"/>
                  </a:lnTo>
                  <a:lnTo>
                    <a:pt x="15536" y="469636"/>
                  </a:lnTo>
                  <a:lnTo>
                    <a:pt x="42486" y="510413"/>
                  </a:lnTo>
                  <a:lnTo>
                    <a:pt x="78735" y="542111"/>
                  </a:lnTo>
                  <a:lnTo>
                    <a:pt x="121930" y="563275"/>
                  </a:lnTo>
                  <a:lnTo>
                    <a:pt x="169718" y="572446"/>
                  </a:lnTo>
                  <a:lnTo>
                    <a:pt x="169718" y="573642"/>
                  </a:lnTo>
                  <a:lnTo>
                    <a:pt x="862922" y="573642"/>
                  </a:lnTo>
                  <a:lnTo>
                    <a:pt x="908123" y="566297"/>
                  </a:lnTo>
                  <a:lnTo>
                    <a:pt x="947475" y="545869"/>
                  </a:lnTo>
                  <a:lnTo>
                    <a:pt x="978567" y="514767"/>
                  </a:lnTo>
                  <a:lnTo>
                    <a:pt x="998990" y="475403"/>
                  </a:lnTo>
                  <a:lnTo>
                    <a:pt x="1006333" y="430186"/>
                  </a:lnTo>
                  <a:lnTo>
                    <a:pt x="999114" y="384844"/>
                  </a:lnTo>
                  <a:lnTo>
                    <a:pt x="978988" y="345183"/>
                  </a:lnTo>
                  <a:lnTo>
                    <a:pt x="948250" y="313728"/>
                  </a:lnTo>
                  <a:lnTo>
                    <a:pt x="909194" y="293003"/>
                  </a:lnTo>
                  <a:lnTo>
                    <a:pt x="864117" y="285534"/>
                  </a:lnTo>
                  <a:lnTo>
                    <a:pt x="852165" y="285534"/>
                  </a:lnTo>
                  <a:lnTo>
                    <a:pt x="846955" y="242740"/>
                  </a:lnTo>
                  <a:lnTo>
                    <a:pt x="836914" y="216197"/>
                  </a:lnTo>
                  <a:lnTo>
                    <a:pt x="206769" y="216197"/>
                  </a:lnTo>
                  <a:lnTo>
                    <a:pt x="157860" y="215095"/>
                  </a:lnTo>
                  <a:close/>
                </a:path>
                <a:path w="1006475" h="574039">
                  <a:moveTo>
                    <a:pt x="419632" y="0"/>
                  </a:moveTo>
                  <a:lnTo>
                    <a:pt x="371703" y="5794"/>
                  </a:lnTo>
                  <a:lnTo>
                    <a:pt x="326287" y="22199"/>
                  </a:lnTo>
                  <a:lnTo>
                    <a:pt x="286447" y="47768"/>
                  </a:lnTo>
                  <a:lnTo>
                    <a:pt x="253381" y="81109"/>
                  </a:lnTo>
                  <a:lnTo>
                    <a:pt x="228282" y="120825"/>
                  </a:lnTo>
                  <a:lnTo>
                    <a:pt x="212346" y="165522"/>
                  </a:lnTo>
                  <a:lnTo>
                    <a:pt x="206769" y="213806"/>
                  </a:lnTo>
                  <a:lnTo>
                    <a:pt x="206769" y="216197"/>
                  </a:lnTo>
                  <a:lnTo>
                    <a:pt x="836914" y="216197"/>
                  </a:lnTo>
                  <a:lnTo>
                    <a:pt x="831996" y="203196"/>
                  </a:lnTo>
                  <a:lnTo>
                    <a:pt x="808298" y="168359"/>
                  </a:lnTo>
                  <a:lnTo>
                    <a:pt x="776869" y="139687"/>
                  </a:lnTo>
                  <a:lnTo>
                    <a:pt x="738847" y="119326"/>
                  </a:lnTo>
                  <a:lnTo>
                    <a:pt x="613129" y="116973"/>
                  </a:lnTo>
                  <a:lnTo>
                    <a:pt x="586116" y="76443"/>
                  </a:lnTo>
                  <a:lnTo>
                    <a:pt x="551600" y="43784"/>
                  </a:lnTo>
                  <a:lnTo>
                    <a:pt x="511240" y="19692"/>
                  </a:lnTo>
                  <a:lnTo>
                    <a:pt x="466698" y="4864"/>
                  </a:lnTo>
                  <a:lnTo>
                    <a:pt x="419632" y="0"/>
                  </a:lnTo>
                  <a:close/>
                </a:path>
                <a:path w="1006475" h="574039">
                  <a:moveTo>
                    <a:pt x="655185" y="107745"/>
                  </a:moveTo>
                  <a:lnTo>
                    <a:pt x="613129" y="116973"/>
                  </a:lnTo>
                  <a:lnTo>
                    <a:pt x="729812" y="116973"/>
                  </a:lnTo>
                  <a:lnTo>
                    <a:pt x="697688" y="108604"/>
                  </a:lnTo>
                  <a:lnTo>
                    <a:pt x="655185" y="1077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621775" y="5189126"/>
              <a:ext cx="1006475" cy="574040"/>
            </a:xfrm>
            <a:custGeom>
              <a:avLst/>
              <a:gdLst/>
              <a:ahLst/>
              <a:cxnLst/>
              <a:rect l="l" t="t" r="r" b="b"/>
              <a:pathLst>
                <a:path w="1006475" h="574039">
                  <a:moveTo>
                    <a:pt x="864117" y="285534"/>
                  </a:moveTo>
                  <a:lnTo>
                    <a:pt x="860531" y="285534"/>
                  </a:lnTo>
                  <a:lnTo>
                    <a:pt x="855751" y="285534"/>
                  </a:lnTo>
                  <a:lnTo>
                    <a:pt x="852165" y="285534"/>
                  </a:lnTo>
                  <a:lnTo>
                    <a:pt x="846955" y="242740"/>
                  </a:lnTo>
                  <a:lnTo>
                    <a:pt x="831996" y="203196"/>
                  </a:lnTo>
                  <a:lnTo>
                    <a:pt x="808298" y="168359"/>
                  </a:lnTo>
                  <a:lnTo>
                    <a:pt x="776869" y="139687"/>
                  </a:lnTo>
                  <a:lnTo>
                    <a:pt x="738847" y="119326"/>
                  </a:lnTo>
                  <a:lnTo>
                    <a:pt x="697688" y="108605"/>
                  </a:lnTo>
                  <a:lnTo>
                    <a:pt x="655185" y="107745"/>
                  </a:lnTo>
                  <a:lnTo>
                    <a:pt x="613129" y="116973"/>
                  </a:lnTo>
                  <a:lnTo>
                    <a:pt x="586116" y="76443"/>
                  </a:lnTo>
                  <a:lnTo>
                    <a:pt x="551600" y="43784"/>
                  </a:lnTo>
                  <a:lnTo>
                    <a:pt x="511240" y="19692"/>
                  </a:lnTo>
                  <a:lnTo>
                    <a:pt x="466698" y="4864"/>
                  </a:lnTo>
                  <a:lnTo>
                    <a:pt x="419632" y="0"/>
                  </a:lnTo>
                  <a:lnTo>
                    <a:pt x="371703" y="5794"/>
                  </a:lnTo>
                  <a:lnTo>
                    <a:pt x="326287" y="22199"/>
                  </a:lnTo>
                  <a:lnTo>
                    <a:pt x="286447" y="47768"/>
                  </a:lnTo>
                  <a:lnTo>
                    <a:pt x="253381" y="81109"/>
                  </a:lnTo>
                  <a:lnTo>
                    <a:pt x="228282" y="120825"/>
                  </a:lnTo>
                  <a:lnTo>
                    <a:pt x="212346" y="165522"/>
                  </a:lnTo>
                  <a:lnTo>
                    <a:pt x="206769" y="213806"/>
                  </a:lnTo>
                  <a:lnTo>
                    <a:pt x="206769" y="215001"/>
                  </a:lnTo>
                  <a:lnTo>
                    <a:pt x="206769" y="216197"/>
                  </a:lnTo>
                  <a:lnTo>
                    <a:pt x="157860" y="215095"/>
                  </a:lnTo>
                  <a:lnTo>
                    <a:pt x="111304" y="227105"/>
                  </a:lnTo>
                  <a:lnTo>
                    <a:pt x="69454" y="250996"/>
                  </a:lnTo>
                  <a:lnTo>
                    <a:pt x="34663" y="285534"/>
                  </a:lnTo>
                  <a:lnTo>
                    <a:pt x="11168" y="328589"/>
                  </a:lnTo>
                  <a:lnTo>
                    <a:pt x="0" y="375343"/>
                  </a:lnTo>
                  <a:lnTo>
                    <a:pt x="1381" y="423218"/>
                  </a:lnTo>
                  <a:lnTo>
                    <a:pt x="15536" y="469636"/>
                  </a:lnTo>
                  <a:lnTo>
                    <a:pt x="42486" y="510413"/>
                  </a:lnTo>
                  <a:lnTo>
                    <a:pt x="78735" y="542111"/>
                  </a:lnTo>
                  <a:lnTo>
                    <a:pt x="121930" y="563275"/>
                  </a:lnTo>
                  <a:lnTo>
                    <a:pt x="169718" y="572446"/>
                  </a:lnTo>
                  <a:lnTo>
                    <a:pt x="169718" y="573642"/>
                  </a:lnTo>
                  <a:lnTo>
                    <a:pt x="862922" y="573642"/>
                  </a:lnTo>
                  <a:lnTo>
                    <a:pt x="908123" y="566297"/>
                  </a:lnTo>
                  <a:lnTo>
                    <a:pt x="947475" y="545869"/>
                  </a:lnTo>
                  <a:lnTo>
                    <a:pt x="978567" y="514767"/>
                  </a:lnTo>
                  <a:lnTo>
                    <a:pt x="998990" y="475403"/>
                  </a:lnTo>
                  <a:lnTo>
                    <a:pt x="1006333" y="430186"/>
                  </a:lnTo>
                  <a:lnTo>
                    <a:pt x="999114" y="384844"/>
                  </a:lnTo>
                  <a:lnTo>
                    <a:pt x="978988" y="345183"/>
                  </a:lnTo>
                  <a:lnTo>
                    <a:pt x="948250" y="313728"/>
                  </a:lnTo>
                  <a:lnTo>
                    <a:pt x="909194" y="293003"/>
                  </a:lnTo>
                  <a:lnTo>
                    <a:pt x="864117" y="285534"/>
                  </a:lnTo>
                  <a:close/>
                </a:path>
              </a:pathLst>
            </a:custGeom>
            <a:ln w="13946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706236" y="5741619"/>
            <a:ext cx="784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Internet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8547" y="5393435"/>
            <a:ext cx="516636" cy="297179"/>
          </a:xfrm>
          <a:prstGeom prst="rect">
            <a:avLst/>
          </a:prstGeom>
        </p:spPr>
      </p:pic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ARCHITECTURAL</a:t>
            </a:r>
            <a:r>
              <a:rPr dirty="0" spc="-35"/>
              <a:t> </a:t>
            </a:r>
            <a:r>
              <a:rPr dirty="0" spc="-10"/>
              <a:t>CONTEXT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36650" y="1446872"/>
            <a:ext cx="758063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communicate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Internet</a:t>
            </a:r>
            <a:endParaRPr sz="280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83%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traffic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actually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calls</a:t>
            </a:r>
            <a:r>
              <a:rPr dirty="0" baseline="25525" sz="2775" spc="-15" b="1">
                <a:solidFill>
                  <a:srgbClr val="111F35"/>
                </a:solidFill>
                <a:latin typeface="Calibri"/>
                <a:cs typeface="Calibri"/>
              </a:rPr>
              <a:t>1</a:t>
            </a:r>
            <a:endParaRPr baseline="25525" sz="2775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64108" y="2639567"/>
            <a:ext cx="8869680" cy="3369945"/>
            <a:chOff x="864108" y="2639567"/>
            <a:chExt cx="8869680" cy="3369945"/>
          </a:xfrm>
        </p:grpSpPr>
        <p:sp>
          <p:nvSpPr>
            <p:cNvPr id="5" name="object 5" descr=""/>
            <p:cNvSpPr/>
            <p:nvPr/>
          </p:nvSpPr>
          <p:spPr>
            <a:xfrm>
              <a:off x="883158" y="2658617"/>
              <a:ext cx="3069590" cy="3331845"/>
            </a:xfrm>
            <a:custGeom>
              <a:avLst/>
              <a:gdLst/>
              <a:ahLst/>
              <a:cxnLst/>
              <a:rect l="l" t="t" r="r" b="b"/>
              <a:pathLst>
                <a:path w="3069590" h="3331845">
                  <a:moveTo>
                    <a:pt x="0" y="111760"/>
                  </a:moveTo>
                  <a:lnTo>
                    <a:pt x="8785" y="68258"/>
                  </a:lnTo>
                  <a:lnTo>
                    <a:pt x="32742" y="32734"/>
                  </a:lnTo>
                  <a:lnTo>
                    <a:pt x="68274" y="8782"/>
                  </a:lnTo>
                  <a:lnTo>
                    <a:pt x="111785" y="0"/>
                  </a:lnTo>
                  <a:lnTo>
                    <a:pt x="2957576" y="0"/>
                  </a:lnTo>
                  <a:lnTo>
                    <a:pt x="3001077" y="8782"/>
                  </a:lnTo>
                  <a:lnTo>
                    <a:pt x="3036601" y="32734"/>
                  </a:lnTo>
                  <a:lnTo>
                    <a:pt x="3060553" y="68258"/>
                  </a:lnTo>
                  <a:lnTo>
                    <a:pt x="3069336" y="111760"/>
                  </a:lnTo>
                  <a:lnTo>
                    <a:pt x="3069336" y="3219678"/>
                  </a:lnTo>
                  <a:lnTo>
                    <a:pt x="3060553" y="3263189"/>
                  </a:lnTo>
                  <a:lnTo>
                    <a:pt x="3036601" y="3298721"/>
                  </a:lnTo>
                  <a:lnTo>
                    <a:pt x="3001077" y="3322678"/>
                  </a:lnTo>
                  <a:lnTo>
                    <a:pt x="2957576" y="3331464"/>
                  </a:lnTo>
                  <a:lnTo>
                    <a:pt x="111785" y="3331464"/>
                  </a:lnTo>
                  <a:lnTo>
                    <a:pt x="68274" y="3322678"/>
                  </a:lnTo>
                  <a:lnTo>
                    <a:pt x="32742" y="3298721"/>
                  </a:lnTo>
                  <a:lnTo>
                    <a:pt x="8785" y="3263189"/>
                  </a:lnTo>
                  <a:lnTo>
                    <a:pt x="0" y="3219678"/>
                  </a:lnTo>
                  <a:lnTo>
                    <a:pt x="0" y="111760"/>
                  </a:lnTo>
                  <a:close/>
                </a:path>
              </a:pathLst>
            </a:custGeom>
            <a:ln w="38100">
              <a:solidFill>
                <a:srgbClr val="0063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01205" y="2663189"/>
              <a:ext cx="3114040" cy="1434465"/>
            </a:xfrm>
            <a:custGeom>
              <a:avLst/>
              <a:gdLst/>
              <a:ahLst/>
              <a:cxnLst/>
              <a:rect l="l" t="t" r="r" b="b"/>
              <a:pathLst>
                <a:path w="3114040" h="1434464">
                  <a:moveTo>
                    <a:pt x="0" y="85344"/>
                  </a:moveTo>
                  <a:lnTo>
                    <a:pt x="6709" y="52131"/>
                  </a:lnTo>
                  <a:lnTo>
                    <a:pt x="25003" y="25003"/>
                  </a:lnTo>
                  <a:lnTo>
                    <a:pt x="52131" y="6709"/>
                  </a:lnTo>
                  <a:lnTo>
                    <a:pt x="85344" y="0"/>
                  </a:lnTo>
                  <a:lnTo>
                    <a:pt x="3028188" y="0"/>
                  </a:lnTo>
                  <a:lnTo>
                    <a:pt x="3061400" y="6709"/>
                  </a:lnTo>
                  <a:lnTo>
                    <a:pt x="3088528" y="25003"/>
                  </a:lnTo>
                  <a:lnTo>
                    <a:pt x="3106822" y="52131"/>
                  </a:lnTo>
                  <a:lnTo>
                    <a:pt x="3113532" y="85344"/>
                  </a:lnTo>
                  <a:lnTo>
                    <a:pt x="3113532" y="1348740"/>
                  </a:lnTo>
                  <a:lnTo>
                    <a:pt x="3106822" y="1381952"/>
                  </a:lnTo>
                  <a:lnTo>
                    <a:pt x="3088528" y="1409080"/>
                  </a:lnTo>
                  <a:lnTo>
                    <a:pt x="3061400" y="1427374"/>
                  </a:lnTo>
                  <a:lnTo>
                    <a:pt x="3028188" y="1434084"/>
                  </a:lnTo>
                  <a:lnTo>
                    <a:pt x="85344" y="1434084"/>
                  </a:lnTo>
                  <a:lnTo>
                    <a:pt x="52131" y="1427374"/>
                  </a:lnTo>
                  <a:lnTo>
                    <a:pt x="25003" y="1409080"/>
                  </a:lnTo>
                  <a:lnTo>
                    <a:pt x="6709" y="1381952"/>
                  </a:lnTo>
                  <a:lnTo>
                    <a:pt x="0" y="1348740"/>
                  </a:lnTo>
                  <a:lnTo>
                    <a:pt x="0" y="85344"/>
                  </a:lnTo>
                  <a:close/>
                </a:path>
              </a:pathLst>
            </a:custGeom>
            <a:ln w="38100">
              <a:solidFill>
                <a:srgbClr val="00916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91273" y="2701544"/>
            <a:ext cx="2531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0276078" y="2835910"/>
            <a:ext cx="1084580" cy="1058545"/>
            <a:chOff x="10276078" y="2835910"/>
            <a:chExt cx="1084580" cy="1058545"/>
          </a:xfrm>
        </p:grpSpPr>
        <p:sp>
          <p:nvSpPr>
            <p:cNvPr id="9" name="object 9" descr=""/>
            <p:cNvSpPr/>
            <p:nvPr/>
          </p:nvSpPr>
          <p:spPr>
            <a:xfrm>
              <a:off x="10282428" y="2972943"/>
              <a:ext cx="1071880" cy="915035"/>
            </a:xfrm>
            <a:custGeom>
              <a:avLst/>
              <a:gdLst/>
              <a:ahLst/>
              <a:cxnLst/>
              <a:rect l="l" t="t" r="r" b="b"/>
              <a:pathLst>
                <a:path w="1071879" h="915035">
                  <a:moveTo>
                    <a:pt x="1071372" y="0"/>
                  </a:moveTo>
                  <a:lnTo>
                    <a:pt x="1052240" y="34727"/>
                  </a:lnTo>
                  <a:lnTo>
                    <a:pt x="998248" y="65941"/>
                  </a:lnTo>
                  <a:lnTo>
                    <a:pt x="959772" y="79840"/>
                  </a:lnTo>
                  <a:lnTo>
                    <a:pt x="914495" y="92392"/>
                  </a:lnTo>
                  <a:lnTo>
                    <a:pt x="863052" y="103441"/>
                  </a:lnTo>
                  <a:lnTo>
                    <a:pt x="806083" y="112832"/>
                  </a:lnTo>
                  <a:lnTo>
                    <a:pt x="744223" y="120407"/>
                  </a:lnTo>
                  <a:lnTo>
                    <a:pt x="678112" y="126012"/>
                  </a:lnTo>
                  <a:lnTo>
                    <a:pt x="608387" y="129489"/>
                  </a:lnTo>
                  <a:lnTo>
                    <a:pt x="535686" y="130683"/>
                  </a:lnTo>
                  <a:lnTo>
                    <a:pt x="462984" y="129489"/>
                  </a:lnTo>
                  <a:lnTo>
                    <a:pt x="393259" y="126012"/>
                  </a:lnTo>
                  <a:lnTo>
                    <a:pt x="327148" y="120407"/>
                  </a:lnTo>
                  <a:lnTo>
                    <a:pt x="265288" y="112832"/>
                  </a:lnTo>
                  <a:lnTo>
                    <a:pt x="208319" y="103441"/>
                  </a:lnTo>
                  <a:lnTo>
                    <a:pt x="156876" y="92392"/>
                  </a:lnTo>
                  <a:lnTo>
                    <a:pt x="111599" y="79840"/>
                  </a:lnTo>
                  <a:lnTo>
                    <a:pt x="73123" y="65941"/>
                  </a:lnTo>
                  <a:lnTo>
                    <a:pt x="19131" y="34727"/>
                  </a:lnTo>
                  <a:lnTo>
                    <a:pt x="0" y="0"/>
                  </a:lnTo>
                  <a:lnTo>
                    <a:pt x="0" y="784098"/>
                  </a:lnTo>
                  <a:lnTo>
                    <a:pt x="19131" y="818825"/>
                  </a:lnTo>
                  <a:lnTo>
                    <a:pt x="73123" y="850039"/>
                  </a:lnTo>
                  <a:lnTo>
                    <a:pt x="111599" y="863938"/>
                  </a:lnTo>
                  <a:lnTo>
                    <a:pt x="156876" y="876490"/>
                  </a:lnTo>
                  <a:lnTo>
                    <a:pt x="208319" y="887539"/>
                  </a:lnTo>
                  <a:lnTo>
                    <a:pt x="265288" y="896930"/>
                  </a:lnTo>
                  <a:lnTo>
                    <a:pt x="327148" y="904505"/>
                  </a:lnTo>
                  <a:lnTo>
                    <a:pt x="393259" y="910110"/>
                  </a:lnTo>
                  <a:lnTo>
                    <a:pt x="462984" y="913587"/>
                  </a:lnTo>
                  <a:lnTo>
                    <a:pt x="535686" y="914781"/>
                  </a:lnTo>
                  <a:lnTo>
                    <a:pt x="608387" y="913587"/>
                  </a:lnTo>
                  <a:lnTo>
                    <a:pt x="678112" y="910110"/>
                  </a:lnTo>
                  <a:lnTo>
                    <a:pt x="744223" y="904505"/>
                  </a:lnTo>
                  <a:lnTo>
                    <a:pt x="806083" y="896930"/>
                  </a:lnTo>
                  <a:lnTo>
                    <a:pt x="863052" y="887539"/>
                  </a:lnTo>
                  <a:lnTo>
                    <a:pt x="914495" y="876490"/>
                  </a:lnTo>
                  <a:lnTo>
                    <a:pt x="959772" y="863938"/>
                  </a:lnTo>
                  <a:lnTo>
                    <a:pt x="998248" y="850039"/>
                  </a:lnTo>
                  <a:lnTo>
                    <a:pt x="1052240" y="818825"/>
                  </a:lnTo>
                  <a:lnTo>
                    <a:pt x="1071372" y="784098"/>
                  </a:lnTo>
                  <a:lnTo>
                    <a:pt x="1071372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282428" y="2842260"/>
              <a:ext cx="1071880" cy="261620"/>
            </a:xfrm>
            <a:custGeom>
              <a:avLst/>
              <a:gdLst/>
              <a:ahLst/>
              <a:cxnLst/>
              <a:rect l="l" t="t" r="r" b="b"/>
              <a:pathLst>
                <a:path w="1071879" h="261619">
                  <a:moveTo>
                    <a:pt x="535686" y="0"/>
                  </a:moveTo>
                  <a:lnTo>
                    <a:pt x="462984" y="1193"/>
                  </a:lnTo>
                  <a:lnTo>
                    <a:pt x="393259" y="4670"/>
                  </a:lnTo>
                  <a:lnTo>
                    <a:pt x="327148" y="10275"/>
                  </a:lnTo>
                  <a:lnTo>
                    <a:pt x="265288" y="17850"/>
                  </a:lnTo>
                  <a:lnTo>
                    <a:pt x="208319" y="27241"/>
                  </a:lnTo>
                  <a:lnTo>
                    <a:pt x="156876" y="38290"/>
                  </a:lnTo>
                  <a:lnTo>
                    <a:pt x="111599" y="50842"/>
                  </a:lnTo>
                  <a:lnTo>
                    <a:pt x="73123" y="64741"/>
                  </a:lnTo>
                  <a:lnTo>
                    <a:pt x="19131" y="95955"/>
                  </a:lnTo>
                  <a:lnTo>
                    <a:pt x="0" y="130682"/>
                  </a:lnTo>
                  <a:lnTo>
                    <a:pt x="4889" y="148407"/>
                  </a:lnTo>
                  <a:lnTo>
                    <a:pt x="42088" y="181534"/>
                  </a:lnTo>
                  <a:lnTo>
                    <a:pt x="111599" y="210523"/>
                  </a:lnTo>
                  <a:lnTo>
                    <a:pt x="156876" y="223075"/>
                  </a:lnTo>
                  <a:lnTo>
                    <a:pt x="208319" y="234124"/>
                  </a:lnTo>
                  <a:lnTo>
                    <a:pt x="265288" y="243515"/>
                  </a:lnTo>
                  <a:lnTo>
                    <a:pt x="327148" y="251090"/>
                  </a:lnTo>
                  <a:lnTo>
                    <a:pt x="393259" y="256695"/>
                  </a:lnTo>
                  <a:lnTo>
                    <a:pt x="462984" y="260172"/>
                  </a:lnTo>
                  <a:lnTo>
                    <a:pt x="535686" y="261365"/>
                  </a:lnTo>
                  <a:lnTo>
                    <a:pt x="608387" y="260172"/>
                  </a:lnTo>
                  <a:lnTo>
                    <a:pt x="678112" y="256695"/>
                  </a:lnTo>
                  <a:lnTo>
                    <a:pt x="744223" y="251090"/>
                  </a:lnTo>
                  <a:lnTo>
                    <a:pt x="806083" y="243515"/>
                  </a:lnTo>
                  <a:lnTo>
                    <a:pt x="863052" y="234124"/>
                  </a:lnTo>
                  <a:lnTo>
                    <a:pt x="914495" y="223075"/>
                  </a:lnTo>
                  <a:lnTo>
                    <a:pt x="959772" y="210523"/>
                  </a:lnTo>
                  <a:lnTo>
                    <a:pt x="998248" y="196624"/>
                  </a:lnTo>
                  <a:lnTo>
                    <a:pt x="1052240" y="165410"/>
                  </a:lnTo>
                  <a:lnTo>
                    <a:pt x="1071372" y="130682"/>
                  </a:lnTo>
                  <a:lnTo>
                    <a:pt x="1066482" y="112958"/>
                  </a:lnTo>
                  <a:lnTo>
                    <a:pt x="1029283" y="79831"/>
                  </a:lnTo>
                  <a:lnTo>
                    <a:pt x="959772" y="50842"/>
                  </a:lnTo>
                  <a:lnTo>
                    <a:pt x="914495" y="38290"/>
                  </a:lnTo>
                  <a:lnTo>
                    <a:pt x="863052" y="27241"/>
                  </a:lnTo>
                  <a:lnTo>
                    <a:pt x="806083" y="17850"/>
                  </a:lnTo>
                  <a:lnTo>
                    <a:pt x="744223" y="10275"/>
                  </a:lnTo>
                  <a:lnTo>
                    <a:pt x="678112" y="4670"/>
                  </a:lnTo>
                  <a:lnTo>
                    <a:pt x="608387" y="1193"/>
                  </a:lnTo>
                  <a:lnTo>
                    <a:pt x="535686" y="0"/>
                  </a:lnTo>
                  <a:close/>
                </a:path>
              </a:pathLst>
            </a:custGeom>
            <a:solidFill>
              <a:srgbClr val="66BC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282428" y="2842260"/>
              <a:ext cx="1071880" cy="1045844"/>
            </a:xfrm>
            <a:custGeom>
              <a:avLst/>
              <a:gdLst/>
              <a:ahLst/>
              <a:cxnLst/>
              <a:rect l="l" t="t" r="r" b="b"/>
              <a:pathLst>
                <a:path w="1071879" h="1045845">
                  <a:moveTo>
                    <a:pt x="1071372" y="130682"/>
                  </a:moveTo>
                  <a:lnTo>
                    <a:pt x="1052240" y="165410"/>
                  </a:lnTo>
                  <a:lnTo>
                    <a:pt x="998248" y="196624"/>
                  </a:lnTo>
                  <a:lnTo>
                    <a:pt x="959772" y="210523"/>
                  </a:lnTo>
                  <a:lnTo>
                    <a:pt x="914495" y="223075"/>
                  </a:lnTo>
                  <a:lnTo>
                    <a:pt x="863052" y="234124"/>
                  </a:lnTo>
                  <a:lnTo>
                    <a:pt x="806083" y="243515"/>
                  </a:lnTo>
                  <a:lnTo>
                    <a:pt x="744223" y="251090"/>
                  </a:lnTo>
                  <a:lnTo>
                    <a:pt x="678112" y="256695"/>
                  </a:lnTo>
                  <a:lnTo>
                    <a:pt x="608387" y="260172"/>
                  </a:lnTo>
                  <a:lnTo>
                    <a:pt x="535686" y="261365"/>
                  </a:lnTo>
                  <a:lnTo>
                    <a:pt x="462984" y="260172"/>
                  </a:lnTo>
                  <a:lnTo>
                    <a:pt x="393259" y="256695"/>
                  </a:lnTo>
                  <a:lnTo>
                    <a:pt x="327148" y="251090"/>
                  </a:lnTo>
                  <a:lnTo>
                    <a:pt x="265288" y="243515"/>
                  </a:lnTo>
                  <a:lnTo>
                    <a:pt x="208319" y="234124"/>
                  </a:lnTo>
                  <a:lnTo>
                    <a:pt x="156876" y="223075"/>
                  </a:lnTo>
                  <a:lnTo>
                    <a:pt x="111599" y="210523"/>
                  </a:lnTo>
                  <a:lnTo>
                    <a:pt x="73123" y="196624"/>
                  </a:lnTo>
                  <a:lnTo>
                    <a:pt x="19131" y="165410"/>
                  </a:lnTo>
                  <a:lnTo>
                    <a:pt x="0" y="130682"/>
                  </a:lnTo>
                  <a:lnTo>
                    <a:pt x="4889" y="112958"/>
                  </a:lnTo>
                  <a:lnTo>
                    <a:pt x="42088" y="79831"/>
                  </a:lnTo>
                  <a:lnTo>
                    <a:pt x="111599" y="50842"/>
                  </a:lnTo>
                  <a:lnTo>
                    <a:pt x="156876" y="38290"/>
                  </a:lnTo>
                  <a:lnTo>
                    <a:pt x="208319" y="27241"/>
                  </a:lnTo>
                  <a:lnTo>
                    <a:pt x="265288" y="17850"/>
                  </a:lnTo>
                  <a:lnTo>
                    <a:pt x="327148" y="10275"/>
                  </a:lnTo>
                  <a:lnTo>
                    <a:pt x="393259" y="4670"/>
                  </a:lnTo>
                  <a:lnTo>
                    <a:pt x="462984" y="1193"/>
                  </a:lnTo>
                  <a:lnTo>
                    <a:pt x="535686" y="0"/>
                  </a:lnTo>
                  <a:lnTo>
                    <a:pt x="608387" y="1193"/>
                  </a:lnTo>
                  <a:lnTo>
                    <a:pt x="678112" y="4670"/>
                  </a:lnTo>
                  <a:lnTo>
                    <a:pt x="744223" y="10275"/>
                  </a:lnTo>
                  <a:lnTo>
                    <a:pt x="806083" y="17850"/>
                  </a:lnTo>
                  <a:lnTo>
                    <a:pt x="863052" y="27241"/>
                  </a:lnTo>
                  <a:lnTo>
                    <a:pt x="914495" y="38290"/>
                  </a:lnTo>
                  <a:lnTo>
                    <a:pt x="959772" y="50842"/>
                  </a:lnTo>
                  <a:lnTo>
                    <a:pt x="998248" y="64741"/>
                  </a:lnTo>
                  <a:lnTo>
                    <a:pt x="1052240" y="95955"/>
                  </a:lnTo>
                  <a:lnTo>
                    <a:pt x="1071372" y="130682"/>
                  </a:lnTo>
                  <a:lnTo>
                    <a:pt x="1071372" y="914781"/>
                  </a:lnTo>
                  <a:lnTo>
                    <a:pt x="1052240" y="949508"/>
                  </a:lnTo>
                  <a:lnTo>
                    <a:pt x="998248" y="980722"/>
                  </a:lnTo>
                  <a:lnTo>
                    <a:pt x="959772" y="994621"/>
                  </a:lnTo>
                  <a:lnTo>
                    <a:pt x="914495" y="1007173"/>
                  </a:lnTo>
                  <a:lnTo>
                    <a:pt x="863052" y="1018222"/>
                  </a:lnTo>
                  <a:lnTo>
                    <a:pt x="806083" y="1027613"/>
                  </a:lnTo>
                  <a:lnTo>
                    <a:pt x="744223" y="1035188"/>
                  </a:lnTo>
                  <a:lnTo>
                    <a:pt x="678112" y="1040793"/>
                  </a:lnTo>
                  <a:lnTo>
                    <a:pt x="608387" y="1044270"/>
                  </a:lnTo>
                  <a:lnTo>
                    <a:pt x="535686" y="1045463"/>
                  </a:lnTo>
                  <a:lnTo>
                    <a:pt x="462984" y="1044270"/>
                  </a:lnTo>
                  <a:lnTo>
                    <a:pt x="393259" y="1040793"/>
                  </a:lnTo>
                  <a:lnTo>
                    <a:pt x="327148" y="1035188"/>
                  </a:lnTo>
                  <a:lnTo>
                    <a:pt x="265288" y="1027613"/>
                  </a:lnTo>
                  <a:lnTo>
                    <a:pt x="208319" y="1018222"/>
                  </a:lnTo>
                  <a:lnTo>
                    <a:pt x="156876" y="1007173"/>
                  </a:lnTo>
                  <a:lnTo>
                    <a:pt x="111599" y="994621"/>
                  </a:lnTo>
                  <a:lnTo>
                    <a:pt x="73123" y="980722"/>
                  </a:lnTo>
                  <a:lnTo>
                    <a:pt x="19131" y="949508"/>
                  </a:lnTo>
                  <a:lnTo>
                    <a:pt x="0" y="914781"/>
                  </a:lnTo>
                  <a:lnTo>
                    <a:pt x="0" y="130682"/>
                  </a:lnTo>
                </a:path>
              </a:pathLst>
            </a:custGeom>
            <a:ln w="12699">
              <a:solidFill>
                <a:srgbClr val="0069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370946" y="3266694"/>
            <a:ext cx="895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601206" y="4552950"/>
            <a:ext cx="3114040" cy="1434465"/>
          </a:xfrm>
          <a:custGeom>
            <a:avLst/>
            <a:gdLst/>
            <a:ahLst/>
            <a:cxnLst/>
            <a:rect l="l" t="t" r="r" b="b"/>
            <a:pathLst>
              <a:path w="3114040" h="1434464">
                <a:moveTo>
                  <a:pt x="0" y="85343"/>
                </a:moveTo>
                <a:lnTo>
                  <a:pt x="6709" y="52131"/>
                </a:lnTo>
                <a:lnTo>
                  <a:pt x="25003" y="25003"/>
                </a:lnTo>
                <a:lnTo>
                  <a:pt x="52131" y="6709"/>
                </a:lnTo>
                <a:lnTo>
                  <a:pt x="85344" y="0"/>
                </a:lnTo>
                <a:lnTo>
                  <a:pt x="3028188" y="0"/>
                </a:lnTo>
                <a:lnTo>
                  <a:pt x="3061400" y="6709"/>
                </a:lnTo>
                <a:lnTo>
                  <a:pt x="3088528" y="25003"/>
                </a:lnTo>
                <a:lnTo>
                  <a:pt x="3106822" y="52131"/>
                </a:lnTo>
                <a:lnTo>
                  <a:pt x="3113532" y="85343"/>
                </a:lnTo>
                <a:lnTo>
                  <a:pt x="3113532" y="1348714"/>
                </a:lnTo>
                <a:lnTo>
                  <a:pt x="3106822" y="1381941"/>
                </a:lnTo>
                <a:lnTo>
                  <a:pt x="3088528" y="1409077"/>
                </a:lnTo>
                <a:lnTo>
                  <a:pt x="3061400" y="1427374"/>
                </a:lnTo>
                <a:lnTo>
                  <a:pt x="3028188" y="1434084"/>
                </a:lnTo>
                <a:lnTo>
                  <a:pt x="85344" y="1434084"/>
                </a:lnTo>
                <a:lnTo>
                  <a:pt x="52131" y="1427374"/>
                </a:lnTo>
                <a:lnTo>
                  <a:pt x="25003" y="1409077"/>
                </a:lnTo>
                <a:lnTo>
                  <a:pt x="6709" y="1381941"/>
                </a:lnTo>
                <a:lnTo>
                  <a:pt x="0" y="1348714"/>
                </a:lnTo>
                <a:lnTo>
                  <a:pt x="0" y="85343"/>
                </a:lnTo>
                <a:close/>
              </a:path>
            </a:pathLst>
          </a:custGeom>
          <a:ln w="38099">
            <a:solidFill>
              <a:srgbClr val="D700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894321" y="4591304"/>
            <a:ext cx="25253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749542" y="5016753"/>
            <a:ext cx="2811145" cy="837565"/>
            <a:chOff x="6749542" y="5016753"/>
            <a:chExt cx="2811145" cy="837565"/>
          </a:xfrm>
        </p:grpSpPr>
        <p:sp>
          <p:nvSpPr>
            <p:cNvPr id="16" name="object 16" descr=""/>
            <p:cNvSpPr/>
            <p:nvPr/>
          </p:nvSpPr>
          <p:spPr>
            <a:xfrm>
              <a:off x="6755892" y="5023103"/>
              <a:ext cx="2798445" cy="824865"/>
            </a:xfrm>
            <a:custGeom>
              <a:avLst/>
              <a:gdLst/>
              <a:ahLst/>
              <a:cxnLst/>
              <a:rect l="l" t="t" r="r" b="b"/>
              <a:pathLst>
                <a:path w="2798445" h="824864">
                  <a:moveTo>
                    <a:pt x="2660650" y="0"/>
                  </a:moveTo>
                  <a:lnTo>
                    <a:pt x="137413" y="0"/>
                  </a:lnTo>
                  <a:lnTo>
                    <a:pt x="93959" y="7000"/>
                  </a:lnTo>
                  <a:lnTo>
                    <a:pt x="56235" y="26497"/>
                  </a:lnTo>
                  <a:lnTo>
                    <a:pt x="26497" y="56235"/>
                  </a:lnTo>
                  <a:lnTo>
                    <a:pt x="7000" y="93959"/>
                  </a:lnTo>
                  <a:lnTo>
                    <a:pt x="0" y="137414"/>
                  </a:lnTo>
                  <a:lnTo>
                    <a:pt x="0" y="687070"/>
                  </a:lnTo>
                  <a:lnTo>
                    <a:pt x="7000" y="730504"/>
                  </a:lnTo>
                  <a:lnTo>
                    <a:pt x="26497" y="768226"/>
                  </a:lnTo>
                  <a:lnTo>
                    <a:pt x="56235" y="797972"/>
                  </a:lnTo>
                  <a:lnTo>
                    <a:pt x="93959" y="817478"/>
                  </a:lnTo>
                  <a:lnTo>
                    <a:pt x="137413" y="824484"/>
                  </a:lnTo>
                  <a:lnTo>
                    <a:pt x="2660650" y="824484"/>
                  </a:lnTo>
                  <a:lnTo>
                    <a:pt x="2704104" y="817478"/>
                  </a:lnTo>
                  <a:lnTo>
                    <a:pt x="2741828" y="797972"/>
                  </a:lnTo>
                  <a:lnTo>
                    <a:pt x="2771566" y="768226"/>
                  </a:lnTo>
                  <a:lnTo>
                    <a:pt x="2791063" y="730504"/>
                  </a:lnTo>
                  <a:lnTo>
                    <a:pt x="2798063" y="687070"/>
                  </a:lnTo>
                  <a:lnTo>
                    <a:pt x="2798063" y="137414"/>
                  </a:lnTo>
                  <a:lnTo>
                    <a:pt x="2791063" y="93959"/>
                  </a:lnTo>
                  <a:lnTo>
                    <a:pt x="2771566" y="56235"/>
                  </a:lnTo>
                  <a:lnTo>
                    <a:pt x="2741828" y="26497"/>
                  </a:lnTo>
                  <a:lnTo>
                    <a:pt x="2704104" y="7000"/>
                  </a:lnTo>
                  <a:lnTo>
                    <a:pt x="2660650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755892" y="5023103"/>
              <a:ext cx="2798445" cy="824865"/>
            </a:xfrm>
            <a:custGeom>
              <a:avLst/>
              <a:gdLst/>
              <a:ahLst/>
              <a:cxnLst/>
              <a:rect l="l" t="t" r="r" b="b"/>
              <a:pathLst>
                <a:path w="2798445" h="824864">
                  <a:moveTo>
                    <a:pt x="0" y="137414"/>
                  </a:moveTo>
                  <a:lnTo>
                    <a:pt x="7000" y="93959"/>
                  </a:lnTo>
                  <a:lnTo>
                    <a:pt x="26497" y="56235"/>
                  </a:lnTo>
                  <a:lnTo>
                    <a:pt x="56235" y="26497"/>
                  </a:lnTo>
                  <a:lnTo>
                    <a:pt x="93959" y="7000"/>
                  </a:lnTo>
                  <a:lnTo>
                    <a:pt x="137413" y="0"/>
                  </a:lnTo>
                  <a:lnTo>
                    <a:pt x="2660650" y="0"/>
                  </a:lnTo>
                  <a:lnTo>
                    <a:pt x="2704104" y="7000"/>
                  </a:lnTo>
                  <a:lnTo>
                    <a:pt x="2741828" y="26497"/>
                  </a:lnTo>
                  <a:lnTo>
                    <a:pt x="2771566" y="56235"/>
                  </a:lnTo>
                  <a:lnTo>
                    <a:pt x="2791063" y="93959"/>
                  </a:lnTo>
                  <a:lnTo>
                    <a:pt x="2798063" y="137414"/>
                  </a:lnTo>
                  <a:lnTo>
                    <a:pt x="2798063" y="687070"/>
                  </a:lnTo>
                  <a:lnTo>
                    <a:pt x="2791063" y="730504"/>
                  </a:lnTo>
                  <a:lnTo>
                    <a:pt x="2771566" y="768226"/>
                  </a:lnTo>
                  <a:lnTo>
                    <a:pt x="2741828" y="797972"/>
                  </a:lnTo>
                  <a:lnTo>
                    <a:pt x="2704104" y="817478"/>
                  </a:lnTo>
                  <a:lnTo>
                    <a:pt x="2660650" y="824484"/>
                  </a:lnTo>
                  <a:lnTo>
                    <a:pt x="137413" y="824484"/>
                  </a:lnTo>
                  <a:lnTo>
                    <a:pt x="93959" y="817478"/>
                  </a:lnTo>
                  <a:lnTo>
                    <a:pt x="56235" y="797972"/>
                  </a:lnTo>
                  <a:lnTo>
                    <a:pt x="26497" y="768226"/>
                  </a:lnTo>
                  <a:lnTo>
                    <a:pt x="7000" y="730504"/>
                  </a:lnTo>
                  <a:lnTo>
                    <a:pt x="0" y="687070"/>
                  </a:lnTo>
                  <a:lnTo>
                    <a:pt x="0" y="137414"/>
                  </a:lnTo>
                  <a:close/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7617332" y="5271261"/>
            <a:ext cx="1076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0276078" y="4739385"/>
            <a:ext cx="1084580" cy="1059815"/>
            <a:chOff x="10276078" y="4739385"/>
            <a:chExt cx="1084580" cy="1059815"/>
          </a:xfrm>
        </p:grpSpPr>
        <p:sp>
          <p:nvSpPr>
            <p:cNvPr id="20" name="object 20" descr=""/>
            <p:cNvSpPr/>
            <p:nvPr/>
          </p:nvSpPr>
          <p:spPr>
            <a:xfrm>
              <a:off x="10282428" y="4876672"/>
              <a:ext cx="1071880" cy="916305"/>
            </a:xfrm>
            <a:custGeom>
              <a:avLst/>
              <a:gdLst/>
              <a:ahLst/>
              <a:cxnLst/>
              <a:rect l="l" t="t" r="r" b="b"/>
              <a:pathLst>
                <a:path w="1071879" h="916304">
                  <a:moveTo>
                    <a:pt x="1071372" y="0"/>
                  </a:moveTo>
                  <a:lnTo>
                    <a:pt x="1052240" y="34780"/>
                  </a:lnTo>
                  <a:lnTo>
                    <a:pt x="998248" y="66030"/>
                  </a:lnTo>
                  <a:lnTo>
                    <a:pt x="959772" y="79942"/>
                  </a:lnTo>
                  <a:lnTo>
                    <a:pt x="914495" y="92503"/>
                  </a:lnTo>
                  <a:lnTo>
                    <a:pt x="863052" y="103559"/>
                  </a:lnTo>
                  <a:lnTo>
                    <a:pt x="806083" y="112954"/>
                  </a:lnTo>
                  <a:lnTo>
                    <a:pt x="744223" y="120532"/>
                  </a:lnTo>
                  <a:lnTo>
                    <a:pt x="678112" y="126138"/>
                  </a:lnTo>
                  <a:lnTo>
                    <a:pt x="608387" y="129616"/>
                  </a:lnTo>
                  <a:lnTo>
                    <a:pt x="535686" y="130809"/>
                  </a:lnTo>
                  <a:lnTo>
                    <a:pt x="462984" y="129616"/>
                  </a:lnTo>
                  <a:lnTo>
                    <a:pt x="393259" y="126138"/>
                  </a:lnTo>
                  <a:lnTo>
                    <a:pt x="327148" y="120532"/>
                  </a:lnTo>
                  <a:lnTo>
                    <a:pt x="265288" y="112954"/>
                  </a:lnTo>
                  <a:lnTo>
                    <a:pt x="208319" y="103559"/>
                  </a:lnTo>
                  <a:lnTo>
                    <a:pt x="156876" y="92503"/>
                  </a:lnTo>
                  <a:lnTo>
                    <a:pt x="111599" y="79942"/>
                  </a:lnTo>
                  <a:lnTo>
                    <a:pt x="73123" y="66030"/>
                  </a:lnTo>
                  <a:lnTo>
                    <a:pt x="19131" y="34780"/>
                  </a:lnTo>
                  <a:lnTo>
                    <a:pt x="0" y="0"/>
                  </a:lnTo>
                  <a:lnTo>
                    <a:pt x="0" y="785177"/>
                  </a:lnTo>
                  <a:lnTo>
                    <a:pt x="19131" y="819967"/>
                  </a:lnTo>
                  <a:lnTo>
                    <a:pt x="73123" y="851230"/>
                  </a:lnTo>
                  <a:lnTo>
                    <a:pt x="111599" y="865148"/>
                  </a:lnTo>
                  <a:lnTo>
                    <a:pt x="156876" y="877717"/>
                  </a:lnTo>
                  <a:lnTo>
                    <a:pt x="208319" y="888780"/>
                  </a:lnTo>
                  <a:lnTo>
                    <a:pt x="265288" y="898182"/>
                  </a:lnTo>
                  <a:lnTo>
                    <a:pt x="327148" y="905765"/>
                  </a:lnTo>
                  <a:lnTo>
                    <a:pt x="393259" y="911375"/>
                  </a:lnTo>
                  <a:lnTo>
                    <a:pt x="462984" y="914856"/>
                  </a:lnTo>
                  <a:lnTo>
                    <a:pt x="535686" y="916051"/>
                  </a:lnTo>
                  <a:lnTo>
                    <a:pt x="608387" y="914856"/>
                  </a:lnTo>
                  <a:lnTo>
                    <a:pt x="678112" y="911375"/>
                  </a:lnTo>
                  <a:lnTo>
                    <a:pt x="744223" y="905765"/>
                  </a:lnTo>
                  <a:lnTo>
                    <a:pt x="806083" y="898182"/>
                  </a:lnTo>
                  <a:lnTo>
                    <a:pt x="863052" y="888780"/>
                  </a:lnTo>
                  <a:lnTo>
                    <a:pt x="914495" y="877717"/>
                  </a:lnTo>
                  <a:lnTo>
                    <a:pt x="959772" y="865148"/>
                  </a:lnTo>
                  <a:lnTo>
                    <a:pt x="998248" y="851230"/>
                  </a:lnTo>
                  <a:lnTo>
                    <a:pt x="1052240" y="819967"/>
                  </a:lnTo>
                  <a:lnTo>
                    <a:pt x="1071372" y="785177"/>
                  </a:lnTo>
                  <a:lnTo>
                    <a:pt x="1071372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282428" y="4745735"/>
              <a:ext cx="1071880" cy="262255"/>
            </a:xfrm>
            <a:custGeom>
              <a:avLst/>
              <a:gdLst/>
              <a:ahLst/>
              <a:cxnLst/>
              <a:rect l="l" t="t" r="r" b="b"/>
              <a:pathLst>
                <a:path w="1071879" h="262254">
                  <a:moveTo>
                    <a:pt x="535686" y="0"/>
                  </a:moveTo>
                  <a:lnTo>
                    <a:pt x="462984" y="1193"/>
                  </a:lnTo>
                  <a:lnTo>
                    <a:pt x="393259" y="4671"/>
                  </a:lnTo>
                  <a:lnTo>
                    <a:pt x="327148" y="10279"/>
                  </a:lnTo>
                  <a:lnTo>
                    <a:pt x="265288" y="17859"/>
                  </a:lnTo>
                  <a:lnTo>
                    <a:pt x="208319" y="27259"/>
                  </a:lnTo>
                  <a:lnTo>
                    <a:pt x="156876" y="38322"/>
                  </a:lnTo>
                  <a:lnTo>
                    <a:pt x="111599" y="50893"/>
                  </a:lnTo>
                  <a:lnTo>
                    <a:pt x="73123" y="64817"/>
                  </a:lnTo>
                  <a:lnTo>
                    <a:pt x="19131" y="96102"/>
                  </a:lnTo>
                  <a:lnTo>
                    <a:pt x="0" y="130937"/>
                  </a:lnTo>
                  <a:lnTo>
                    <a:pt x="4889" y="148691"/>
                  </a:lnTo>
                  <a:lnTo>
                    <a:pt x="42088" y="181862"/>
                  </a:lnTo>
                  <a:lnTo>
                    <a:pt x="111599" y="210879"/>
                  </a:lnTo>
                  <a:lnTo>
                    <a:pt x="156876" y="223440"/>
                  </a:lnTo>
                  <a:lnTo>
                    <a:pt x="208319" y="234496"/>
                  </a:lnTo>
                  <a:lnTo>
                    <a:pt x="265288" y="243891"/>
                  </a:lnTo>
                  <a:lnTo>
                    <a:pt x="327148" y="251469"/>
                  </a:lnTo>
                  <a:lnTo>
                    <a:pt x="393259" y="257075"/>
                  </a:lnTo>
                  <a:lnTo>
                    <a:pt x="462984" y="260553"/>
                  </a:lnTo>
                  <a:lnTo>
                    <a:pt x="535686" y="261746"/>
                  </a:lnTo>
                  <a:lnTo>
                    <a:pt x="608387" y="260553"/>
                  </a:lnTo>
                  <a:lnTo>
                    <a:pt x="678112" y="257075"/>
                  </a:lnTo>
                  <a:lnTo>
                    <a:pt x="744223" y="251469"/>
                  </a:lnTo>
                  <a:lnTo>
                    <a:pt x="806083" y="243891"/>
                  </a:lnTo>
                  <a:lnTo>
                    <a:pt x="863052" y="234496"/>
                  </a:lnTo>
                  <a:lnTo>
                    <a:pt x="914495" y="223440"/>
                  </a:lnTo>
                  <a:lnTo>
                    <a:pt x="959772" y="210879"/>
                  </a:lnTo>
                  <a:lnTo>
                    <a:pt x="998248" y="196967"/>
                  </a:lnTo>
                  <a:lnTo>
                    <a:pt x="1052240" y="165717"/>
                  </a:lnTo>
                  <a:lnTo>
                    <a:pt x="1071372" y="130937"/>
                  </a:lnTo>
                  <a:lnTo>
                    <a:pt x="1066482" y="113153"/>
                  </a:lnTo>
                  <a:lnTo>
                    <a:pt x="1029283" y="79938"/>
                  </a:lnTo>
                  <a:lnTo>
                    <a:pt x="959772" y="50893"/>
                  </a:lnTo>
                  <a:lnTo>
                    <a:pt x="914495" y="38322"/>
                  </a:lnTo>
                  <a:lnTo>
                    <a:pt x="863052" y="27259"/>
                  </a:lnTo>
                  <a:lnTo>
                    <a:pt x="806083" y="17859"/>
                  </a:lnTo>
                  <a:lnTo>
                    <a:pt x="744223" y="10279"/>
                  </a:lnTo>
                  <a:lnTo>
                    <a:pt x="678112" y="4671"/>
                  </a:lnTo>
                  <a:lnTo>
                    <a:pt x="608387" y="1193"/>
                  </a:lnTo>
                  <a:lnTo>
                    <a:pt x="535686" y="0"/>
                  </a:lnTo>
                  <a:close/>
                </a:path>
              </a:pathLst>
            </a:custGeom>
            <a:solidFill>
              <a:srgbClr val="E866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282428" y="4745735"/>
              <a:ext cx="1071880" cy="1047115"/>
            </a:xfrm>
            <a:custGeom>
              <a:avLst/>
              <a:gdLst/>
              <a:ahLst/>
              <a:cxnLst/>
              <a:rect l="l" t="t" r="r" b="b"/>
              <a:pathLst>
                <a:path w="1071879" h="1047114">
                  <a:moveTo>
                    <a:pt x="1071372" y="130937"/>
                  </a:moveTo>
                  <a:lnTo>
                    <a:pt x="1052240" y="165717"/>
                  </a:lnTo>
                  <a:lnTo>
                    <a:pt x="998248" y="196967"/>
                  </a:lnTo>
                  <a:lnTo>
                    <a:pt x="959772" y="210879"/>
                  </a:lnTo>
                  <a:lnTo>
                    <a:pt x="914495" y="223440"/>
                  </a:lnTo>
                  <a:lnTo>
                    <a:pt x="863052" y="234496"/>
                  </a:lnTo>
                  <a:lnTo>
                    <a:pt x="806083" y="243891"/>
                  </a:lnTo>
                  <a:lnTo>
                    <a:pt x="744223" y="251469"/>
                  </a:lnTo>
                  <a:lnTo>
                    <a:pt x="678112" y="257075"/>
                  </a:lnTo>
                  <a:lnTo>
                    <a:pt x="608387" y="260553"/>
                  </a:lnTo>
                  <a:lnTo>
                    <a:pt x="535686" y="261746"/>
                  </a:lnTo>
                  <a:lnTo>
                    <a:pt x="462984" y="260553"/>
                  </a:lnTo>
                  <a:lnTo>
                    <a:pt x="393259" y="257075"/>
                  </a:lnTo>
                  <a:lnTo>
                    <a:pt x="327148" y="251469"/>
                  </a:lnTo>
                  <a:lnTo>
                    <a:pt x="265288" y="243891"/>
                  </a:lnTo>
                  <a:lnTo>
                    <a:pt x="208319" y="234496"/>
                  </a:lnTo>
                  <a:lnTo>
                    <a:pt x="156876" y="223440"/>
                  </a:lnTo>
                  <a:lnTo>
                    <a:pt x="111599" y="210879"/>
                  </a:lnTo>
                  <a:lnTo>
                    <a:pt x="73123" y="196967"/>
                  </a:lnTo>
                  <a:lnTo>
                    <a:pt x="19131" y="165717"/>
                  </a:lnTo>
                  <a:lnTo>
                    <a:pt x="0" y="130937"/>
                  </a:lnTo>
                  <a:lnTo>
                    <a:pt x="4889" y="113153"/>
                  </a:lnTo>
                  <a:lnTo>
                    <a:pt x="42088" y="79938"/>
                  </a:lnTo>
                  <a:lnTo>
                    <a:pt x="111599" y="50893"/>
                  </a:lnTo>
                  <a:lnTo>
                    <a:pt x="156876" y="38322"/>
                  </a:lnTo>
                  <a:lnTo>
                    <a:pt x="208319" y="27259"/>
                  </a:lnTo>
                  <a:lnTo>
                    <a:pt x="265288" y="17859"/>
                  </a:lnTo>
                  <a:lnTo>
                    <a:pt x="327148" y="10279"/>
                  </a:lnTo>
                  <a:lnTo>
                    <a:pt x="393259" y="4671"/>
                  </a:lnTo>
                  <a:lnTo>
                    <a:pt x="462984" y="1193"/>
                  </a:lnTo>
                  <a:lnTo>
                    <a:pt x="535686" y="0"/>
                  </a:lnTo>
                  <a:lnTo>
                    <a:pt x="608387" y="1193"/>
                  </a:lnTo>
                  <a:lnTo>
                    <a:pt x="678112" y="4671"/>
                  </a:lnTo>
                  <a:lnTo>
                    <a:pt x="744223" y="10279"/>
                  </a:lnTo>
                  <a:lnTo>
                    <a:pt x="806083" y="17859"/>
                  </a:lnTo>
                  <a:lnTo>
                    <a:pt x="863052" y="27259"/>
                  </a:lnTo>
                  <a:lnTo>
                    <a:pt x="914495" y="38322"/>
                  </a:lnTo>
                  <a:lnTo>
                    <a:pt x="959772" y="50893"/>
                  </a:lnTo>
                  <a:lnTo>
                    <a:pt x="998248" y="64817"/>
                  </a:lnTo>
                  <a:lnTo>
                    <a:pt x="1052240" y="96102"/>
                  </a:lnTo>
                  <a:lnTo>
                    <a:pt x="1071372" y="130937"/>
                  </a:lnTo>
                  <a:lnTo>
                    <a:pt x="1071372" y="916114"/>
                  </a:lnTo>
                  <a:lnTo>
                    <a:pt x="1052240" y="950904"/>
                  </a:lnTo>
                  <a:lnTo>
                    <a:pt x="998248" y="982167"/>
                  </a:lnTo>
                  <a:lnTo>
                    <a:pt x="959772" y="996085"/>
                  </a:lnTo>
                  <a:lnTo>
                    <a:pt x="914495" y="1008654"/>
                  </a:lnTo>
                  <a:lnTo>
                    <a:pt x="863052" y="1019717"/>
                  </a:lnTo>
                  <a:lnTo>
                    <a:pt x="806083" y="1029119"/>
                  </a:lnTo>
                  <a:lnTo>
                    <a:pt x="744223" y="1036702"/>
                  </a:lnTo>
                  <a:lnTo>
                    <a:pt x="678112" y="1042312"/>
                  </a:lnTo>
                  <a:lnTo>
                    <a:pt x="608387" y="1045793"/>
                  </a:lnTo>
                  <a:lnTo>
                    <a:pt x="535686" y="1046988"/>
                  </a:lnTo>
                  <a:lnTo>
                    <a:pt x="462984" y="1045793"/>
                  </a:lnTo>
                  <a:lnTo>
                    <a:pt x="393259" y="1042312"/>
                  </a:lnTo>
                  <a:lnTo>
                    <a:pt x="327148" y="1036702"/>
                  </a:lnTo>
                  <a:lnTo>
                    <a:pt x="265288" y="1029119"/>
                  </a:lnTo>
                  <a:lnTo>
                    <a:pt x="208319" y="1019717"/>
                  </a:lnTo>
                  <a:lnTo>
                    <a:pt x="156876" y="1008654"/>
                  </a:lnTo>
                  <a:lnTo>
                    <a:pt x="111599" y="996085"/>
                  </a:lnTo>
                  <a:lnTo>
                    <a:pt x="73123" y="982167"/>
                  </a:lnTo>
                  <a:lnTo>
                    <a:pt x="19131" y="950904"/>
                  </a:lnTo>
                  <a:lnTo>
                    <a:pt x="0" y="916114"/>
                  </a:lnTo>
                  <a:lnTo>
                    <a:pt x="0" y="130937"/>
                  </a:lnTo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0373614" y="5170678"/>
            <a:ext cx="8902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133602" y="3247389"/>
            <a:ext cx="1223010" cy="621030"/>
            <a:chOff x="1133602" y="3247389"/>
            <a:chExt cx="1223010" cy="621030"/>
          </a:xfrm>
        </p:grpSpPr>
        <p:sp>
          <p:nvSpPr>
            <p:cNvPr id="25" name="object 25" descr=""/>
            <p:cNvSpPr/>
            <p:nvPr/>
          </p:nvSpPr>
          <p:spPr>
            <a:xfrm>
              <a:off x="1139952" y="3253739"/>
              <a:ext cx="1210310" cy="608330"/>
            </a:xfrm>
            <a:custGeom>
              <a:avLst/>
              <a:gdLst/>
              <a:ahLst/>
              <a:cxnLst/>
              <a:rect l="l" t="t" r="r" b="b"/>
              <a:pathLst>
                <a:path w="1210310" h="608329">
                  <a:moveTo>
                    <a:pt x="1108710" y="0"/>
                  </a:moveTo>
                  <a:lnTo>
                    <a:pt x="101345" y="0"/>
                  </a:lnTo>
                  <a:lnTo>
                    <a:pt x="61898" y="7959"/>
                  </a:lnTo>
                  <a:lnTo>
                    <a:pt x="29684" y="29670"/>
                  </a:lnTo>
                  <a:lnTo>
                    <a:pt x="7964" y="61882"/>
                  </a:lnTo>
                  <a:lnTo>
                    <a:pt x="0" y="101346"/>
                  </a:lnTo>
                  <a:lnTo>
                    <a:pt x="0" y="506730"/>
                  </a:lnTo>
                  <a:lnTo>
                    <a:pt x="7964" y="546193"/>
                  </a:lnTo>
                  <a:lnTo>
                    <a:pt x="29684" y="578405"/>
                  </a:lnTo>
                  <a:lnTo>
                    <a:pt x="61898" y="600116"/>
                  </a:lnTo>
                  <a:lnTo>
                    <a:pt x="101345" y="608076"/>
                  </a:lnTo>
                  <a:lnTo>
                    <a:pt x="1108710" y="608076"/>
                  </a:lnTo>
                  <a:lnTo>
                    <a:pt x="1148173" y="600116"/>
                  </a:lnTo>
                  <a:lnTo>
                    <a:pt x="1180385" y="578405"/>
                  </a:lnTo>
                  <a:lnTo>
                    <a:pt x="1202096" y="546193"/>
                  </a:lnTo>
                  <a:lnTo>
                    <a:pt x="1210055" y="506730"/>
                  </a:lnTo>
                  <a:lnTo>
                    <a:pt x="1210055" y="101346"/>
                  </a:lnTo>
                  <a:lnTo>
                    <a:pt x="1202096" y="61882"/>
                  </a:lnTo>
                  <a:lnTo>
                    <a:pt x="1180385" y="29670"/>
                  </a:lnTo>
                  <a:lnTo>
                    <a:pt x="1148173" y="7959"/>
                  </a:lnTo>
                  <a:lnTo>
                    <a:pt x="110871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139952" y="3253739"/>
              <a:ext cx="1210310" cy="608330"/>
            </a:xfrm>
            <a:custGeom>
              <a:avLst/>
              <a:gdLst/>
              <a:ahLst/>
              <a:cxnLst/>
              <a:rect l="l" t="t" r="r" b="b"/>
              <a:pathLst>
                <a:path w="1210310" h="608329">
                  <a:moveTo>
                    <a:pt x="0" y="101346"/>
                  </a:moveTo>
                  <a:lnTo>
                    <a:pt x="7964" y="61882"/>
                  </a:lnTo>
                  <a:lnTo>
                    <a:pt x="29684" y="29670"/>
                  </a:lnTo>
                  <a:lnTo>
                    <a:pt x="61898" y="7959"/>
                  </a:lnTo>
                  <a:lnTo>
                    <a:pt x="101345" y="0"/>
                  </a:lnTo>
                  <a:lnTo>
                    <a:pt x="1108710" y="0"/>
                  </a:lnTo>
                  <a:lnTo>
                    <a:pt x="1148173" y="7959"/>
                  </a:lnTo>
                  <a:lnTo>
                    <a:pt x="1180385" y="29670"/>
                  </a:lnTo>
                  <a:lnTo>
                    <a:pt x="1202096" y="61882"/>
                  </a:lnTo>
                  <a:lnTo>
                    <a:pt x="1210055" y="101346"/>
                  </a:lnTo>
                  <a:lnTo>
                    <a:pt x="1210055" y="506730"/>
                  </a:lnTo>
                  <a:lnTo>
                    <a:pt x="1202096" y="546193"/>
                  </a:lnTo>
                  <a:lnTo>
                    <a:pt x="1180385" y="578405"/>
                  </a:lnTo>
                  <a:lnTo>
                    <a:pt x="1148173" y="600116"/>
                  </a:lnTo>
                  <a:lnTo>
                    <a:pt x="1108710" y="608076"/>
                  </a:lnTo>
                  <a:lnTo>
                    <a:pt x="101345" y="608076"/>
                  </a:lnTo>
                  <a:lnTo>
                    <a:pt x="61898" y="600116"/>
                  </a:lnTo>
                  <a:lnTo>
                    <a:pt x="29684" y="578405"/>
                  </a:lnTo>
                  <a:lnTo>
                    <a:pt x="7964" y="546193"/>
                  </a:lnTo>
                  <a:lnTo>
                    <a:pt x="0" y="506730"/>
                  </a:lnTo>
                  <a:lnTo>
                    <a:pt x="0" y="101346"/>
                  </a:lnTo>
                  <a:close/>
                </a:path>
              </a:pathLst>
            </a:custGeom>
            <a:ln w="12700">
              <a:solidFill>
                <a:srgbClr val="0046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373758" y="2704846"/>
            <a:ext cx="1473200" cy="112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611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Clients</a:t>
            </a:r>
            <a:endParaRPr sz="2400">
              <a:latin typeface="Calibri"/>
              <a:cs typeface="Calibri"/>
            </a:endParaRPr>
          </a:p>
          <a:p>
            <a:pPr marL="184150" marR="723265" indent="-184785">
              <a:lnSpc>
                <a:spcPct val="100000"/>
              </a:lnSpc>
              <a:spcBef>
                <a:spcPts val="146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Android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688082" y="3376929"/>
            <a:ext cx="986790" cy="438150"/>
            <a:chOff x="2688082" y="3376929"/>
            <a:chExt cx="986790" cy="438150"/>
          </a:xfrm>
        </p:grpSpPr>
        <p:sp>
          <p:nvSpPr>
            <p:cNvPr id="29" name="object 29" descr=""/>
            <p:cNvSpPr/>
            <p:nvPr/>
          </p:nvSpPr>
          <p:spPr>
            <a:xfrm>
              <a:off x="2694432" y="3383279"/>
              <a:ext cx="974090" cy="425450"/>
            </a:xfrm>
            <a:custGeom>
              <a:avLst/>
              <a:gdLst/>
              <a:ahLst/>
              <a:cxnLst/>
              <a:rect l="l" t="t" r="r" b="b"/>
              <a:pathLst>
                <a:path w="974089" h="425450">
                  <a:moveTo>
                    <a:pt x="902969" y="0"/>
                  </a:moveTo>
                  <a:lnTo>
                    <a:pt x="70866" y="0"/>
                  </a:lnTo>
                  <a:lnTo>
                    <a:pt x="43291" y="5572"/>
                  </a:lnTo>
                  <a:lnTo>
                    <a:pt x="20764" y="20764"/>
                  </a:lnTo>
                  <a:lnTo>
                    <a:pt x="5572" y="43291"/>
                  </a:lnTo>
                  <a:lnTo>
                    <a:pt x="0" y="70866"/>
                  </a:lnTo>
                  <a:lnTo>
                    <a:pt x="0" y="354330"/>
                  </a:lnTo>
                  <a:lnTo>
                    <a:pt x="5572" y="381904"/>
                  </a:lnTo>
                  <a:lnTo>
                    <a:pt x="20764" y="404431"/>
                  </a:lnTo>
                  <a:lnTo>
                    <a:pt x="43291" y="419623"/>
                  </a:lnTo>
                  <a:lnTo>
                    <a:pt x="70866" y="425196"/>
                  </a:lnTo>
                  <a:lnTo>
                    <a:pt x="902969" y="425196"/>
                  </a:lnTo>
                  <a:lnTo>
                    <a:pt x="930544" y="419623"/>
                  </a:lnTo>
                  <a:lnTo>
                    <a:pt x="953071" y="404431"/>
                  </a:lnTo>
                  <a:lnTo>
                    <a:pt x="968263" y="381904"/>
                  </a:lnTo>
                  <a:lnTo>
                    <a:pt x="973835" y="354330"/>
                  </a:lnTo>
                  <a:lnTo>
                    <a:pt x="973835" y="70866"/>
                  </a:lnTo>
                  <a:lnTo>
                    <a:pt x="968263" y="43291"/>
                  </a:lnTo>
                  <a:lnTo>
                    <a:pt x="953071" y="20764"/>
                  </a:lnTo>
                  <a:lnTo>
                    <a:pt x="930544" y="5572"/>
                  </a:lnTo>
                  <a:lnTo>
                    <a:pt x="90296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694432" y="3383279"/>
              <a:ext cx="974090" cy="425450"/>
            </a:xfrm>
            <a:custGeom>
              <a:avLst/>
              <a:gdLst/>
              <a:ahLst/>
              <a:cxnLst/>
              <a:rect l="l" t="t" r="r" b="b"/>
              <a:pathLst>
                <a:path w="974089" h="425450">
                  <a:moveTo>
                    <a:pt x="0" y="70866"/>
                  </a:moveTo>
                  <a:lnTo>
                    <a:pt x="5572" y="43291"/>
                  </a:lnTo>
                  <a:lnTo>
                    <a:pt x="20764" y="20764"/>
                  </a:lnTo>
                  <a:lnTo>
                    <a:pt x="43291" y="5572"/>
                  </a:lnTo>
                  <a:lnTo>
                    <a:pt x="70866" y="0"/>
                  </a:lnTo>
                  <a:lnTo>
                    <a:pt x="902969" y="0"/>
                  </a:lnTo>
                  <a:lnTo>
                    <a:pt x="930544" y="5572"/>
                  </a:lnTo>
                  <a:lnTo>
                    <a:pt x="953071" y="20764"/>
                  </a:lnTo>
                  <a:lnTo>
                    <a:pt x="968263" y="43291"/>
                  </a:lnTo>
                  <a:lnTo>
                    <a:pt x="973835" y="70866"/>
                  </a:lnTo>
                  <a:lnTo>
                    <a:pt x="973835" y="354330"/>
                  </a:lnTo>
                  <a:lnTo>
                    <a:pt x="968263" y="381904"/>
                  </a:lnTo>
                  <a:lnTo>
                    <a:pt x="953071" y="404431"/>
                  </a:lnTo>
                  <a:lnTo>
                    <a:pt x="930544" y="419623"/>
                  </a:lnTo>
                  <a:lnTo>
                    <a:pt x="902969" y="425196"/>
                  </a:lnTo>
                  <a:lnTo>
                    <a:pt x="70866" y="425196"/>
                  </a:lnTo>
                  <a:lnTo>
                    <a:pt x="43291" y="419623"/>
                  </a:lnTo>
                  <a:lnTo>
                    <a:pt x="20764" y="404431"/>
                  </a:lnTo>
                  <a:lnTo>
                    <a:pt x="5572" y="381904"/>
                  </a:lnTo>
                  <a:lnTo>
                    <a:pt x="0" y="354330"/>
                  </a:lnTo>
                  <a:lnTo>
                    <a:pt x="0" y="70866"/>
                  </a:lnTo>
                  <a:close/>
                </a:path>
              </a:pathLst>
            </a:custGeom>
            <a:ln w="12699">
              <a:solidFill>
                <a:srgbClr val="0046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2815082" y="3431794"/>
            <a:ext cx="744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iOS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App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2229357" y="4090161"/>
            <a:ext cx="1584325" cy="685165"/>
            <a:chOff x="2229357" y="4090161"/>
            <a:chExt cx="1584325" cy="685165"/>
          </a:xfrm>
        </p:grpSpPr>
        <p:sp>
          <p:nvSpPr>
            <p:cNvPr id="33" name="object 33" descr=""/>
            <p:cNvSpPr/>
            <p:nvPr/>
          </p:nvSpPr>
          <p:spPr>
            <a:xfrm>
              <a:off x="2235707" y="4096511"/>
              <a:ext cx="1571625" cy="672465"/>
            </a:xfrm>
            <a:custGeom>
              <a:avLst/>
              <a:gdLst/>
              <a:ahLst/>
              <a:cxnLst/>
              <a:rect l="l" t="t" r="r" b="b"/>
              <a:pathLst>
                <a:path w="1571625" h="672464">
                  <a:moveTo>
                    <a:pt x="1459230" y="0"/>
                  </a:moveTo>
                  <a:lnTo>
                    <a:pt x="112014" y="0"/>
                  </a:lnTo>
                  <a:lnTo>
                    <a:pt x="68419" y="8804"/>
                  </a:lnTo>
                  <a:lnTo>
                    <a:pt x="32813" y="32813"/>
                  </a:lnTo>
                  <a:lnTo>
                    <a:pt x="8804" y="68419"/>
                  </a:lnTo>
                  <a:lnTo>
                    <a:pt x="0" y="112013"/>
                  </a:lnTo>
                  <a:lnTo>
                    <a:pt x="0" y="560069"/>
                  </a:lnTo>
                  <a:lnTo>
                    <a:pt x="8804" y="603664"/>
                  </a:lnTo>
                  <a:lnTo>
                    <a:pt x="32813" y="639270"/>
                  </a:lnTo>
                  <a:lnTo>
                    <a:pt x="68419" y="663279"/>
                  </a:lnTo>
                  <a:lnTo>
                    <a:pt x="112014" y="672083"/>
                  </a:lnTo>
                  <a:lnTo>
                    <a:pt x="1459230" y="672083"/>
                  </a:lnTo>
                  <a:lnTo>
                    <a:pt x="1502824" y="663279"/>
                  </a:lnTo>
                  <a:lnTo>
                    <a:pt x="1538430" y="639270"/>
                  </a:lnTo>
                  <a:lnTo>
                    <a:pt x="1562439" y="603664"/>
                  </a:lnTo>
                  <a:lnTo>
                    <a:pt x="1571244" y="560069"/>
                  </a:lnTo>
                  <a:lnTo>
                    <a:pt x="1571244" y="112013"/>
                  </a:lnTo>
                  <a:lnTo>
                    <a:pt x="1562439" y="68419"/>
                  </a:lnTo>
                  <a:lnTo>
                    <a:pt x="1538430" y="32813"/>
                  </a:lnTo>
                  <a:lnTo>
                    <a:pt x="1502824" y="8804"/>
                  </a:lnTo>
                  <a:lnTo>
                    <a:pt x="145923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235707" y="4096511"/>
              <a:ext cx="1571625" cy="672465"/>
            </a:xfrm>
            <a:custGeom>
              <a:avLst/>
              <a:gdLst/>
              <a:ahLst/>
              <a:cxnLst/>
              <a:rect l="l" t="t" r="r" b="b"/>
              <a:pathLst>
                <a:path w="1571625" h="672464">
                  <a:moveTo>
                    <a:pt x="0" y="112013"/>
                  </a:moveTo>
                  <a:lnTo>
                    <a:pt x="8804" y="68419"/>
                  </a:lnTo>
                  <a:lnTo>
                    <a:pt x="32813" y="32813"/>
                  </a:lnTo>
                  <a:lnTo>
                    <a:pt x="68419" y="8804"/>
                  </a:lnTo>
                  <a:lnTo>
                    <a:pt x="112014" y="0"/>
                  </a:lnTo>
                  <a:lnTo>
                    <a:pt x="1459230" y="0"/>
                  </a:lnTo>
                  <a:lnTo>
                    <a:pt x="1502824" y="8804"/>
                  </a:lnTo>
                  <a:lnTo>
                    <a:pt x="1538430" y="32813"/>
                  </a:lnTo>
                  <a:lnTo>
                    <a:pt x="1562439" y="68419"/>
                  </a:lnTo>
                  <a:lnTo>
                    <a:pt x="1571244" y="112013"/>
                  </a:lnTo>
                  <a:lnTo>
                    <a:pt x="1571244" y="560069"/>
                  </a:lnTo>
                  <a:lnTo>
                    <a:pt x="1562439" y="603664"/>
                  </a:lnTo>
                  <a:lnTo>
                    <a:pt x="1538430" y="639270"/>
                  </a:lnTo>
                  <a:lnTo>
                    <a:pt x="1502824" y="663279"/>
                  </a:lnTo>
                  <a:lnTo>
                    <a:pt x="1459230" y="672083"/>
                  </a:lnTo>
                  <a:lnTo>
                    <a:pt x="112014" y="672083"/>
                  </a:lnTo>
                  <a:lnTo>
                    <a:pt x="68419" y="663279"/>
                  </a:lnTo>
                  <a:lnTo>
                    <a:pt x="32813" y="639270"/>
                  </a:lnTo>
                  <a:lnTo>
                    <a:pt x="8804" y="603664"/>
                  </a:lnTo>
                  <a:lnTo>
                    <a:pt x="0" y="560069"/>
                  </a:lnTo>
                  <a:lnTo>
                    <a:pt x="0" y="112013"/>
                  </a:lnTo>
                  <a:close/>
                </a:path>
              </a:pathLst>
            </a:custGeom>
            <a:ln w="12700">
              <a:solidFill>
                <a:srgbClr val="0046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2527045" y="4131055"/>
            <a:ext cx="10001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340" marR="5080" indent="-30797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Java</a:t>
            </a:r>
            <a:r>
              <a:rPr dirty="0"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Swing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1136650" y="4340097"/>
            <a:ext cx="820419" cy="619760"/>
            <a:chOff x="1136650" y="4340097"/>
            <a:chExt cx="820419" cy="619760"/>
          </a:xfrm>
        </p:grpSpPr>
        <p:sp>
          <p:nvSpPr>
            <p:cNvPr id="37" name="object 37" descr=""/>
            <p:cNvSpPr/>
            <p:nvPr/>
          </p:nvSpPr>
          <p:spPr>
            <a:xfrm>
              <a:off x="1143000" y="4346447"/>
              <a:ext cx="807720" cy="607060"/>
            </a:xfrm>
            <a:custGeom>
              <a:avLst/>
              <a:gdLst/>
              <a:ahLst/>
              <a:cxnLst/>
              <a:rect l="l" t="t" r="r" b="b"/>
              <a:pathLst>
                <a:path w="807719" h="607060">
                  <a:moveTo>
                    <a:pt x="706627" y="0"/>
                  </a:moveTo>
                  <a:lnTo>
                    <a:pt x="101091" y="0"/>
                  </a:lnTo>
                  <a:lnTo>
                    <a:pt x="61743" y="7937"/>
                  </a:lnTo>
                  <a:lnTo>
                    <a:pt x="29610" y="29590"/>
                  </a:lnTo>
                  <a:lnTo>
                    <a:pt x="7944" y="61721"/>
                  </a:lnTo>
                  <a:lnTo>
                    <a:pt x="0" y="101091"/>
                  </a:lnTo>
                  <a:lnTo>
                    <a:pt x="0" y="505459"/>
                  </a:lnTo>
                  <a:lnTo>
                    <a:pt x="7944" y="544829"/>
                  </a:lnTo>
                  <a:lnTo>
                    <a:pt x="29610" y="576960"/>
                  </a:lnTo>
                  <a:lnTo>
                    <a:pt x="61743" y="598614"/>
                  </a:lnTo>
                  <a:lnTo>
                    <a:pt x="101091" y="606551"/>
                  </a:lnTo>
                  <a:lnTo>
                    <a:pt x="706627" y="606551"/>
                  </a:lnTo>
                  <a:lnTo>
                    <a:pt x="745997" y="598614"/>
                  </a:lnTo>
                  <a:lnTo>
                    <a:pt x="778128" y="576960"/>
                  </a:lnTo>
                  <a:lnTo>
                    <a:pt x="799782" y="544829"/>
                  </a:lnTo>
                  <a:lnTo>
                    <a:pt x="807719" y="505459"/>
                  </a:lnTo>
                  <a:lnTo>
                    <a:pt x="807719" y="101091"/>
                  </a:lnTo>
                  <a:lnTo>
                    <a:pt x="799782" y="61721"/>
                  </a:lnTo>
                  <a:lnTo>
                    <a:pt x="778128" y="29590"/>
                  </a:lnTo>
                  <a:lnTo>
                    <a:pt x="745997" y="7937"/>
                  </a:lnTo>
                  <a:lnTo>
                    <a:pt x="706627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143000" y="4346447"/>
              <a:ext cx="807720" cy="607060"/>
            </a:xfrm>
            <a:custGeom>
              <a:avLst/>
              <a:gdLst/>
              <a:ahLst/>
              <a:cxnLst/>
              <a:rect l="l" t="t" r="r" b="b"/>
              <a:pathLst>
                <a:path w="807719" h="607060">
                  <a:moveTo>
                    <a:pt x="0" y="101091"/>
                  </a:moveTo>
                  <a:lnTo>
                    <a:pt x="7944" y="61721"/>
                  </a:lnTo>
                  <a:lnTo>
                    <a:pt x="29610" y="29590"/>
                  </a:lnTo>
                  <a:lnTo>
                    <a:pt x="61743" y="7937"/>
                  </a:lnTo>
                  <a:lnTo>
                    <a:pt x="101091" y="0"/>
                  </a:lnTo>
                  <a:lnTo>
                    <a:pt x="706627" y="0"/>
                  </a:lnTo>
                  <a:lnTo>
                    <a:pt x="745997" y="7937"/>
                  </a:lnTo>
                  <a:lnTo>
                    <a:pt x="778128" y="29590"/>
                  </a:lnTo>
                  <a:lnTo>
                    <a:pt x="799782" y="61721"/>
                  </a:lnTo>
                  <a:lnTo>
                    <a:pt x="807719" y="101091"/>
                  </a:lnTo>
                  <a:lnTo>
                    <a:pt x="807719" y="505459"/>
                  </a:lnTo>
                  <a:lnTo>
                    <a:pt x="799782" y="544829"/>
                  </a:lnTo>
                  <a:lnTo>
                    <a:pt x="778128" y="576960"/>
                  </a:lnTo>
                  <a:lnTo>
                    <a:pt x="745997" y="598614"/>
                  </a:lnTo>
                  <a:lnTo>
                    <a:pt x="706627" y="606551"/>
                  </a:lnTo>
                  <a:lnTo>
                    <a:pt x="101091" y="606551"/>
                  </a:lnTo>
                  <a:lnTo>
                    <a:pt x="61743" y="598614"/>
                  </a:lnTo>
                  <a:lnTo>
                    <a:pt x="29610" y="576960"/>
                  </a:lnTo>
                  <a:lnTo>
                    <a:pt x="7944" y="544829"/>
                  </a:lnTo>
                  <a:lnTo>
                    <a:pt x="0" y="505459"/>
                  </a:lnTo>
                  <a:lnTo>
                    <a:pt x="0" y="101091"/>
                  </a:lnTo>
                  <a:close/>
                </a:path>
              </a:pathLst>
            </a:custGeom>
            <a:ln w="12700">
              <a:solidFill>
                <a:srgbClr val="0046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1326133" y="4348353"/>
            <a:ext cx="4559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571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Web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1257046" y="5231638"/>
            <a:ext cx="1224280" cy="621030"/>
            <a:chOff x="1257046" y="5231638"/>
            <a:chExt cx="1224280" cy="621030"/>
          </a:xfrm>
        </p:grpSpPr>
        <p:sp>
          <p:nvSpPr>
            <p:cNvPr id="41" name="object 41" descr=""/>
            <p:cNvSpPr/>
            <p:nvPr/>
          </p:nvSpPr>
          <p:spPr>
            <a:xfrm>
              <a:off x="1263396" y="5237988"/>
              <a:ext cx="1211580" cy="608330"/>
            </a:xfrm>
            <a:custGeom>
              <a:avLst/>
              <a:gdLst/>
              <a:ahLst/>
              <a:cxnLst/>
              <a:rect l="l" t="t" r="r" b="b"/>
              <a:pathLst>
                <a:path w="1211580" h="608329">
                  <a:moveTo>
                    <a:pt x="1110234" y="0"/>
                  </a:moveTo>
                  <a:lnTo>
                    <a:pt x="101345" y="0"/>
                  </a:lnTo>
                  <a:lnTo>
                    <a:pt x="61882" y="7959"/>
                  </a:lnTo>
                  <a:lnTo>
                    <a:pt x="29670" y="29670"/>
                  </a:lnTo>
                  <a:lnTo>
                    <a:pt x="7959" y="61882"/>
                  </a:lnTo>
                  <a:lnTo>
                    <a:pt x="0" y="101346"/>
                  </a:lnTo>
                  <a:lnTo>
                    <a:pt x="0" y="506730"/>
                  </a:lnTo>
                  <a:lnTo>
                    <a:pt x="7959" y="546177"/>
                  </a:lnTo>
                  <a:lnTo>
                    <a:pt x="29670" y="578391"/>
                  </a:lnTo>
                  <a:lnTo>
                    <a:pt x="61882" y="600111"/>
                  </a:lnTo>
                  <a:lnTo>
                    <a:pt x="101345" y="608076"/>
                  </a:lnTo>
                  <a:lnTo>
                    <a:pt x="1110234" y="608076"/>
                  </a:lnTo>
                  <a:lnTo>
                    <a:pt x="1149697" y="600111"/>
                  </a:lnTo>
                  <a:lnTo>
                    <a:pt x="1181909" y="578391"/>
                  </a:lnTo>
                  <a:lnTo>
                    <a:pt x="1203620" y="546177"/>
                  </a:lnTo>
                  <a:lnTo>
                    <a:pt x="1211580" y="506730"/>
                  </a:lnTo>
                  <a:lnTo>
                    <a:pt x="1211580" y="101346"/>
                  </a:lnTo>
                  <a:lnTo>
                    <a:pt x="1203620" y="61882"/>
                  </a:lnTo>
                  <a:lnTo>
                    <a:pt x="1181909" y="29670"/>
                  </a:lnTo>
                  <a:lnTo>
                    <a:pt x="1149697" y="7959"/>
                  </a:lnTo>
                  <a:lnTo>
                    <a:pt x="111023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263396" y="5237988"/>
              <a:ext cx="1211580" cy="608330"/>
            </a:xfrm>
            <a:custGeom>
              <a:avLst/>
              <a:gdLst/>
              <a:ahLst/>
              <a:cxnLst/>
              <a:rect l="l" t="t" r="r" b="b"/>
              <a:pathLst>
                <a:path w="1211580" h="608329">
                  <a:moveTo>
                    <a:pt x="0" y="101346"/>
                  </a:moveTo>
                  <a:lnTo>
                    <a:pt x="7959" y="61882"/>
                  </a:lnTo>
                  <a:lnTo>
                    <a:pt x="29670" y="29670"/>
                  </a:lnTo>
                  <a:lnTo>
                    <a:pt x="61882" y="7959"/>
                  </a:lnTo>
                  <a:lnTo>
                    <a:pt x="101345" y="0"/>
                  </a:lnTo>
                  <a:lnTo>
                    <a:pt x="1110234" y="0"/>
                  </a:lnTo>
                  <a:lnTo>
                    <a:pt x="1149697" y="7959"/>
                  </a:lnTo>
                  <a:lnTo>
                    <a:pt x="1181909" y="29670"/>
                  </a:lnTo>
                  <a:lnTo>
                    <a:pt x="1203620" y="61882"/>
                  </a:lnTo>
                  <a:lnTo>
                    <a:pt x="1211580" y="101346"/>
                  </a:lnTo>
                  <a:lnTo>
                    <a:pt x="1211580" y="506730"/>
                  </a:lnTo>
                  <a:lnTo>
                    <a:pt x="1203620" y="546177"/>
                  </a:lnTo>
                  <a:lnTo>
                    <a:pt x="1181909" y="578391"/>
                  </a:lnTo>
                  <a:lnTo>
                    <a:pt x="1149697" y="600111"/>
                  </a:lnTo>
                  <a:lnTo>
                    <a:pt x="1110234" y="608076"/>
                  </a:lnTo>
                  <a:lnTo>
                    <a:pt x="101345" y="608076"/>
                  </a:lnTo>
                  <a:lnTo>
                    <a:pt x="61882" y="600111"/>
                  </a:lnTo>
                  <a:lnTo>
                    <a:pt x="29670" y="578391"/>
                  </a:lnTo>
                  <a:lnTo>
                    <a:pt x="7959" y="546177"/>
                  </a:lnTo>
                  <a:lnTo>
                    <a:pt x="0" y="506730"/>
                  </a:lnTo>
                  <a:lnTo>
                    <a:pt x="0" y="101346"/>
                  </a:lnTo>
                  <a:close/>
                </a:path>
              </a:pathLst>
            </a:custGeom>
            <a:ln w="12700">
              <a:solidFill>
                <a:srgbClr val="0046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1389633" y="5240782"/>
            <a:ext cx="972819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endParaRPr sz="1800">
              <a:latin typeface="Calibri"/>
              <a:cs typeface="Calibri"/>
            </a:endParaRPr>
          </a:p>
          <a:p>
            <a:pPr marL="5969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3952494" y="2973323"/>
            <a:ext cx="6331585" cy="2353310"/>
            <a:chOff x="3952494" y="2973323"/>
            <a:chExt cx="6331585" cy="2353310"/>
          </a:xfrm>
        </p:grpSpPr>
        <p:sp>
          <p:nvSpPr>
            <p:cNvPr id="45" name="object 45" descr=""/>
            <p:cNvSpPr/>
            <p:nvPr/>
          </p:nvSpPr>
          <p:spPr>
            <a:xfrm>
              <a:off x="3952494" y="2973323"/>
              <a:ext cx="2648585" cy="114300"/>
            </a:xfrm>
            <a:custGeom>
              <a:avLst/>
              <a:gdLst/>
              <a:ahLst/>
              <a:cxnLst/>
              <a:rect l="l" t="t" r="r" b="b"/>
              <a:pathLst>
                <a:path w="2648584" h="114300">
                  <a:moveTo>
                    <a:pt x="2533904" y="0"/>
                  </a:moveTo>
                  <a:lnTo>
                    <a:pt x="2533904" y="114300"/>
                  </a:lnTo>
                  <a:lnTo>
                    <a:pt x="2610104" y="76200"/>
                  </a:lnTo>
                  <a:lnTo>
                    <a:pt x="2552954" y="76200"/>
                  </a:lnTo>
                  <a:lnTo>
                    <a:pt x="2552954" y="38100"/>
                  </a:lnTo>
                  <a:lnTo>
                    <a:pt x="2610104" y="38100"/>
                  </a:lnTo>
                  <a:lnTo>
                    <a:pt x="2533904" y="0"/>
                  </a:lnTo>
                  <a:close/>
                </a:path>
                <a:path w="2648584" h="114300">
                  <a:moveTo>
                    <a:pt x="253390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533904" y="76200"/>
                  </a:lnTo>
                  <a:lnTo>
                    <a:pt x="2533904" y="38100"/>
                  </a:lnTo>
                  <a:close/>
                </a:path>
                <a:path w="2648584" h="114300">
                  <a:moveTo>
                    <a:pt x="2610104" y="38100"/>
                  </a:moveTo>
                  <a:lnTo>
                    <a:pt x="2552954" y="38100"/>
                  </a:lnTo>
                  <a:lnTo>
                    <a:pt x="2552954" y="76200"/>
                  </a:lnTo>
                  <a:lnTo>
                    <a:pt x="2610104" y="76200"/>
                  </a:lnTo>
                  <a:lnTo>
                    <a:pt x="2648204" y="57150"/>
                  </a:lnTo>
                  <a:lnTo>
                    <a:pt x="2610104" y="3810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9714738" y="3311524"/>
              <a:ext cx="568960" cy="123189"/>
            </a:xfrm>
            <a:custGeom>
              <a:avLst/>
              <a:gdLst/>
              <a:ahLst/>
              <a:cxnLst/>
              <a:rect l="l" t="t" r="r" b="b"/>
              <a:pathLst>
                <a:path w="568959" h="123189">
                  <a:moveTo>
                    <a:pt x="112775" y="8509"/>
                  </a:moveTo>
                  <a:lnTo>
                    <a:pt x="0" y="68452"/>
                  </a:lnTo>
                  <a:lnTo>
                    <a:pt x="115696" y="122682"/>
                  </a:lnTo>
                  <a:lnTo>
                    <a:pt x="114735" y="85089"/>
                  </a:lnTo>
                  <a:lnTo>
                    <a:pt x="95630" y="85089"/>
                  </a:lnTo>
                  <a:lnTo>
                    <a:pt x="94741" y="46989"/>
                  </a:lnTo>
                  <a:lnTo>
                    <a:pt x="113748" y="46518"/>
                  </a:lnTo>
                  <a:lnTo>
                    <a:pt x="112775" y="8509"/>
                  </a:lnTo>
                  <a:close/>
                </a:path>
                <a:path w="568959" h="123189">
                  <a:moveTo>
                    <a:pt x="533338" y="37591"/>
                  </a:moveTo>
                  <a:lnTo>
                    <a:pt x="473201" y="37591"/>
                  </a:lnTo>
                  <a:lnTo>
                    <a:pt x="474090" y="75691"/>
                  </a:lnTo>
                  <a:lnTo>
                    <a:pt x="455084" y="76163"/>
                  </a:lnTo>
                  <a:lnTo>
                    <a:pt x="456056" y="114173"/>
                  </a:lnTo>
                  <a:lnTo>
                    <a:pt x="568832" y="54228"/>
                  </a:lnTo>
                  <a:lnTo>
                    <a:pt x="533338" y="37591"/>
                  </a:lnTo>
                  <a:close/>
                </a:path>
                <a:path w="568959" h="123189">
                  <a:moveTo>
                    <a:pt x="113748" y="46518"/>
                  </a:moveTo>
                  <a:lnTo>
                    <a:pt x="94741" y="46989"/>
                  </a:lnTo>
                  <a:lnTo>
                    <a:pt x="95619" y="84615"/>
                  </a:lnTo>
                  <a:lnTo>
                    <a:pt x="95630" y="85089"/>
                  </a:lnTo>
                  <a:lnTo>
                    <a:pt x="114723" y="84615"/>
                  </a:lnTo>
                  <a:lnTo>
                    <a:pt x="113760" y="46989"/>
                  </a:lnTo>
                  <a:lnTo>
                    <a:pt x="113748" y="46518"/>
                  </a:lnTo>
                  <a:close/>
                </a:path>
                <a:path w="568959" h="123189">
                  <a:moveTo>
                    <a:pt x="114723" y="84615"/>
                  </a:moveTo>
                  <a:lnTo>
                    <a:pt x="95630" y="85089"/>
                  </a:lnTo>
                  <a:lnTo>
                    <a:pt x="114735" y="85089"/>
                  </a:lnTo>
                  <a:lnTo>
                    <a:pt x="114723" y="84615"/>
                  </a:lnTo>
                  <a:close/>
                </a:path>
                <a:path w="568959" h="123189">
                  <a:moveTo>
                    <a:pt x="454109" y="38066"/>
                  </a:moveTo>
                  <a:lnTo>
                    <a:pt x="113748" y="46518"/>
                  </a:lnTo>
                  <a:lnTo>
                    <a:pt x="114723" y="84615"/>
                  </a:lnTo>
                  <a:lnTo>
                    <a:pt x="455084" y="76163"/>
                  </a:lnTo>
                  <a:lnTo>
                    <a:pt x="454109" y="38066"/>
                  </a:lnTo>
                  <a:close/>
                </a:path>
                <a:path w="568959" h="123189">
                  <a:moveTo>
                    <a:pt x="473201" y="37591"/>
                  </a:moveTo>
                  <a:lnTo>
                    <a:pt x="454109" y="38066"/>
                  </a:lnTo>
                  <a:lnTo>
                    <a:pt x="455072" y="75691"/>
                  </a:lnTo>
                  <a:lnTo>
                    <a:pt x="455084" y="76163"/>
                  </a:lnTo>
                  <a:lnTo>
                    <a:pt x="474090" y="75691"/>
                  </a:lnTo>
                  <a:lnTo>
                    <a:pt x="473213" y="38066"/>
                  </a:lnTo>
                  <a:lnTo>
                    <a:pt x="473201" y="37591"/>
                  </a:lnTo>
                  <a:close/>
                </a:path>
                <a:path w="568959" h="123189">
                  <a:moveTo>
                    <a:pt x="453135" y="0"/>
                  </a:moveTo>
                  <a:lnTo>
                    <a:pt x="454097" y="37591"/>
                  </a:lnTo>
                  <a:lnTo>
                    <a:pt x="454109" y="38066"/>
                  </a:lnTo>
                  <a:lnTo>
                    <a:pt x="473201" y="37591"/>
                  </a:lnTo>
                  <a:lnTo>
                    <a:pt x="533338" y="37591"/>
                  </a:lnTo>
                  <a:lnTo>
                    <a:pt x="453135" y="0"/>
                  </a:lnTo>
                  <a:close/>
                </a:path>
              </a:pathLst>
            </a:custGeom>
            <a:solidFill>
              <a:srgbClr val="006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714738" y="5212079"/>
              <a:ext cx="568960" cy="114300"/>
            </a:xfrm>
            <a:custGeom>
              <a:avLst/>
              <a:gdLst/>
              <a:ahLst/>
              <a:cxnLst/>
              <a:rect l="l" t="t" r="r" b="b"/>
              <a:pathLst>
                <a:path w="568959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568959" h="114300">
                  <a:moveTo>
                    <a:pt x="454532" y="0"/>
                  </a:moveTo>
                  <a:lnTo>
                    <a:pt x="454532" y="114300"/>
                  </a:lnTo>
                  <a:lnTo>
                    <a:pt x="530732" y="76200"/>
                  </a:lnTo>
                  <a:lnTo>
                    <a:pt x="473582" y="76200"/>
                  </a:lnTo>
                  <a:lnTo>
                    <a:pt x="473582" y="38100"/>
                  </a:lnTo>
                  <a:lnTo>
                    <a:pt x="530732" y="38100"/>
                  </a:lnTo>
                  <a:lnTo>
                    <a:pt x="454532" y="0"/>
                  </a:lnTo>
                  <a:close/>
                </a:path>
                <a:path w="568959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568959" h="114300">
                  <a:moveTo>
                    <a:pt x="454532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454532" y="76200"/>
                  </a:lnTo>
                  <a:lnTo>
                    <a:pt x="454532" y="38100"/>
                  </a:lnTo>
                  <a:close/>
                </a:path>
                <a:path w="568959" h="114300">
                  <a:moveTo>
                    <a:pt x="530732" y="38100"/>
                  </a:moveTo>
                  <a:lnTo>
                    <a:pt x="473582" y="38100"/>
                  </a:lnTo>
                  <a:lnTo>
                    <a:pt x="473582" y="76200"/>
                  </a:lnTo>
                  <a:lnTo>
                    <a:pt x="530732" y="76200"/>
                  </a:lnTo>
                  <a:lnTo>
                    <a:pt x="568832" y="57150"/>
                  </a:lnTo>
                  <a:lnTo>
                    <a:pt x="530732" y="3810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952494" y="3372611"/>
              <a:ext cx="2647950" cy="114300"/>
            </a:xfrm>
            <a:custGeom>
              <a:avLst/>
              <a:gdLst/>
              <a:ahLst/>
              <a:cxnLst/>
              <a:rect l="l" t="t" r="r" b="b"/>
              <a:pathLst>
                <a:path w="264795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264795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2647950" h="114300">
                  <a:moveTo>
                    <a:pt x="247650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247650" y="76200"/>
                  </a:lnTo>
                  <a:lnTo>
                    <a:pt x="247650" y="38100"/>
                  </a:lnTo>
                  <a:close/>
                </a:path>
                <a:path w="2647950" h="114300">
                  <a:moveTo>
                    <a:pt x="514350" y="38100"/>
                  </a:moveTo>
                  <a:lnTo>
                    <a:pt x="361950" y="38100"/>
                  </a:lnTo>
                  <a:lnTo>
                    <a:pt x="361950" y="76200"/>
                  </a:lnTo>
                  <a:lnTo>
                    <a:pt x="514350" y="76200"/>
                  </a:lnTo>
                  <a:lnTo>
                    <a:pt x="514350" y="38100"/>
                  </a:lnTo>
                  <a:close/>
                </a:path>
                <a:path w="2647950" h="114300">
                  <a:moveTo>
                    <a:pt x="781050" y="38100"/>
                  </a:moveTo>
                  <a:lnTo>
                    <a:pt x="628650" y="38100"/>
                  </a:lnTo>
                  <a:lnTo>
                    <a:pt x="628650" y="76200"/>
                  </a:lnTo>
                  <a:lnTo>
                    <a:pt x="781050" y="76200"/>
                  </a:lnTo>
                  <a:lnTo>
                    <a:pt x="781050" y="38100"/>
                  </a:lnTo>
                  <a:close/>
                </a:path>
                <a:path w="2647950" h="114300">
                  <a:moveTo>
                    <a:pt x="1047750" y="38100"/>
                  </a:moveTo>
                  <a:lnTo>
                    <a:pt x="895350" y="38100"/>
                  </a:lnTo>
                  <a:lnTo>
                    <a:pt x="895350" y="76200"/>
                  </a:lnTo>
                  <a:lnTo>
                    <a:pt x="1047750" y="76200"/>
                  </a:lnTo>
                  <a:lnTo>
                    <a:pt x="1047750" y="38100"/>
                  </a:lnTo>
                  <a:close/>
                </a:path>
                <a:path w="2647950" h="114300">
                  <a:moveTo>
                    <a:pt x="1314450" y="38100"/>
                  </a:moveTo>
                  <a:lnTo>
                    <a:pt x="1162050" y="38100"/>
                  </a:lnTo>
                  <a:lnTo>
                    <a:pt x="1162050" y="76200"/>
                  </a:lnTo>
                  <a:lnTo>
                    <a:pt x="1314450" y="76200"/>
                  </a:lnTo>
                  <a:lnTo>
                    <a:pt x="1314450" y="38100"/>
                  </a:lnTo>
                  <a:close/>
                </a:path>
                <a:path w="2647950" h="114300">
                  <a:moveTo>
                    <a:pt x="1581150" y="38100"/>
                  </a:moveTo>
                  <a:lnTo>
                    <a:pt x="1428750" y="38100"/>
                  </a:lnTo>
                  <a:lnTo>
                    <a:pt x="1428750" y="76200"/>
                  </a:lnTo>
                  <a:lnTo>
                    <a:pt x="1581150" y="76200"/>
                  </a:lnTo>
                  <a:lnTo>
                    <a:pt x="1581150" y="38100"/>
                  </a:lnTo>
                  <a:close/>
                </a:path>
                <a:path w="2647950" h="114300">
                  <a:moveTo>
                    <a:pt x="1847850" y="38100"/>
                  </a:moveTo>
                  <a:lnTo>
                    <a:pt x="1695450" y="38100"/>
                  </a:lnTo>
                  <a:lnTo>
                    <a:pt x="1695450" y="76200"/>
                  </a:lnTo>
                  <a:lnTo>
                    <a:pt x="1847850" y="76200"/>
                  </a:lnTo>
                  <a:lnTo>
                    <a:pt x="1847850" y="38100"/>
                  </a:lnTo>
                  <a:close/>
                </a:path>
                <a:path w="2647950" h="114300">
                  <a:moveTo>
                    <a:pt x="2114550" y="38100"/>
                  </a:moveTo>
                  <a:lnTo>
                    <a:pt x="1962150" y="38100"/>
                  </a:lnTo>
                  <a:lnTo>
                    <a:pt x="1962150" y="76200"/>
                  </a:lnTo>
                  <a:lnTo>
                    <a:pt x="2114550" y="76200"/>
                  </a:lnTo>
                  <a:lnTo>
                    <a:pt x="2114550" y="38100"/>
                  </a:lnTo>
                  <a:close/>
                </a:path>
                <a:path w="2647950" h="114300">
                  <a:moveTo>
                    <a:pt x="2381250" y="38100"/>
                  </a:moveTo>
                  <a:lnTo>
                    <a:pt x="2228850" y="38100"/>
                  </a:lnTo>
                  <a:lnTo>
                    <a:pt x="2228850" y="76200"/>
                  </a:lnTo>
                  <a:lnTo>
                    <a:pt x="2381250" y="76200"/>
                  </a:lnTo>
                  <a:lnTo>
                    <a:pt x="2381250" y="38100"/>
                  </a:lnTo>
                  <a:close/>
                </a:path>
                <a:path w="2647950" h="114300">
                  <a:moveTo>
                    <a:pt x="2647950" y="38100"/>
                  </a:moveTo>
                  <a:lnTo>
                    <a:pt x="2495550" y="38100"/>
                  </a:lnTo>
                  <a:lnTo>
                    <a:pt x="2495550" y="76200"/>
                  </a:lnTo>
                  <a:lnTo>
                    <a:pt x="2647950" y="76200"/>
                  </a:lnTo>
                  <a:lnTo>
                    <a:pt x="2647950" y="3810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4890642" y="2676220"/>
            <a:ext cx="7404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4819650" y="3099053"/>
            <a:ext cx="873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6749542" y="3125470"/>
            <a:ext cx="2811145" cy="837565"/>
            <a:chOff x="6749542" y="3125470"/>
            <a:chExt cx="2811145" cy="837565"/>
          </a:xfrm>
        </p:grpSpPr>
        <p:sp>
          <p:nvSpPr>
            <p:cNvPr id="52" name="object 52" descr=""/>
            <p:cNvSpPr/>
            <p:nvPr/>
          </p:nvSpPr>
          <p:spPr>
            <a:xfrm>
              <a:off x="6755892" y="3131820"/>
              <a:ext cx="2798445" cy="824865"/>
            </a:xfrm>
            <a:custGeom>
              <a:avLst/>
              <a:gdLst/>
              <a:ahLst/>
              <a:cxnLst/>
              <a:rect l="l" t="t" r="r" b="b"/>
              <a:pathLst>
                <a:path w="2798445" h="824864">
                  <a:moveTo>
                    <a:pt x="2660650" y="0"/>
                  </a:moveTo>
                  <a:lnTo>
                    <a:pt x="137413" y="0"/>
                  </a:lnTo>
                  <a:lnTo>
                    <a:pt x="93959" y="7000"/>
                  </a:lnTo>
                  <a:lnTo>
                    <a:pt x="56235" y="26497"/>
                  </a:lnTo>
                  <a:lnTo>
                    <a:pt x="26497" y="56235"/>
                  </a:lnTo>
                  <a:lnTo>
                    <a:pt x="7000" y="93959"/>
                  </a:lnTo>
                  <a:lnTo>
                    <a:pt x="0" y="137413"/>
                  </a:lnTo>
                  <a:lnTo>
                    <a:pt x="0" y="687069"/>
                  </a:lnTo>
                  <a:lnTo>
                    <a:pt x="7000" y="730524"/>
                  </a:lnTo>
                  <a:lnTo>
                    <a:pt x="26497" y="768248"/>
                  </a:lnTo>
                  <a:lnTo>
                    <a:pt x="56235" y="797986"/>
                  </a:lnTo>
                  <a:lnTo>
                    <a:pt x="93959" y="817483"/>
                  </a:lnTo>
                  <a:lnTo>
                    <a:pt x="137413" y="824483"/>
                  </a:lnTo>
                  <a:lnTo>
                    <a:pt x="2660650" y="824483"/>
                  </a:lnTo>
                  <a:lnTo>
                    <a:pt x="2704104" y="817483"/>
                  </a:lnTo>
                  <a:lnTo>
                    <a:pt x="2741828" y="797986"/>
                  </a:lnTo>
                  <a:lnTo>
                    <a:pt x="2771566" y="768248"/>
                  </a:lnTo>
                  <a:lnTo>
                    <a:pt x="2791063" y="730524"/>
                  </a:lnTo>
                  <a:lnTo>
                    <a:pt x="2798063" y="687069"/>
                  </a:lnTo>
                  <a:lnTo>
                    <a:pt x="2798063" y="137413"/>
                  </a:lnTo>
                  <a:lnTo>
                    <a:pt x="2791063" y="93959"/>
                  </a:lnTo>
                  <a:lnTo>
                    <a:pt x="2771566" y="56235"/>
                  </a:lnTo>
                  <a:lnTo>
                    <a:pt x="2741828" y="26497"/>
                  </a:lnTo>
                  <a:lnTo>
                    <a:pt x="2704104" y="7000"/>
                  </a:lnTo>
                  <a:lnTo>
                    <a:pt x="2660650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755892" y="3131820"/>
              <a:ext cx="2798445" cy="824865"/>
            </a:xfrm>
            <a:custGeom>
              <a:avLst/>
              <a:gdLst/>
              <a:ahLst/>
              <a:cxnLst/>
              <a:rect l="l" t="t" r="r" b="b"/>
              <a:pathLst>
                <a:path w="2798445" h="824864">
                  <a:moveTo>
                    <a:pt x="0" y="137413"/>
                  </a:moveTo>
                  <a:lnTo>
                    <a:pt x="7000" y="93959"/>
                  </a:lnTo>
                  <a:lnTo>
                    <a:pt x="26497" y="56235"/>
                  </a:lnTo>
                  <a:lnTo>
                    <a:pt x="56235" y="26497"/>
                  </a:lnTo>
                  <a:lnTo>
                    <a:pt x="93959" y="7000"/>
                  </a:lnTo>
                  <a:lnTo>
                    <a:pt x="137413" y="0"/>
                  </a:lnTo>
                  <a:lnTo>
                    <a:pt x="2660650" y="0"/>
                  </a:lnTo>
                  <a:lnTo>
                    <a:pt x="2704104" y="7000"/>
                  </a:lnTo>
                  <a:lnTo>
                    <a:pt x="2741828" y="26497"/>
                  </a:lnTo>
                  <a:lnTo>
                    <a:pt x="2771566" y="56235"/>
                  </a:lnTo>
                  <a:lnTo>
                    <a:pt x="2791063" y="93959"/>
                  </a:lnTo>
                  <a:lnTo>
                    <a:pt x="2798063" y="137413"/>
                  </a:lnTo>
                  <a:lnTo>
                    <a:pt x="2798063" y="687069"/>
                  </a:lnTo>
                  <a:lnTo>
                    <a:pt x="2791063" y="730524"/>
                  </a:lnTo>
                  <a:lnTo>
                    <a:pt x="2771566" y="768248"/>
                  </a:lnTo>
                  <a:lnTo>
                    <a:pt x="2741828" y="797986"/>
                  </a:lnTo>
                  <a:lnTo>
                    <a:pt x="2704104" y="817483"/>
                  </a:lnTo>
                  <a:lnTo>
                    <a:pt x="2660650" y="824483"/>
                  </a:lnTo>
                  <a:lnTo>
                    <a:pt x="137413" y="824483"/>
                  </a:lnTo>
                  <a:lnTo>
                    <a:pt x="93959" y="817483"/>
                  </a:lnTo>
                  <a:lnTo>
                    <a:pt x="56235" y="797986"/>
                  </a:lnTo>
                  <a:lnTo>
                    <a:pt x="26497" y="768248"/>
                  </a:lnTo>
                  <a:lnTo>
                    <a:pt x="7000" y="730524"/>
                  </a:lnTo>
                  <a:lnTo>
                    <a:pt x="0" y="687069"/>
                  </a:lnTo>
                  <a:lnTo>
                    <a:pt x="0" y="137413"/>
                  </a:lnTo>
                  <a:close/>
                </a:path>
              </a:pathLst>
            </a:custGeom>
            <a:ln w="12700">
              <a:solidFill>
                <a:srgbClr val="0069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7618856" y="3379723"/>
            <a:ext cx="10737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7242048" y="4097273"/>
            <a:ext cx="1644650" cy="463550"/>
          </a:xfrm>
          <a:custGeom>
            <a:avLst/>
            <a:gdLst/>
            <a:ahLst/>
            <a:cxnLst/>
            <a:rect l="l" t="t" r="r" b="b"/>
            <a:pathLst>
              <a:path w="1644650" h="463550">
                <a:moveTo>
                  <a:pt x="114300" y="348742"/>
                </a:moveTo>
                <a:lnTo>
                  <a:pt x="76200" y="348742"/>
                </a:lnTo>
                <a:lnTo>
                  <a:pt x="76200" y="0"/>
                </a:lnTo>
                <a:lnTo>
                  <a:pt x="38100" y="0"/>
                </a:lnTo>
                <a:lnTo>
                  <a:pt x="38100" y="348742"/>
                </a:lnTo>
                <a:lnTo>
                  <a:pt x="0" y="348742"/>
                </a:lnTo>
                <a:lnTo>
                  <a:pt x="57150" y="463042"/>
                </a:lnTo>
                <a:lnTo>
                  <a:pt x="104775" y="367792"/>
                </a:lnTo>
                <a:lnTo>
                  <a:pt x="114300" y="348742"/>
                </a:lnTo>
                <a:close/>
              </a:path>
              <a:path w="1644650" h="463550">
                <a:moveTo>
                  <a:pt x="1606296" y="400050"/>
                </a:moveTo>
                <a:lnTo>
                  <a:pt x="1568196" y="400050"/>
                </a:lnTo>
                <a:lnTo>
                  <a:pt x="1568196" y="463042"/>
                </a:lnTo>
                <a:lnTo>
                  <a:pt x="1606296" y="463042"/>
                </a:lnTo>
                <a:lnTo>
                  <a:pt x="1606296" y="400050"/>
                </a:lnTo>
                <a:close/>
              </a:path>
              <a:path w="1644650" h="463550">
                <a:moveTo>
                  <a:pt x="1606296" y="247650"/>
                </a:moveTo>
                <a:lnTo>
                  <a:pt x="1568196" y="247650"/>
                </a:lnTo>
                <a:lnTo>
                  <a:pt x="1568196" y="361950"/>
                </a:lnTo>
                <a:lnTo>
                  <a:pt x="1606296" y="361950"/>
                </a:lnTo>
                <a:lnTo>
                  <a:pt x="1606296" y="247650"/>
                </a:lnTo>
                <a:close/>
              </a:path>
              <a:path w="1644650" h="463550">
                <a:moveTo>
                  <a:pt x="1644396" y="114300"/>
                </a:moveTo>
                <a:lnTo>
                  <a:pt x="1634871" y="95250"/>
                </a:lnTo>
                <a:lnTo>
                  <a:pt x="1587246" y="0"/>
                </a:lnTo>
                <a:lnTo>
                  <a:pt x="1530096" y="114300"/>
                </a:lnTo>
                <a:lnTo>
                  <a:pt x="1568196" y="114300"/>
                </a:lnTo>
                <a:lnTo>
                  <a:pt x="1568196" y="209550"/>
                </a:lnTo>
                <a:lnTo>
                  <a:pt x="1606296" y="209550"/>
                </a:lnTo>
                <a:lnTo>
                  <a:pt x="1606296" y="114300"/>
                </a:lnTo>
                <a:lnTo>
                  <a:pt x="1644396" y="11430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8896604" y="4169791"/>
            <a:ext cx="870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7407909" y="4149344"/>
            <a:ext cx="7340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2681985" y="4928361"/>
            <a:ext cx="1055370" cy="619760"/>
            <a:chOff x="2681985" y="4928361"/>
            <a:chExt cx="1055370" cy="619760"/>
          </a:xfrm>
        </p:grpSpPr>
        <p:sp>
          <p:nvSpPr>
            <p:cNvPr id="59" name="object 59" descr=""/>
            <p:cNvSpPr/>
            <p:nvPr/>
          </p:nvSpPr>
          <p:spPr>
            <a:xfrm>
              <a:off x="2688335" y="4934711"/>
              <a:ext cx="1042669" cy="607060"/>
            </a:xfrm>
            <a:custGeom>
              <a:avLst/>
              <a:gdLst/>
              <a:ahLst/>
              <a:cxnLst/>
              <a:rect l="l" t="t" r="r" b="b"/>
              <a:pathLst>
                <a:path w="1042670" h="607060">
                  <a:moveTo>
                    <a:pt x="941324" y="0"/>
                  </a:moveTo>
                  <a:lnTo>
                    <a:pt x="101091" y="0"/>
                  </a:lnTo>
                  <a:lnTo>
                    <a:pt x="61721" y="7937"/>
                  </a:lnTo>
                  <a:lnTo>
                    <a:pt x="29590" y="29591"/>
                  </a:lnTo>
                  <a:lnTo>
                    <a:pt x="7937" y="61722"/>
                  </a:lnTo>
                  <a:lnTo>
                    <a:pt x="0" y="101092"/>
                  </a:lnTo>
                  <a:lnTo>
                    <a:pt x="0" y="505459"/>
                  </a:lnTo>
                  <a:lnTo>
                    <a:pt x="7937" y="544829"/>
                  </a:lnTo>
                  <a:lnTo>
                    <a:pt x="29590" y="576960"/>
                  </a:lnTo>
                  <a:lnTo>
                    <a:pt x="61721" y="598614"/>
                  </a:lnTo>
                  <a:lnTo>
                    <a:pt x="101091" y="606551"/>
                  </a:lnTo>
                  <a:lnTo>
                    <a:pt x="941324" y="606551"/>
                  </a:lnTo>
                  <a:lnTo>
                    <a:pt x="980694" y="598614"/>
                  </a:lnTo>
                  <a:lnTo>
                    <a:pt x="1012825" y="576961"/>
                  </a:lnTo>
                  <a:lnTo>
                    <a:pt x="1034478" y="544830"/>
                  </a:lnTo>
                  <a:lnTo>
                    <a:pt x="1042415" y="505459"/>
                  </a:lnTo>
                  <a:lnTo>
                    <a:pt x="1042415" y="101092"/>
                  </a:lnTo>
                  <a:lnTo>
                    <a:pt x="1034478" y="61722"/>
                  </a:lnTo>
                  <a:lnTo>
                    <a:pt x="1012824" y="29591"/>
                  </a:lnTo>
                  <a:lnTo>
                    <a:pt x="980693" y="7937"/>
                  </a:lnTo>
                  <a:lnTo>
                    <a:pt x="94132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688335" y="4934711"/>
              <a:ext cx="1042669" cy="607060"/>
            </a:xfrm>
            <a:custGeom>
              <a:avLst/>
              <a:gdLst/>
              <a:ahLst/>
              <a:cxnLst/>
              <a:rect l="l" t="t" r="r" b="b"/>
              <a:pathLst>
                <a:path w="1042670" h="607060">
                  <a:moveTo>
                    <a:pt x="0" y="101092"/>
                  </a:moveTo>
                  <a:lnTo>
                    <a:pt x="7937" y="61722"/>
                  </a:lnTo>
                  <a:lnTo>
                    <a:pt x="29590" y="29591"/>
                  </a:lnTo>
                  <a:lnTo>
                    <a:pt x="61721" y="7937"/>
                  </a:lnTo>
                  <a:lnTo>
                    <a:pt x="101091" y="0"/>
                  </a:lnTo>
                  <a:lnTo>
                    <a:pt x="941324" y="0"/>
                  </a:lnTo>
                  <a:lnTo>
                    <a:pt x="980693" y="7937"/>
                  </a:lnTo>
                  <a:lnTo>
                    <a:pt x="1012824" y="29591"/>
                  </a:lnTo>
                  <a:lnTo>
                    <a:pt x="1034478" y="61722"/>
                  </a:lnTo>
                  <a:lnTo>
                    <a:pt x="1042415" y="101092"/>
                  </a:lnTo>
                  <a:lnTo>
                    <a:pt x="1042415" y="505459"/>
                  </a:lnTo>
                  <a:lnTo>
                    <a:pt x="1034478" y="544830"/>
                  </a:lnTo>
                  <a:lnTo>
                    <a:pt x="1012825" y="576961"/>
                  </a:lnTo>
                  <a:lnTo>
                    <a:pt x="980694" y="598614"/>
                  </a:lnTo>
                  <a:lnTo>
                    <a:pt x="941324" y="606551"/>
                  </a:lnTo>
                  <a:lnTo>
                    <a:pt x="101091" y="606551"/>
                  </a:lnTo>
                  <a:lnTo>
                    <a:pt x="61721" y="598614"/>
                  </a:lnTo>
                  <a:lnTo>
                    <a:pt x="29590" y="576960"/>
                  </a:lnTo>
                  <a:lnTo>
                    <a:pt x="7937" y="544829"/>
                  </a:lnTo>
                  <a:lnTo>
                    <a:pt x="0" y="505459"/>
                  </a:lnTo>
                  <a:lnTo>
                    <a:pt x="0" y="101092"/>
                  </a:lnTo>
                  <a:close/>
                </a:path>
              </a:pathLst>
            </a:custGeom>
            <a:ln w="12700">
              <a:solidFill>
                <a:srgbClr val="0046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2848101" y="4936693"/>
            <a:ext cx="73533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Angular</a:t>
            </a:r>
            <a:endParaRPr sz="1800">
              <a:latin typeface="Calibri"/>
              <a:cs typeface="Calibri"/>
            </a:endParaRPr>
          </a:p>
          <a:p>
            <a:pPr algn="ctr" marR="4445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962050" y="6096101"/>
            <a:ext cx="910145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[1]</a:t>
            </a:r>
            <a:r>
              <a:rPr dirty="0" sz="16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alibri"/>
                <a:cs typeface="Calibri"/>
              </a:rPr>
              <a:t>Akamai’s</a:t>
            </a:r>
            <a:r>
              <a:rPr dirty="0" sz="16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16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16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6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Internet</a:t>
            </a:r>
            <a:r>
              <a:rPr dirty="0" sz="16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r>
              <a:rPr dirty="0" sz="16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11F35"/>
                </a:solidFill>
                <a:latin typeface="Calibri"/>
                <a:cs typeface="Calibri"/>
              </a:rPr>
              <a:t>Report</a:t>
            </a:r>
            <a:r>
              <a:rPr dirty="0" sz="16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alibri"/>
                <a:cs typeface="Calibri"/>
              </a:rPr>
              <a:t>(2019)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6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https://www.akamai.com/newsroom/press-</a:t>
            </a:r>
            <a:r>
              <a:rPr dirty="0" u="sng" sz="16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release/state-</a:t>
            </a:r>
            <a:r>
              <a:rPr dirty="0" u="sng" sz="16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of-the-internet-security-retail-</a:t>
            </a:r>
            <a:r>
              <a:rPr dirty="0" u="sng" sz="16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attacks-</a:t>
            </a:r>
            <a:r>
              <a:rPr dirty="0" u="sng" sz="16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and-</a:t>
            </a:r>
            <a:r>
              <a:rPr dirty="0" u="sng" sz="16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api-</a:t>
            </a:r>
            <a:r>
              <a:rPr dirty="0" u="sng" sz="16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traffic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1127485" y="6427114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006379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APPLICATION</a:t>
            </a:r>
            <a:r>
              <a:rPr dirty="0" spc="114"/>
              <a:t> </a:t>
            </a:r>
            <a:r>
              <a:rPr dirty="0"/>
              <a:t>PROGRAMMING</a:t>
            </a:r>
            <a:r>
              <a:rPr dirty="0" spc="155"/>
              <a:t> </a:t>
            </a:r>
            <a:r>
              <a:rPr dirty="0" spc="-100"/>
              <a:t>INTERFACES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867900" cy="438975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360045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Programming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Interfaces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s)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computer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programs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communicate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communications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 over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internet?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Manually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protocol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TCP/UDP,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open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sockets,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etc…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cost-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effective,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interoperable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integrate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111F35"/>
                </a:solidFill>
                <a:latin typeface="Calibri"/>
                <a:cs typeface="Calibri"/>
              </a:rPr>
              <a:t>n</a:t>
            </a:r>
            <a:r>
              <a:rPr dirty="0" sz="2400" spc="-35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APIs,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learn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111F35"/>
                </a:solidFill>
                <a:latin typeface="Calibri"/>
                <a:cs typeface="Calibri"/>
              </a:rPr>
              <a:t>n</a:t>
            </a:r>
            <a:r>
              <a:rPr dirty="0" sz="2400" spc="-35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protocols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CORBA,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Java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RMI,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SOAP,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Dedicated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protocols/architectures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exist(ed),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inventing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alternative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protocols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(HTTP)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10960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4"/>
              <a:t>REST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36650" y="1446872"/>
            <a:ext cx="10291445" cy="33521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standard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protocol</a:t>
            </a:r>
            <a:endParaRPr sz="2800">
              <a:latin typeface="Calibri"/>
              <a:cs typeface="Calibri"/>
            </a:endParaRPr>
          </a:p>
          <a:p>
            <a:pPr marL="265430" marR="295275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architectural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style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principles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guidelines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that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standards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APIs</a:t>
            </a:r>
            <a:endParaRPr sz="280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URIs</a:t>
            </a:r>
            <a:endParaRPr sz="2800">
              <a:latin typeface="Calibri"/>
              <a:cs typeface="Calibri"/>
            </a:endParaRPr>
          </a:p>
          <a:p>
            <a:pPr marL="265430" marR="22796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common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consistent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interface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«proper»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use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endParaRPr sz="280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prevalent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architecture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93.4%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adoption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rate</a:t>
            </a:r>
            <a:r>
              <a:rPr dirty="0" baseline="25525" sz="2775" spc="-15" b="1">
                <a:solidFill>
                  <a:srgbClr val="111F35"/>
                </a:solidFill>
                <a:latin typeface="Calibri"/>
                <a:cs typeface="Calibri"/>
              </a:rPr>
              <a:t>1</a:t>
            </a:r>
            <a:endParaRPr baseline="25525" sz="2775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5826658"/>
            <a:ext cx="6073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[1]</a:t>
            </a:r>
            <a:r>
              <a:rPr dirty="0" sz="1800" spc="2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https://nordicapis.com/20-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impressive-api-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economy-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statistics/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REST</a:t>
            </a:r>
            <a:r>
              <a:rPr dirty="0" spc="-35"/>
              <a:t> </a:t>
            </a:r>
            <a:r>
              <a:rPr dirty="0" spc="-10"/>
              <a:t>FUNDAMENTALS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8425" rIns="0" bIns="0" rtlCol="0" vert="horz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/>
              <a:t>A</a:t>
            </a:r>
            <a:r>
              <a:rPr dirty="0" spc="-60"/>
              <a:t> </a:t>
            </a:r>
            <a:r>
              <a:rPr dirty="0"/>
              <a:t>REST</a:t>
            </a:r>
            <a:r>
              <a:rPr dirty="0" spc="-70"/>
              <a:t> </a:t>
            </a:r>
            <a:r>
              <a:rPr dirty="0"/>
              <a:t>API</a:t>
            </a:r>
            <a:r>
              <a:rPr dirty="0" spc="-50"/>
              <a:t> </a:t>
            </a:r>
            <a:r>
              <a:rPr dirty="0"/>
              <a:t>allows</a:t>
            </a:r>
            <a:r>
              <a:rPr dirty="0" spc="-70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 spc="-10"/>
              <a:t>interact</a:t>
            </a:r>
            <a:r>
              <a:rPr dirty="0" spc="-60"/>
              <a:t> </a:t>
            </a:r>
            <a:r>
              <a:rPr dirty="0"/>
              <a:t>with</a:t>
            </a:r>
            <a:r>
              <a:rPr dirty="0" spc="-55"/>
              <a:t> </a:t>
            </a:r>
            <a:r>
              <a:rPr dirty="0" b="1">
                <a:latin typeface="Calibri"/>
                <a:cs typeface="Calibri"/>
              </a:rPr>
              <a:t>resources</a:t>
            </a:r>
            <a:r>
              <a:rPr dirty="0" spc="-50" b="1">
                <a:latin typeface="Calibri"/>
                <a:cs typeface="Calibri"/>
              </a:rPr>
              <a:t> </a:t>
            </a:r>
            <a:r>
              <a:rPr dirty="0"/>
              <a:t>using</a:t>
            </a:r>
            <a:r>
              <a:rPr dirty="0" spc="-65"/>
              <a:t> </a:t>
            </a:r>
            <a:r>
              <a:rPr dirty="0" spc="-20"/>
              <a:t>HTTP</a:t>
            </a:r>
          </a:p>
          <a:p>
            <a:pPr marL="265430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/>
              <a:t>All</a:t>
            </a:r>
            <a:r>
              <a:rPr dirty="0" spc="-55"/>
              <a:t> </a:t>
            </a:r>
            <a:r>
              <a:rPr dirty="0" spc="-10"/>
              <a:t>resources</a:t>
            </a:r>
            <a:r>
              <a:rPr dirty="0" spc="-40"/>
              <a:t> </a:t>
            </a:r>
            <a:r>
              <a:rPr dirty="0"/>
              <a:t>are</a:t>
            </a:r>
            <a:r>
              <a:rPr dirty="0" spc="-50"/>
              <a:t> </a:t>
            </a:r>
            <a:r>
              <a:rPr dirty="0" spc="-10"/>
              <a:t>associated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/>
              <a:t>unique</a:t>
            </a:r>
            <a:r>
              <a:rPr dirty="0" spc="-30"/>
              <a:t> </a:t>
            </a:r>
            <a:r>
              <a:rPr dirty="0" spc="-25"/>
              <a:t>URI</a:t>
            </a:r>
          </a:p>
          <a:p>
            <a:pPr marL="265430" marR="304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/>
              <a:t>«A</a:t>
            </a:r>
            <a:r>
              <a:rPr dirty="0" spc="-75"/>
              <a:t> </a:t>
            </a:r>
            <a:r>
              <a:rPr dirty="0" spc="-10"/>
              <a:t>resource</a:t>
            </a:r>
            <a:r>
              <a:rPr dirty="0" spc="-75"/>
              <a:t> </a:t>
            </a:r>
            <a:r>
              <a:rPr dirty="0"/>
              <a:t>is</a:t>
            </a:r>
            <a:r>
              <a:rPr dirty="0" spc="-70"/>
              <a:t> </a:t>
            </a:r>
            <a:r>
              <a:rPr dirty="0"/>
              <a:t>anything</a:t>
            </a:r>
            <a:r>
              <a:rPr dirty="0" spc="-50"/>
              <a:t> </a:t>
            </a:r>
            <a:r>
              <a:rPr dirty="0" spc="-10"/>
              <a:t>that’s</a:t>
            </a:r>
            <a:r>
              <a:rPr dirty="0" spc="-70"/>
              <a:t> </a:t>
            </a:r>
            <a:r>
              <a:rPr dirty="0" spc="-10"/>
              <a:t>important</a:t>
            </a:r>
            <a:r>
              <a:rPr dirty="0" spc="-50"/>
              <a:t> </a:t>
            </a:r>
            <a:r>
              <a:rPr dirty="0"/>
              <a:t>enough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85"/>
              <a:t> </a:t>
            </a:r>
            <a:r>
              <a:rPr dirty="0"/>
              <a:t>be</a:t>
            </a:r>
            <a:r>
              <a:rPr dirty="0" spc="-80"/>
              <a:t> </a:t>
            </a:r>
            <a:r>
              <a:rPr dirty="0" spc="-20"/>
              <a:t>referenced</a:t>
            </a:r>
            <a:r>
              <a:rPr dirty="0" spc="-70"/>
              <a:t> </a:t>
            </a:r>
            <a:r>
              <a:rPr dirty="0" spc="-25"/>
              <a:t>as </a:t>
            </a:r>
            <a:r>
              <a:rPr dirty="0" spc="-25"/>
              <a:t>	</a:t>
            </a:r>
            <a:r>
              <a:rPr dirty="0"/>
              <a:t>a</a:t>
            </a:r>
            <a:r>
              <a:rPr dirty="0" spc="-5"/>
              <a:t> </a:t>
            </a:r>
            <a:r>
              <a:rPr dirty="0"/>
              <a:t>thing in</a:t>
            </a:r>
            <a:r>
              <a:rPr dirty="0" spc="-10"/>
              <a:t> itself.»</a:t>
            </a:r>
            <a:r>
              <a:rPr dirty="0" baseline="25525" sz="2775" spc="-15"/>
              <a:t>1</a:t>
            </a:r>
            <a:endParaRPr baseline="25525" sz="2775"/>
          </a:p>
          <a:p>
            <a:pPr marL="265430" marR="61341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pc="-10"/>
              <a:t>Resource</a:t>
            </a:r>
            <a:r>
              <a:rPr dirty="0" spc="-85"/>
              <a:t> </a:t>
            </a:r>
            <a:r>
              <a:rPr dirty="0"/>
              <a:t>typically</a:t>
            </a:r>
            <a:r>
              <a:rPr dirty="0" spc="-80"/>
              <a:t> </a:t>
            </a:r>
            <a:r>
              <a:rPr dirty="0"/>
              <a:t>(but</a:t>
            </a:r>
            <a:r>
              <a:rPr dirty="0" spc="-75"/>
              <a:t> </a:t>
            </a:r>
            <a:r>
              <a:rPr dirty="0"/>
              <a:t>not</a:t>
            </a:r>
            <a:r>
              <a:rPr dirty="0" spc="-80"/>
              <a:t> </a:t>
            </a:r>
            <a:r>
              <a:rPr dirty="0"/>
              <a:t>necessarily)</a:t>
            </a:r>
            <a:r>
              <a:rPr dirty="0" spc="-65"/>
              <a:t> </a:t>
            </a:r>
            <a:r>
              <a:rPr dirty="0" spc="-10"/>
              <a:t>correspond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90"/>
              <a:t> </a:t>
            </a:r>
            <a:r>
              <a:rPr dirty="0" spc="-10"/>
              <a:t>persistent </a:t>
            </a:r>
            <a:r>
              <a:rPr dirty="0" spc="-10"/>
              <a:t>	</a:t>
            </a:r>
            <a:r>
              <a:rPr dirty="0"/>
              <a:t>domain</a:t>
            </a:r>
            <a:r>
              <a:rPr dirty="0" spc="-95"/>
              <a:t> </a:t>
            </a:r>
            <a:r>
              <a:rPr dirty="0" spc="-10"/>
              <a:t>objects</a:t>
            </a:r>
          </a:p>
          <a:p>
            <a:pPr marL="265430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/>
              <a:t>HTTP</a:t>
            </a:r>
            <a:r>
              <a:rPr dirty="0" spc="-55"/>
              <a:t> </a:t>
            </a:r>
            <a:r>
              <a:rPr dirty="0"/>
              <a:t>verbs</a:t>
            </a:r>
            <a:r>
              <a:rPr dirty="0" spc="-50"/>
              <a:t> </a:t>
            </a:r>
            <a:r>
              <a:rPr dirty="0"/>
              <a:t>should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70"/>
              <a:t> </a:t>
            </a:r>
            <a:r>
              <a:rPr dirty="0"/>
              <a:t>used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/>
              <a:t>retrieve</a:t>
            </a:r>
            <a:r>
              <a:rPr dirty="0" spc="-75"/>
              <a:t> </a:t>
            </a:r>
            <a:r>
              <a:rPr dirty="0"/>
              <a:t>or</a:t>
            </a:r>
            <a:r>
              <a:rPr dirty="0" spc="-70"/>
              <a:t> </a:t>
            </a:r>
            <a:r>
              <a:rPr dirty="0"/>
              <a:t>manipulate</a:t>
            </a:r>
            <a:r>
              <a:rPr dirty="0" spc="-45"/>
              <a:t> </a:t>
            </a:r>
            <a:r>
              <a:rPr dirty="0" spc="-10"/>
              <a:t>resources</a:t>
            </a:r>
          </a:p>
          <a:p>
            <a:pPr marL="265430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/>
              <a:t>REST</a:t>
            </a:r>
            <a:r>
              <a:rPr dirty="0" spc="-55"/>
              <a:t> </a:t>
            </a:r>
            <a:r>
              <a:rPr dirty="0"/>
              <a:t>API</a:t>
            </a:r>
            <a:r>
              <a:rPr dirty="0" spc="-55"/>
              <a:t> </a:t>
            </a:r>
            <a:r>
              <a:rPr dirty="0"/>
              <a:t>should</a:t>
            </a:r>
            <a:r>
              <a:rPr dirty="0" spc="-20"/>
              <a:t> </a:t>
            </a:r>
            <a:r>
              <a:rPr dirty="0"/>
              <a:t>be</a:t>
            </a:r>
            <a:r>
              <a:rPr dirty="0" spc="-55"/>
              <a:t> </a:t>
            </a:r>
            <a:r>
              <a:rPr dirty="0" spc="-10" b="1">
                <a:latin typeface="Calibri"/>
                <a:cs typeface="Calibri"/>
              </a:rPr>
              <a:t>stateless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/>
              <a:t>(e.g.:</a:t>
            </a:r>
            <a:r>
              <a:rPr dirty="0" spc="-40"/>
              <a:t> </a:t>
            </a:r>
            <a:r>
              <a:rPr dirty="0"/>
              <a:t>not</a:t>
            </a:r>
            <a:r>
              <a:rPr dirty="0" spc="-45"/>
              <a:t> </a:t>
            </a:r>
            <a:r>
              <a:rPr dirty="0"/>
              <a:t>use</a:t>
            </a:r>
            <a:r>
              <a:rPr dirty="0" spc="-55"/>
              <a:t> </a:t>
            </a:r>
            <a:r>
              <a:rPr dirty="0" spc="-10"/>
              <a:t>server-</a:t>
            </a:r>
            <a:r>
              <a:rPr dirty="0"/>
              <a:t>side</a:t>
            </a:r>
            <a:r>
              <a:rPr dirty="0" spc="-30"/>
              <a:t> </a:t>
            </a:r>
            <a:r>
              <a:rPr dirty="0" spc="-10"/>
              <a:t>sessions)</a:t>
            </a:r>
          </a:p>
          <a:p>
            <a:pPr lvl="1" marL="7219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7219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ensures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better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scalabilty!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tell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why?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145"/>
              </a:spcBef>
            </a:pPr>
            <a:r>
              <a:rPr dirty="0" sz="1800"/>
              <a:t>[1]</a:t>
            </a:r>
            <a:r>
              <a:rPr dirty="0" sz="1800" spc="-55"/>
              <a:t> </a:t>
            </a:r>
            <a:r>
              <a:rPr dirty="0" sz="1800"/>
              <a:t>Richardson,</a:t>
            </a:r>
            <a:r>
              <a:rPr dirty="0" sz="1800" spc="-35"/>
              <a:t> </a:t>
            </a:r>
            <a:r>
              <a:rPr dirty="0" sz="1800"/>
              <a:t>Leonard,</a:t>
            </a:r>
            <a:r>
              <a:rPr dirty="0" sz="1800" spc="-35"/>
              <a:t> </a:t>
            </a:r>
            <a:r>
              <a:rPr dirty="0" sz="1800"/>
              <a:t>and</a:t>
            </a:r>
            <a:r>
              <a:rPr dirty="0" sz="1800" spc="-55"/>
              <a:t> </a:t>
            </a:r>
            <a:r>
              <a:rPr dirty="0" sz="1800"/>
              <a:t>Sam</a:t>
            </a:r>
            <a:r>
              <a:rPr dirty="0" sz="1800" spc="-45"/>
              <a:t> </a:t>
            </a:r>
            <a:r>
              <a:rPr dirty="0" sz="1800" spc="-20"/>
              <a:t>Ruby.</a:t>
            </a:r>
            <a:r>
              <a:rPr dirty="0" sz="1800" spc="-35"/>
              <a:t> </a:t>
            </a:r>
            <a:r>
              <a:rPr dirty="0" sz="1800" i="1">
                <a:latin typeface="Calibri"/>
                <a:cs typeface="Calibri"/>
              </a:rPr>
              <a:t>RESTful</a:t>
            </a:r>
            <a:r>
              <a:rPr dirty="0" sz="1800" spc="-5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web</a:t>
            </a:r>
            <a:r>
              <a:rPr dirty="0" sz="1800" spc="-5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services</a:t>
            </a:r>
            <a:r>
              <a:rPr dirty="0" sz="1800"/>
              <a:t>.</a:t>
            </a:r>
            <a:r>
              <a:rPr dirty="0" sz="1800" spc="-35"/>
              <a:t> </a:t>
            </a:r>
            <a:r>
              <a:rPr dirty="0" sz="1800"/>
              <a:t>"O'Reilly</a:t>
            </a:r>
            <a:r>
              <a:rPr dirty="0" sz="1800" spc="-35"/>
              <a:t> </a:t>
            </a:r>
            <a:r>
              <a:rPr dirty="0" sz="1800"/>
              <a:t>Media,</a:t>
            </a:r>
            <a:r>
              <a:rPr dirty="0" sz="1800" spc="-40"/>
              <a:t> </a:t>
            </a:r>
            <a:r>
              <a:rPr dirty="0" sz="1800"/>
              <a:t>Inc.",</a:t>
            </a:r>
            <a:r>
              <a:rPr dirty="0" sz="1800" spc="-50"/>
              <a:t> </a:t>
            </a:r>
            <a:r>
              <a:rPr dirty="0" sz="1800" spc="-10"/>
              <a:t>2008.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REPRESENTATIONAL</a:t>
            </a:r>
            <a:r>
              <a:rPr dirty="0" spc="-155"/>
              <a:t> </a:t>
            </a:r>
            <a:r>
              <a:rPr dirty="0" spc="-90"/>
              <a:t>STATE</a:t>
            </a:r>
            <a:r>
              <a:rPr dirty="0" spc="-130"/>
              <a:t> </a:t>
            </a:r>
            <a:r>
              <a:rPr dirty="0" spc="-100"/>
              <a:t>TRANSFER</a:t>
            </a:r>
            <a:r>
              <a:rPr dirty="0" spc="-140"/>
              <a:t> </a:t>
            </a:r>
            <a:r>
              <a:rPr dirty="0" spc="-275"/>
              <a:t>(REST)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729470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Client)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Resource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Trasferred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appropriate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representations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JSON,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XML,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…)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76046" y="3751834"/>
            <a:ext cx="2297430" cy="2300605"/>
            <a:chOff x="876046" y="3751834"/>
            <a:chExt cx="2297430" cy="2300605"/>
          </a:xfrm>
        </p:grpSpPr>
        <p:sp>
          <p:nvSpPr>
            <p:cNvPr id="5" name="object 5" descr=""/>
            <p:cNvSpPr/>
            <p:nvPr/>
          </p:nvSpPr>
          <p:spPr>
            <a:xfrm>
              <a:off x="882396" y="3758184"/>
              <a:ext cx="2284730" cy="2287905"/>
            </a:xfrm>
            <a:custGeom>
              <a:avLst/>
              <a:gdLst/>
              <a:ahLst/>
              <a:cxnLst/>
              <a:rect l="l" t="t" r="r" b="b"/>
              <a:pathLst>
                <a:path w="2284730" h="2287904">
                  <a:moveTo>
                    <a:pt x="2135124" y="0"/>
                  </a:moveTo>
                  <a:lnTo>
                    <a:pt x="149339" y="0"/>
                  </a:lnTo>
                  <a:lnTo>
                    <a:pt x="102138" y="7607"/>
                  </a:lnTo>
                  <a:lnTo>
                    <a:pt x="61143" y="28797"/>
                  </a:lnTo>
                  <a:lnTo>
                    <a:pt x="28814" y="61118"/>
                  </a:lnTo>
                  <a:lnTo>
                    <a:pt x="7613" y="102120"/>
                  </a:lnTo>
                  <a:lnTo>
                    <a:pt x="0" y="149352"/>
                  </a:lnTo>
                  <a:lnTo>
                    <a:pt x="0" y="2138184"/>
                  </a:lnTo>
                  <a:lnTo>
                    <a:pt x="7613" y="2185385"/>
                  </a:lnTo>
                  <a:lnTo>
                    <a:pt x="28814" y="2226380"/>
                  </a:lnTo>
                  <a:lnTo>
                    <a:pt x="61143" y="2258709"/>
                  </a:lnTo>
                  <a:lnTo>
                    <a:pt x="102138" y="2279910"/>
                  </a:lnTo>
                  <a:lnTo>
                    <a:pt x="149339" y="2287524"/>
                  </a:lnTo>
                  <a:lnTo>
                    <a:pt x="2135124" y="2287524"/>
                  </a:lnTo>
                  <a:lnTo>
                    <a:pt x="2182355" y="2279910"/>
                  </a:lnTo>
                  <a:lnTo>
                    <a:pt x="2223357" y="2258709"/>
                  </a:lnTo>
                  <a:lnTo>
                    <a:pt x="2255678" y="2226380"/>
                  </a:lnTo>
                  <a:lnTo>
                    <a:pt x="2276868" y="2185385"/>
                  </a:lnTo>
                  <a:lnTo>
                    <a:pt x="2284476" y="2138184"/>
                  </a:lnTo>
                  <a:lnTo>
                    <a:pt x="2284476" y="149352"/>
                  </a:lnTo>
                  <a:lnTo>
                    <a:pt x="2276868" y="102120"/>
                  </a:lnTo>
                  <a:lnTo>
                    <a:pt x="2255678" y="61118"/>
                  </a:lnTo>
                  <a:lnTo>
                    <a:pt x="2223357" y="28797"/>
                  </a:lnTo>
                  <a:lnTo>
                    <a:pt x="2182355" y="7607"/>
                  </a:lnTo>
                  <a:lnTo>
                    <a:pt x="213512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82396" y="3758184"/>
              <a:ext cx="2284730" cy="2287905"/>
            </a:xfrm>
            <a:custGeom>
              <a:avLst/>
              <a:gdLst/>
              <a:ahLst/>
              <a:cxnLst/>
              <a:rect l="l" t="t" r="r" b="b"/>
              <a:pathLst>
                <a:path w="2284730" h="2287904">
                  <a:moveTo>
                    <a:pt x="0" y="149352"/>
                  </a:moveTo>
                  <a:lnTo>
                    <a:pt x="7613" y="102120"/>
                  </a:lnTo>
                  <a:lnTo>
                    <a:pt x="28814" y="61118"/>
                  </a:lnTo>
                  <a:lnTo>
                    <a:pt x="61143" y="28797"/>
                  </a:lnTo>
                  <a:lnTo>
                    <a:pt x="102138" y="7607"/>
                  </a:lnTo>
                  <a:lnTo>
                    <a:pt x="149339" y="0"/>
                  </a:lnTo>
                  <a:lnTo>
                    <a:pt x="2135124" y="0"/>
                  </a:lnTo>
                  <a:lnTo>
                    <a:pt x="2182355" y="7607"/>
                  </a:lnTo>
                  <a:lnTo>
                    <a:pt x="2223357" y="28797"/>
                  </a:lnTo>
                  <a:lnTo>
                    <a:pt x="2255678" y="61118"/>
                  </a:lnTo>
                  <a:lnTo>
                    <a:pt x="2276868" y="102120"/>
                  </a:lnTo>
                  <a:lnTo>
                    <a:pt x="2284476" y="149352"/>
                  </a:lnTo>
                  <a:lnTo>
                    <a:pt x="2284476" y="2138184"/>
                  </a:lnTo>
                  <a:lnTo>
                    <a:pt x="2276868" y="2185385"/>
                  </a:lnTo>
                  <a:lnTo>
                    <a:pt x="2255678" y="2226380"/>
                  </a:lnTo>
                  <a:lnTo>
                    <a:pt x="2223357" y="2258709"/>
                  </a:lnTo>
                  <a:lnTo>
                    <a:pt x="2182355" y="2279910"/>
                  </a:lnTo>
                  <a:lnTo>
                    <a:pt x="2135124" y="2287524"/>
                  </a:lnTo>
                  <a:lnTo>
                    <a:pt x="149339" y="2287524"/>
                  </a:lnTo>
                  <a:lnTo>
                    <a:pt x="102138" y="2279910"/>
                  </a:lnTo>
                  <a:lnTo>
                    <a:pt x="61143" y="2258709"/>
                  </a:lnTo>
                  <a:lnTo>
                    <a:pt x="28814" y="2226380"/>
                  </a:lnTo>
                  <a:lnTo>
                    <a:pt x="7613" y="2185385"/>
                  </a:lnTo>
                  <a:lnTo>
                    <a:pt x="0" y="2138184"/>
                  </a:lnTo>
                  <a:lnTo>
                    <a:pt x="0" y="149352"/>
                  </a:lnTo>
                  <a:close/>
                </a:path>
              </a:pathLst>
            </a:custGeom>
            <a:ln w="12700">
              <a:solidFill>
                <a:srgbClr val="0046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595755" y="4653788"/>
            <a:ext cx="8591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018778" y="3751834"/>
            <a:ext cx="2297430" cy="2300605"/>
            <a:chOff x="9018778" y="3751834"/>
            <a:chExt cx="2297430" cy="2300605"/>
          </a:xfrm>
        </p:grpSpPr>
        <p:sp>
          <p:nvSpPr>
            <p:cNvPr id="9" name="object 9" descr=""/>
            <p:cNvSpPr/>
            <p:nvPr/>
          </p:nvSpPr>
          <p:spPr>
            <a:xfrm>
              <a:off x="9025128" y="3758184"/>
              <a:ext cx="2284730" cy="2287905"/>
            </a:xfrm>
            <a:custGeom>
              <a:avLst/>
              <a:gdLst/>
              <a:ahLst/>
              <a:cxnLst/>
              <a:rect l="l" t="t" r="r" b="b"/>
              <a:pathLst>
                <a:path w="2284729" h="2287904">
                  <a:moveTo>
                    <a:pt x="2135124" y="0"/>
                  </a:moveTo>
                  <a:lnTo>
                    <a:pt x="149351" y="0"/>
                  </a:lnTo>
                  <a:lnTo>
                    <a:pt x="102120" y="7607"/>
                  </a:lnTo>
                  <a:lnTo>
                    <a:pt x="61118" y="28797"/>
                  </a:lnTo>
                  <a:lnTo>
                    <a:pt x="28797" y="61118"/>
                  </a:lnTo>
                  <a:lnTo>
                    <a:pt x="7607" y="102120"/>
                  </a:lnTo>
                  <a:lnTo>
                    <a:pt x="0" y="149352"/>
                  </a:lnTo>
                  <a:lnTo>
                    <a:pt x="0" y="2138184"/>
                  </a:lnTo>
                  <a:lnTo>
                    <a:pt x="7607" y="2185385"/>
                  </a:lnTo>
                  <a:lnTo>
                    <a:pt x="28797" y="2226380"/>
                  </a:lnTo>
                  <a:lnTo>
                    <a:pt x="61118" y="2258709"/>
                  </a:lnTo>
                  <a:lnTo>
                    <a:pt x="102120" y="2279910"/>
                  </a:lnTo>
                  <a:lnTo>
                    <a:pt x="149351" y="2287524"/>
                  </a:lnTo>
                  <a:lnTo>
                    <a:pt x="2135124" y="2287524"/>
                  </a:lnTo>
                  <a:lnTo>
                    <a:pt x="2182355" y="2279910"/>
                  </a:lnTo>
                  <a:lnTo>
                    <a:pt x="2223357" y="2258709"/>
                  </a:lnTo>
                  <a:lnTo>
                    <a:pt x="2255678" y="2226380"/>
                  </a:lnTo>
                  <a:lnTo>
                    <a:pt x="2276868" y="2185385"/>
                  </a:lnTo>
                  <a:lnTo>
                    <a:pt x="2284476" y="2138184"/>
                  </a:lnTo>
                  <a:lnTo>
                    <a:pt x="2284476" y="149352"/>
                  </a:lnTo>
                  <a:lnTo>
                    <a:pt x="2276868" y="102120"/>
                  </a:lnTo>
                  <a:lnTo>
                    <a:pt x="2255678" y="61118"/>
                  </a:lnTo>
                  <a:lnTo>
                    <a:pt x="2223357" y="28797"/>
                  </a:lnTo>
                  <a:lnTo>
                    <a:pt x="2182355" y="7607"/>
                  </a:lnTo>
                  <a:lnTo>
                    <a:pt x="2135124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025128" y="3758184"/>
              <a:ext cx="2284730" cy="2287905"/>
            </a:xfrm>
            <a:custGeom>
              <a:avLst/>
              <a:gdLst/>
              <a:ahLst/>
              <a:cxnLst/>
              <a:rect l="l" t="t" r="r" b="b"/>
              <a:pathLst>
                <a:path w="2284729" h="2287904">
                  <a:moveTo>
                    <a:pt x="0" y="149352"/>
                  </a:moveTo>
                  <a:lnTo>
                    <a:pt x="7607" y="102120"/>
                  </a:lnTo>
                  <a:lnTo>
                    <a:pt x="28797" y="61118"/>
                  </a:lnTo>
                  <a:lnTo>
                    <a:pt x="61118" y="28797"/>
                  </a:lnTo>
                  <a:lnTo>
                    <a:pt x="102120" y="7607"/>
                  </a:lnTo>
                  <a:lnTo>
                    <a:pt x="149351" y="0"/>
                  </a:lnTo>
                  <a:lnTo>
                    <a:pt x="2135124" y="0"/>
                  </a:lnTo>
                  <a:lnTo>
                    <a:pt x="2182355" y="7607"/>
                  </a:lnTo>
                  <a:lnTo>
                    <a:pt x="2223357" y="28797"/>
                  </a:lnTo>
                  <a:lnTo>
                    <a:pt x="2255678" y="61118"/>
                  </a:lnTo>
                  <a:lnTo>
                    <a:pt x="2276868" y="102120"/>
                  </a:lnTo>
                  <a:lnTo>
                    <a:pt x="2284476" y="149352"/>
                  </a:lnTo>
                  <a:lnTo>
                    <a:pt x="2284476" y="2138184"/>
                  </a:lnTo>
                  <a:lnTo>
                    <a:pt x="2276868" y="2185385"/>
                  </a:lnTo>
                  <a:lnTo>
                    <a:pt x="2255678" y="2226380"/>
                  </a:lnTo>
                  <a:lnTo>
                    <a:pt x="2223357" y="2258709"/>
                  </a:lnTo>
                  <a:lnTo>
                    <a:pt x="2182355" y="2279910"/>
                  </a:lnTo>
                  <a:lnTo>
                    <a:pt x="2135124" y="2287524"/>
                  </a:lnTo>
                  <a:lnTo>
                    <a:pt x="149351" y="2287524"/>
                  </a:lnTo>
                  <a:lnTo>
                    <a:pt x="102120" y="2279910"/>
                  </a:lnTo>
                  <a:lnTo>
                    <a:pt x="61118" y="2258709"/>
                  </a:lnTo>
                  <a:lnTo>
                    <a:pt x="28797" y="2226380"/>
                  </a:lnTo>
                  <a:lnTo>
                    <a:pt x="7607" y="2185385"/>
                  </a:lnTo>
                  <a:lnTo>
                    <a:pt x="0" y="2138184"/>
                  </a:lnTo>
                  <a:lnTo>
                    <a:pt x="0" y="149352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693020" y="4653788"/>
            <a:ext cx="9512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166872" y="4268723"/>
            <a:ext cx="5858510" cy="1236345"/>
            <a:chOff x="3166872" y="4268723"/>
            <a:chExt cx="5858510" cy="1236345"/>
          </a:xfrm>
        </p:grpSpPr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6872" y="4268723"/>
              <a:ext cx="5858002" cy="2286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6872" y="5276087"/>
              <a:ext cx="5829300" cy="22860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4476750" y="3891152"/>
            <a:ext cx="14243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111F35"/>
                </a:solidFill>
                <a:latin typeface="Consolas"/>
                <a:cs typeface="Consolas"/>
              </a:rPr>
              <a:t>GET</a:t>
            </a:r>
            <a:r>
              <a:rPr dirty="0" sz="2000" spc="-10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000" spc="-10">
                <a:solidFill>
                  <a:srgbClr val="111F35"/>
                </a:solidFill>
                <a:latin typeface="Consolas"/>
                <a:cs typeface="Consolas"/>
              </a:rPr>
              <a:t>/todos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6" name="object 16" descr=""/>
          <p:cNvSpPr txBox="1"/>
          <p:nvPr/>
        </p:nvSpPr>
        <p:spPr>
          <a:xfrm>
            <a:off x="6572504" y="3891152"/>
            <a:ext cx="11430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111F35"/>
                </a:solidFill>
                <a:latin typeface="Consolas"/>
                <a:cs typeface="Consolas"/>
              </a:rPr>
              <a:t>HTTP/1.1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614165" y="4919217"/>
            <a:ext cx="4914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onsolas"/>
                <a:cs typeface="Consolas"/>
              </a:rPr>
              <a:t>[{</a:t>
            </a:r>
            <a:r>
              <a:rPr dirty="0" sz="2000">
                <a:solidFill>
                  <a:srgbClr val="0451A4"/>
                </a:solidFill>
                <a:latin typeface="Consolas"/>
                <a:cs typeface="Consolas"/>
              </a:rPr>
              <a:t>"todo"</a:t>
            </a:r>
            <a:r>
              <a:rPr dirty="0" sz="2000">
                <a:latin typeface="Consolas"/>
                <a:cs typeface="Consolas"/>
              </a:rPr>
              <a:t>:</a:t>
            </a:r>
            <a:r>
              <a:rPr dirty="0" sz="2000" spc="-35"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A21515"/>
                </a:solidFill>
                <a:latin typeface="Consolas"/>
                <a:cs typeface="Consolas"/>
              </a:rPr>
              <a:t>"A"</a:t>
            </a:r>
            <a:r>
              <a:rPr dirty="0" sz="2000">
                <a:latin typeface="Consolas"/>
                <a:cs typeface="Consolas"/>
              </a:rPr>
              <a:t>},</a:t>
            </a:r>
            <a:r>
              <a:rPr dirty="0" sz="2000" spc="-25">
                <a:latin typeface="Consolas"/>
                <a:cs typeface="Consolas"/>
              </a:rPr>
              <a:t> </a:t>
            </a:r>
            <a:r>
              <a:rPr dirty="0" sz="2000">
                <a:latin typeface="Consolas"/>
                <a:cs typeface="Consolas"/>
              </a:rPr>
              <a:t>{</a:t>
            </a:r>
            <a:r>
              <a:rPr dirty="0" sz="2000">
                <a:solidFill>
                  <a:srgbClr val="0451A4"/>
                </a:solidFill>
                <a:latin typeface="Consolas"/>
                <a:cs typeface="Consolas"/>
              </a:rPr>
              <a:t>"todo"</a:t>
            </a:r>
            <a:r>
              <a:rPr dirty="0" sz="2000">
                <a:latin typeface="Consolas"/>
                <a:cs typeface="Consolas"/>
              </a:rPr>
              <a:t>:</a:t>
            </a:r>
            <a:r>
              <a:rPr dirty="0" sz="2000" spc="-15"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A21515"/>
                </a:solidFill>
                <a:latin typeface="Consolas"/>
                <a:cs typeface="Consolas"/>
              </a:rPr>
              <a:t>"B"</a:t>
            </a:r>
            <a:r>
              <a:rPr dirty="0" sz="2000">
                <a:latin typeface="Consolas"/>
                <a:cs typeface="Consolas"/>
              </a:rPr>
              <a:t>},</a:t>
            </a:r>
            <a:r>
              <a:rPr dirty="0" sz="2000" spc="-15">
                <a:latin typeface="Consolas"/>
                <a:cs typeface="Consolas"/>
              </a:rPr>
              <a:t> </a:t>
            </a:r>
            <a:r>
              <a:rPr dirty="0" sz="2000" spc="-20">
                <a:solidFill>
                  <a:srgbClr val="CD3030"/>
                </a:solidFill>
                <a:latin typeface="Consolas"/>
                <a:cs typeface="Consolas"/>
              </a:rPr>
              <a:t>...</a:t>
            </a:r>
            <a:r>
              <a:rPr dirty="0" sz="2000" spc="-2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HTTP:</a:t>
            </a:r>
            <a:r>
              <a:rPr dirty="0" spc="-40"/>
              <a:t> </a:t>
            </a:r>
            <a:r>
              <a:rPr dirty="0"/>
              <a:t>DATA</a:t>
            </a:r>
            <a:r>
              <a:rPr dirty="0" spc="-40"/>
              <a:t> </a:t>
            </a:r>
            <a:r>
              <a:rPr dirty="0" spc="-20"/>
              <a:t>INTEREXCHANGE</a:t>
            </a:r>
            <a:r>
              <a:rPr dirty="0" spc="-70"/>
              <a:t> </a:t>
            </a:r>
            <a:r>
              <a:rPr dirty="0" spc="-10"/>
              <a:t>FORMATS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65385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Widely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formats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JSON</a:t>
            </a:r>
            <a:r>
              <a:rPr dirty="0" sz="28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XML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38200" y="2348483"/>
            <a:ext cx="5123815" cy="3694429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900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"todos"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[{</a:t>
            </a:r>
            <a:endParaRPr sz="1800">
              <a:latin typeface="Consolas"/>
              <a:cs typeface="Consolas"/>
            </a:endParaRPr>
          </a:p>
          <a:p>
            <a:pPr marL="593090" marR="1889760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"todo"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"Learn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REST"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"done"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},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3090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"todo"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"Learn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JavaScript"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593090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"done"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}]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30111" y="2351532"/>
            <a:ext cx="5123815" cy="3694429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&lt;?xml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version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"1.0"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encoding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"UTF-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8"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?&gt;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&lt;root&gt;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&lt;todos&gt;</a:t>
            </a:r>
            <a:endParaRPr sz="1800">
              <a:latin typeface="Consolas"/>
              <a:cs typeface="Consolas"/>
            </a:endParaRPr>
          </a:p>
          <a:p>
            <a:pPr marL="59309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&lt;todo&gt;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&lt;text&gt;</a:t>
            </a:r>
            <a:r>
              <a:rPr dirty="0" sz="1800">
                <a:latin typeface="Consolas"/>
                <a:cs typeface="Consolas"/>
              </a:rPr>
              <a:t>Learn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REST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&lt;/text&gt;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&lt;done&gt;</a:t>
            </a:r>
            <a:r>
              <a:rPr dirty="0" sz="1800" spc="-10">
                <a:latin typeface="Consolas"/>
                <a:cs typeface="Consolas"/>
              </a:rPr>
              <a:t>false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&lt;/done&gt;</a:t>
            </a:r>
            <a:endParaRPr sz="1800">
              <a:latin typeface="Consolas"/>
              <a:cs typeface="Consolas"/>
            </a:endParaRPr>
          </a:p>
          <a:p>
            <a:pPr marL="59309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&lt;/todo&gt;</a:t>
            </a:r>
            <a:endParaRPr sz="1800">
              <a:latin typeface="Consolas"/>
              <a:cs typeface="Consolas"/>
            </a:endParaRPr>
          </a:p>
          <a:p>
            <a:pPr marL="59309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&lt;todo&gt;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&lt;text&gt;</a:t>
            </a:r>
            <a:r>
              <a:rPr dirty="0" sz="1800">
                <a:latin typeface="Consolas"/>
                <a:cs typeface="Consolas"/>
              </a:rPr>
              <a:t>Learn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JavaScript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&lt;/text&gt;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&lt;done&gt;</a:t>
            </a:r>
            <a:r>
              <a:rPr dirty="0" sz="1800" spc="-10">
                <a:latin typeface="Consolas"/>
                <a:cs typeface="Consolas"/>
              </a:rPr>
              <a:t>true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&lt;/done&gt;</a:t>
            </a:r>
            <a:endParaRPr sz="1800">
              <a:latin typeface="Consolas"/>
              <a:cs typeface="Consolas"/>
            </a:endParaRPr>
          </a:p>
          <a:p>
            <a:pPr marL="59309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&lt;/todo&gt;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&lt;/todos&gt;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&lt;/root&gt;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REST:</a:t>
            </a:r>
            <a:r>
              <a:rPr dirty="0" spc="-65"/>
              <a:t> </a:t>
            </a:r>
            <a:r>
              <a:rPr dirty="0" spc="-50"/>
              <a:t>EXAMPLES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76731" y="1854326"/>
          <a:ext cx="10514965" cy="3535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7180"/>
                <a:gridCol w="7589520"/>
              </a:tblGrid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HTTP</a:t>
                      </a:r>
                      <a:r>
                        <a:rPr dirty="0" sz="2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verb/URI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GET</a:t>
                      </a:r>
                      <a:r>
                        <a:rPr dirty="0" sz="24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/todos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Retrieve</a:t>
                      </a:r>
                      <a:r>
                        <a:rPr dirty="0" sz="24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400" spc="-4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24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400" spc="-3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24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saved</a:t>
                      </a:r>
                      <a:r>
                        <a:rPr dirty="0" sz="2400" spc="-3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24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items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GET</a:t>
                      </a:r>
                      <a:r>
                        <a:rPr dirty="0" sz="24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/todos/&lt;ID&gt;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Retrieve</a:t>
                      </a:r>
                      <a:r>
                        <a:rPr dirty="0" sz="2400" spc="-3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2400" spc="-4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4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9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2400" spc="-1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item</a:t>
                      </a:r>
                      <a:r>
                        <a:rPr dirty="0" sz="2400" spc="-4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whose</a:t>
                      </a:r>
                      <a:r>
                        <a:rPr dirty="0" sz="24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2400" spc="-3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400" spc="-3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&lt;ID&gt;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</a:t>
                      </a:r>
                      <a:r>
                        <a:rPr dirty="0" sz="2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/todos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6352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Save</a:t>
                      </a:r>
                      <a:r>
                        <a:rPr dirty="0" sz="24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4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24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9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2400" spc="-3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item.</a:t>
                      </a:r>
                      <a:r>
                        <a:rPr dirty="0" sz="24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2400" spc="-7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4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4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exam</a:t>
                      </a:r>
                      <a:r>
                        <a:rPr dirty="0" sz="24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save</a:t>
                      </a:r>
                      <a:r>
                        <a:rPr dirty="0" sz="2400" spc="-4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24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4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24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request</a:t>
                      </a:r>
                      <a:r>
                        <a:rPr dirty="0" sz="2400" spc="-7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body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D6"/>
                    </a:solidFill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PUT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/todos/&lt;ID&gt;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733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Replace</a:t>
                      </a:r>
                      <a:r>
                        <a:rPr dirty="0" sz="24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(or</a:t>
                      </a:r>
                      <a:r>
                        <a:rPr dirty="0" sz="24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create)</a:t>
                      </a:r>
                      <a:r>
                        <a:rPr dirty="0" sz="24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400" spc="-3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9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24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item</a:t>
                      </a:r>
                      <a:r>
                        <a:rPr dirty="0" sz="24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whose</a:t>
                      </a:r>
                      <a:r>
                        <a:rPr dirty="0" sz="24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24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400" spc="-3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&lt;ID&gt;,</a:t>
                      </a:r>
                      <a:r>
                        <a:rPr dirty="0" sz="2400" spc="-4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using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400" spc="-6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2400" spc="-7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400" spc="-8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4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request</a:t>
                      </a:r>
                      <a:r>
                        <a:rPr dirty="0" sz="2400" spc="-6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body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DELETE</a:t>
                      </a:r>
                      <a:r>
                        <a:rPr dirty="0" sz="2400" spc="-8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/todos/&lt;ID&gt;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Delete</a:t>
                      </a:r>
                      <a:r>
                        <a:rPr dirty="0" sz="2400" spc="-5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400" spc="-4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9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24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item</a:t>
                      </a:r>
                      <a:r>
                        <a:rPr dirty="0" sz="2400" spc="-5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having</a:t>
                      </a:r>
                      <a:r>
                        <a:rPr dirty="0" sz="2400" spc="-4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2400" spc="-4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&lt;ID&gt;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2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REST:</a:t>
            </a:r>
            <a:r>
              <a:rPr dirty="0" spc="-100"/>
              <a:t> </a:t>
            </a:r>
            <a:r>
              <a:rPr dirty="0" spc="-30"/>
              <a:t>NESTED</a:t>
            </a:r>
            <a:r>
              <a:rPr dirty="0" spc="-195"/>
              <a:t> </a:t>
            </a:r>
            <a:r>
              <a:rPr dirty="0" spc="-105"/>
              <a:t>RESOURCES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9531985" cy="24155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Sometimes,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there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hierarchy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among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resources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Company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0..*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Departments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0..*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Employees…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designing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nested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resources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b="1">
                <a:solidFill>
                  <a:srgbClr val="111F35"/>
                </a:solidFill>
                <a:latin typeface="Consolas"/>
                <a:cs typeface="Consolas"/>
              </a:rPr>
              <a:t>GET</a:t>
            </a:r>
            <a:r>
              <a:rPr dirty="0" sz="2400" spc="-5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400" spc="-20" b="1">
                <a:solidFill>
                  <a:srgbClr val="111F35"/>
                </a:solidFill>
                <a:latin typeface="Consolas"/>
                <a:cs typeface="Consolas"/>
              </a:rPr>
              <a:t>/seller/{id}/reviews</a:t>
            </a:r>
            <a:r>
              <a:rPr dirty="0" sz="2400" spc="-615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lists</a:t>
            </a:r>
            <a:r>
              <a:rPr dirty="0" sz="2800" spc="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reviews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given</a:t>
            </a:r>
            <a:r>
              <a:rPr dirty="0" sz="2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seller.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Keep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mind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every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resource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URI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2788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IMPLEMENTING</a:t>
            </a:r>
            <a:r>
              <a:rPr dirty="0" spc="-80"/>
              <a:t> </a:t>
            </a:r>
            <a:r>
              <a:rPr dirty="0" spc="120"/>
              <a:t>A</a:t>
            </a:r>
            <a:r>
              <a:rPr dirty="0" spc="-40"/>
              <a:t> </a:t>
            </a:r>
            <a:r>
              <a:rPr dirty="0" spc="-210"/>
              <a:t>REST</a:t>
            </a:r>
            <a:r>
              <a:rPr dirty="0" spc="-40"/>
              <a:t> </a:t>
            </a:r>
            <a:r>
              <a:rPr dirty="0" spc="-55"/>
              <a:t>API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83495" cy="42418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conceptually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simple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Once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done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handling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That’s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things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already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traditional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app!</a:t>
            </a:r>
            <a:endParaRPr sz="2800">
              <a:latin typeface="Calibri"/>
              <a:cs typeface="Calibri"/>
            </a:endParaRPr>
          </a:p>
          <a:p>
            <a:pPr lvl="1" marL="696595" marR="666115" indent="-227329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Instead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responding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representation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rendered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browser,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machine-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friendly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representation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JSON)</a:t>
            </a:r>
            <a:endParaRPr sz="2400">
              <a:latin typeface="Calibri"/>
              <a:cs typeface="Calibri"/>
            </a:endParaRPr>
          </a:p>
          <a:p>
            <a:pPr lvl="1" marL="696595" marR="387985" indent="-227329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Instead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getting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via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form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submissions,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inputs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machine-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friendly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representation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JSON)</a:t>
            </a:r>
            <a:endParaRPr sz="24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49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rely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sessions,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authentication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schemes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be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put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place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0"/>
              <a:t>SECURING</a:t>
            </a:r>
            <a:r>
              <a:rPr dirty="0" sz="4800" spc="-25"/>
              <a:t> </a:t>
            </a:r>
            <a:r>
              <a:rPr dirty="0" sz="4800" spc="160"/>
              <a:t>A</a:t>
            </a:r>
            <a:r>
              <a:rPr dirty="0" sz="4800" spc="-25"/>
              <a:t> </a:t>
            </a:r>
            <a:r>
              <a:rPr dirty="0" sz="4800" spc="-320"/>
              <a:t>REST</a:t>
            </a:r>
            <a:r>
              <a:rPr dirty="0" sz="4800" spc="-25"/>
              <a:t> </a:t>
            </a:r>
            <a:r>
              <a:rPr dirty="0" sz="4800" spc="-85"/>
              <a:t>API</a:t>
            </a:r>
            <a:endParaRPr sz="48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4235272"/>
            <a:ext cx="81400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The</a:t>
            </a:r>
            <a:r>
              <a:rPr dirty="0" sz="2400" spc="-1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JSON</a:t>
            </a:r>
            <a:r>
              <a:rPr dirty="0" sz="2400" spc="-3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2400" spc="-2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Token</a:t>
            </a:r>
            <a:r>
              <a:rPr dirty="0" sz="2400" spc="-2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(JWT)</a:t>
            </a:r>
            <a:r>
              <a:rPr dirty="0" sz="2400" spc="-2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006379"/>
                </a:solidFill>
                <a:latin typeface="Calibri"/>
                <a:cs typeface="Calibri"/>
              </a:rPr>
              <a:t>Authentication/Authorization</a:t>
            </a:r>
            <a:r>
              <a:rPr dirty="0" sz="2400" spc="-5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006379"/>
                </a:solidFill>
                <a:latin typeface="Calibri"/>
                <a:cs typeface="Calibri"/>
              </a:rPr>
              <a:t>Scheme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API</a:t>
            </a:r>
            <a:r>
              <a:rPr dirty="0" spc="-204"/>
              <a:t> </a:t>
            </a:r>
            <a:r>
              <a:rPr dirty="0" spc="-30"/>
              <a:t>AUTHENTICATION/AUTHORIZATION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979025" cy="322453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manipulate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resources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cases,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don’t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everyone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able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so</a:t>
            </a:r>
            <a:endParaRPr sz="2800">
              <a:latin typeface="Calibri"/>
              <a:cs typeface="Calibri"/>
            </a:endParaRPr>
          </a:p>
          <a:p>
            <a:pPr marL="240029" marR="98615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Authentication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legit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access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resources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Authorization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access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only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certain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resources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employee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shouldn’t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able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its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own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salary)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2839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HOW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 spc="-125"/>
              <a:t>SECURE</a:t>
            </a:r>
            <a:r>
              <a:rPr dirty="0" spc="15"/>
              <a:t> </a:t>
            </a:r>
            <a:r>
              <a:rPr dirty="0" spc="-210"/>
              <a:t>REST</a:t>
            </a:r>
            <a:r>
              <a:rPr dirty="0" spc="10"/>
              <a:t> </a:t>
            </a:r>
            <a:r>
              <a:rPr dirty="0" spc="-60"/>
              <a:t>APIS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476" y="1962911"/>
            <a:ext cx="907542" cy="747522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98805" marR="1877060" indent="-561340">
              <a:lnSpc>
                <a:spcPct val="1208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widely-</a:t>
            </a:r>
            <a:r>
              <a:rPr dirty="0"/>
              <a:t>used</a:t>
            </a:r>
            <a:r>
              <a:rPr dirty="0" spc="-25"/>
              <a:t> </a:t>
            </a:r>
            <a:r>
              <a:rPr dirty="0" spc="-10"/>
              <a:t>authentication</a:t>
            </a:r>
            <a:r>
              <a:rPr dirty="0" spc="-40"/>
              <a:t> </a:t>
            </a:r>
            <a:r>
              <a:rPr dirty="0"/>
              <a:t>scheme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65"/>
              <a:t> </a:t>
            </a:r>
            <a:r>
              <a:rPr dirty="0"/>
              <a:t>based</a:t>
            </a:r>
            <a:r>
              <a:rPr dirty="0" spc="-40"/>
              <a:t> </a:t>
            </a:r>
            <a:r>
              <a:rPr dirty="0"/>
              <a:t>on</a:t>
            </a:r>
            <a:r>
              <a:rPr dirty="0" spc="-45"/>
              <a:t> </a:t>
            </a:r>
            <a:r>
              <a:rPr dirty="0" spc="-10"/>
              <a:t>Tokens Idea:</a:t>
            </a:r>
          </a:p>
          <a:p>
            <a:pPr marL="553085" indent="-514984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553085" algn="l"/>
              </a:tabLst>
            </a:pPr>
            <a:r>
              <a:rPr dirty="0"/>
              <a:t>Clients</a:t>
            </a:r>
            <a:r>
              <a:rPr dirty="0" spc="-55"/>
              <a:t> </a:t>
            </a:r>
            <a:r>
              <a:rPr dirty="0"/>
              <a:t>send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/>
              <a:t>request</a:t>
            </a:r>
            <a:r>
              <a:rPr dirty="0" spc="-55"/>
              <a:t> </a:t>
            </a:r>
            <a:r>
              <a:rPr dirty="0"/>
              <a:t>with</a:t>
            </a:r>
            <a:r>
              <a:rPr dirty="0" spc="-65"/>
              <a:t> </a:t>
            </a:r>
            <a:r>
              <a:rPr dirty="0"/>
              <a:t>username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password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25"/>
              <a:t>API</a:t>
            </a:r>
          </a:p>
          <a:p>
            <a:pPr marL="553085" indent="-514984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53085" algn="l"/>
              </a:tabLst>
            </a:pPr>
            <a:r>
              <a:rPr dirty="0"/>
              <a:t>API</a:t>
            </a:r>
            <a:r>
              <a:rPr dirty="0" spc="-60"/>
              <a:t> </a:t>
            </a:r>
            <a:r>
              <a:rPr dirty="0"/>
              <a:t>validates</a:t>
            </a:r>
            <a:r>
              <a:rPr dirty="0" spc="-55"/>
              <a:t> </a:t>
            </a:r>
            <a:r>
              <a:rPr dirty="0"/>
              <a:t>username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password,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generates</a:t>
            </a:r>
            <a:r>
              <a:rPr dirty="0" spc="-65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 spc="-10"/>
              <a:t>token</a:t>
            </a:r>
          </a:p>
          <a:p>
            <a:pPr marL="553085" indent="-514984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53085" algn="l"/>
              </a:tabLst>
            </a:pPr>
            <a:r>
              <a:rPr dirty="0"/>
              <a:t>The</a:t>
            </a:r>
            <a:r>
              <a:rPr dirty="0" spc="-60"/>
              <a:t> </a:t>
            </a:r>
            <a:r>
              <a:rPr dirty="0"/>
              <a:t>token</a:t>
            </a:r>
            <a:r>
              <a:rPr dirty="0" spc="-50"/>
              <a:t> </a:t>
            </a:r>
            <a:r>
              <a:rPr dirty="0"/>
              <a:t>(a</a:t>
            </a:r>
            <a:r>
              <a:rPr dirty="0" spc="-60"/>
              <a:t> </a:t>
            </a:r>
            <a:r>
              <a:rPr dirty="0"/>
              <a:t>string)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/>
              <a:t>returned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 spc="-10"/>
              <a:t>client</a:t>
            </a:r>
          </a:p>
          <a:p>
            <a:pPr marL="553085" marR="5080" indent="-515620">
              <a:lnSpc>
                <a:spcPts val="3020"/>
              </a:lnSpc>
              <a:spcBef>
                <a:spcPts val="1045"/>
              </a:spcBef>
              <a:buAutoNum type="arabicPeriod"/>
              <a:tabLst>
                <a:tab pos="553085" algn="l"/>
              </a:tabLst>
            </a:pPr>
            <a:r>
              <a:rPr dirty="0"/>
              <a:t>Client</a:t>
            </a:r>
            <a:r>
              <a:rPr dirty="0" spc="-35"/>
              <a:t> </a:t>
            </a:r>
            <a:r>
              <a:rPr dirty="0"/>
              <a:t>must</a:t>
            </a:r>
            <a:r>
              <a:rPr dirty="0" spc="-25"/>
              <a:t> </a:t>
            </a:r>
            <a:r>
              <a:rPr dirty="0"/>
              <a:t>pass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token</a:t>
            </a:r>
            <a:r>
              <a:rPr dirty="0" spc="-35"/>
              <a:t> </a:t>
            </a:r>
            <a:r>
              <a:rPr dirty="0"/>
              <a:t>back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API</a:t>
            </a:r>
            <a:r>
              <a:rPr dirty="0" spc="-50"/>
              <a:t> </a:t>
            </a:r>
            <a:r>
              <a:rPr dirty="0"/>
              <a:t>at</a:t>
            </a:r>
            <a:r>
              <a:rPr dirty="0" spc="-35"/>
              <a:t> </a:t>
            </a:r>
            <a:r>
              <a:rPr dirty="0"/>
              <a:t>every</a:t>
            </a:r>
            <a:r>
              <a:rPr dirty="0" spc="-45"/>
              <a:t> </a:t>
            </a:r>
            <a:r>
              <a:rPr dirty="0" spc="-10"/>
              <a:t>subsequent </a:t>
            </a:r>
            <a:r>
              <a:rPr dirty="0"/>
              <a:t>request</a:t>
            </a:r>
            <a:r>
              <a:rPr dirty="0" spc="-55"/>
              <a:t> </a:t>
            </a:r>
            <a:r>
              <a:rPr dirty="0"/>
              <a:t>that</a:t>
            </a:r>
            <a:r>
              <a:rPr dirty="0" spc="-60"/>
              <a:t> </a:t>
            </a:r>
            <a:r>
              <a:rPr dirty="0"/>
              <a:t>requires</a:t>
            </a:r>
            <a:r>
              <a:rPr dirty="0" spc="-60"/>
              <a:t> </a:t>
            </a:r>
            <a:r>
              <a:rPr dirty="0" spc="-10"/>
              <a:t>authentication</a:t>
            </a:r>
            <a:r>
              <a:rPr dirty="0" spc="-60"/>
              <a:t> </a:t>
            </a:r>
            <a:r>
              <a:rPr dirty="0"/>
              <a:t>(in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Authorization</a:t>
            </a:r>
            <a:r>
              <a:rPr dirty="0" spc="-50"/>
              <a:t> </a:t>
            </a:r>
            <a:r>
              <a:rPr dirty="0" spc="-10"/>
              <a:t>Header)</a:t>
            </a:r>
          </a:p>
          <a:p>
            <a:pPr marL="553085" indent="-514984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553085" algn="l"/>
              </a:tabLst>
            </a:pPr>
            <a:r>
              <a:rPr dirty="0"/>
              <a:t>API</a:t>
            </a:r>
            <a:r>
              <a:rPr dirty="0" spc="-30"/>
              <a:t> </a:t>
            </a:r>
            <a:r>
              <a:rPr dirty="0"/>
              <a:t>verifies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token</a:t>
            </a:r>
            <a:r>
              <a:rPr dirty="0" spc="-35"/>
              <a:t> </a:t>
            </a:r>
            <a:r>
              <a:rPr dirty="0"/>
              <a:t>before</a:t>
            </a:r>
            <a:r>
              <a:rPr dirty="0" spc="-40"/>
              <a:t> </a:t>
            </a:r>
            <a:r>
              <a:rPr dirty="0" spc="-10"/>
              <a:t>responding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31850" y="1385334"/>
            <a:ext cx="9906635" cy="4902835"/>
            <a:chOff x="831850" y="1385334"/>
            <a:chExt cx="9906635" cy="49028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98061" y="1385334"/>
              <a:ext cx="5339973" cy="490266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38200" y="2377440"/>
              <a:ext cx="2618740" cy="713740"/>
            </a:xfrm>
            <a:custGeom>
              <a:avLst/>
              <a:gdLst/>
              <a:ahLst/>
              <a:cxnLst/>
              <a:rect l="l" t="t" r="r" b="b"/>
              <a:pathLst>
                <a:path w="2618740" h="713739">
                  <a:moveTo>
                    <a:pt x="2618232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2499360" y="713232"/>
                  </a:lnTo>
                  <a:lnTo>
                    <a:pt x="2618232" y="594360"/>
                  </a:lnTo>
                  <a:lnTo>
                    <a:pt x="2618232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337560" y="2971800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80">
                  <a:moveTo>
                    <a:pt x="118872" y="0"/>
                  </a:moveTo>
                  <a:lnTo>
                    <a:pt x="23749" y="23749"/>
                  </a:lnTo>
                  <a:lnTo>
                    <a:pt x="0" y="118872"/>
                  </a:lnTo>
                  <a:lnTo>
                    <a:pt x="118872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8200" y="2377440"/>
              <a:ext cx="2618740" cy="713740"/>
            </a:xfrm>
            <a:custGeom>
              <a:avLst/>
              <a:gdLst/>
              <a:ahLst/>
              <a:cxnLst/>
              <a:rect l="l" t="t" r="r" b="b"/>
              <a:pathLst>
                <a:path w="2618740" h="713739">
                  <a:moveTo>
                    <a:pt x="2499360" y="713232"/>
                  </a:moveTo>
                  <a:lnTo>
                    <a:pt x="2523109" y="618109"/>
                  </a:lnTo>
                  <a:lnTo>
                    <a:pt x="2618232" y="594360"/>
                  </a:lnTo>
                  <a:lnTo>
                    <a:pt x="2499360" y="713232"/>
                  </a:lnTo>
                  <a:lnTo>
                    <a:pt x="0" y="713232"/>
                  </a:lnTo>
                  <a:lnTo>
                    <a:pt x="0" y="0"/>
                  </a:lnTo>
                  <a:lnTo>
                    <a:pt x="2618232" y="0"/>
                  </a:lnTo>
                  <a:lnTo>
                    <a:pt x="2618232" y="594360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98793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80"/>
              <a:t>TOKEN-</a:t>
            </a:r>
            <a:r>
              <a:rPr dirty="0"/>
              <a:t>BASED</a:t>
            </a:r>
            <a:r>
              <a:rPr dirty="0" spc="-165"/>
              <a:t> </a:t>
            </a:r>
            <a:r>
              <a:rPr dirty="0" spc="-25"/>
              <a:t>AUTHENTICATION</a:t>
            </a:r>
            <a:r>
              <a:rPr dirty="0" spc="-175"/>
              <a:t> </a:t>
            </a:r>
            <a:r>
              <a:rPr dirty="0" spc="-10"/>
              <a:t>SCHEME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975766" y="2372614"/>
            <a:ext cx="23450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authorization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header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31850" y="3503421"/>
            <a:ext cx="2631440" cy="726440"/>
            <a:chOff x="831850" y="3503421"/>
            <a:chExt cx="2631440" cy="726440"/>
          </a:xfrm>
        </p:grpSpPr>
        <p:sp>
          <p:nvSpPr>
            <p:cNvPr id="10" name="object 10" descr=""/>
            <p:cNvSpPr/>
            <p:nvPr/>
          </p:nvSpPr>
          <p:spPr>
            <a:xfrm>
              <a:off x="838200" y="3509771"/>
              <a:ext cx="2618740" cy="713740"/>
            </a:xfrm>
            <a:custGeom>
              <a:avLst/>
              <a:gdLst/>
              <a:ahLst/>
              <a:cxnLst/>
              <a:rect l="l" t="t" r="r" b="b"/>
              <a:pathLst>
                <a:path w="2618740" h="713739">
                  <a:moveTo>
                    <a:pt x="2618232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2499360" y="713232"/>
                  </a:lnTo>
                  <a:lnTo>
                    <a:pt x="2618232" y="594359"/>
                  </a:lnTo>
                  <a:lnTo>
                    <a:pt x="2618232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337560" y="4104131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79">
                  <a:moveTo>
                    <a:pt x="118872" y="0"/>
                  </a:moveTo>
                  <a:lnTo>
                    <a:pt x="23749" y="23749"/>
                  </a:lnTo>
                  <a:lnTo>
                    <a:pt x="0" y="118872"/>
                  </a:lnTo>
                  <a:lnTo>
                    <a:pt x="118872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38200" y="3509771"/>
              <a:ext cx="2618740" cy="713740"/>
            </a:xfrm>
            <a:custGeom>
              <a:avLst/>
              <a:gdLst/>
              <a:ahLst/>
              <a:cxnLst/>
              <a:rect l="l" t="t" r="r" b="b"/>
              <a:pathLst>
                <a:path w="2618740" h="713739">
                  <a:moveTo>
                    <a:pt x="2499360" y="713232"/>
                  </a:moveTo>
                  <a:lnTo>
                    <a:pt x="2523109" y="618108"/>
                  </a:lnTo>
                  <a:lnTo>
                    <a:pt x="2618232" y="594359"/>
                  </a:lnTo>
                  <a:lnTo>
                    <a:pt x="2499360" y="713232"/>
                  </a:lnTo>
                  <a:lnTo>
                    <a:pt x="0" y="713232"/>
                  </a:lnTo>
                  <a:lnTo>
                    <a:pt x="0" y="0"/>
                  </a:lnTo>
                  <a:lnTo>
                    <a:pt x="2618232" y="0"/>
                  </a:lnTo>
                  <a:lnTo>
                    <a:pt x="2618232" y="594359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041298" y="3642182"/>
            <a:ext cx="22123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Authentication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831850" y="4807965"/>
            <a:ext cx="2631440" cy="726440"/>
            <a:chOff x="831850" y="4807965"/>
            <a:chExt cx="2631440" cy="726440"/>
          </a:xfrm>
        </p:grpSpPr>
        <p:sp>
          <p:nvSpPr>
            <p:cNvPr id="15" name="object 15" descr=""/>
            <p:cNvSpPr/>
            <p:nvPr/>
          </p:nvSpPr>
          <p:spPr>
            <a:xfrm>
              <a:off x="838200" y="4814315"/>
              <a:ext cx="2618740" cy="713740"/>
            </a:xfrm>
            <a:custGeom>
              <a:avLst/>
              <a:gdLst/>
              <a:ahLst/>
              <a:cxnLst/>
              <a:rect l="l" t="t" r="r" b="b"/>
              <a:pathLst>
                <a:path w="2618740" h="713739">
                  <a:moveTo>
                    <a:pt x="2618232" y="0"/>
                  </a:moveTo>
                  <a:lnTo>
                    <a:pt x="0" y="0"/>
                  </a:lnTo>
                  <a:lnTo>
                    <a:pt x="0" y="713231"/>
                  </a:lnTo>
                  <a:lnTo>
                    <a:pt x="2499360" y="713231"/>
                  </a:lnTo>
                  <a:lnTo>
                    <a:pt x="2618232" y="594359"/>
                  </a:lnTo>
                  <a:lnTo>
                    <a:pt x="2618232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337560" y="5408675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79">
                  <a:moveTo>
                    <a:pt x="118872" y="0"/>
                  </a:moveTo>
                  <a:lnTo>
                    <a:pt x="23749" y="23749"/>
                  </a:lnTo>
                  <a:lnTo>
                    <a:pt x="0" y="118872"/>
                  </a:lnTo>
                  <a:lnTo>
                    <a:pt x="118872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38200" y="4814315"/>
              <a:ext cx="2618740" cy="713740"/>
            </a:xfrm>
            <a:custGeom>
              <a:avLst/>
              <a:gdLst/>
              <a:ahLst/>
              <a:cxnLst/>
              <a:rect l="l" t="t" r="r" b="b"/>
              <a:pathLst>
                <a:path w="2618740" h="713739">
                  <a:moveTo>
                    <a:pt x="2499360" y="713231"/>
                  </a:moveTo>
                  <a:lnTo>
                    <a:pt x="2523109" y="618108"/>
                  </a:lnTo>
                  <a:lnTo>
                    <a:pt x="2618232" y="594359"/>
                  </a:lnTo>
                  <a:lnTo>
                    <a:pt x="2499360" y="713231"/>
                  </a:lnTo>
                  <a:lnTo>
                    <a:pt x="0" y="713231"/>
                  </a:lnTo>
                  <a:lnTo>
                    <a:pt x="0" y="0"/>
                  </a:lnTo>
                  <a:lnTo>
                    <a:pt x="2618232" y="0"/>
                  </a:lnTo>
                  <a:lnTo>
                    <a:pt x="2618232" y="594359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92530" y="4947666"/>
            <a:ext cx="23069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1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valid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457194" y="2681477"/>
            <a:ext cx="2152650" cy="2490470"/>
          </a:xfrm>
          <a:custGeom>
            <a:avLst/>
            <a:gdLst/>
            <a:ahLst/>
            <a:cxnLst/>
            <a:rect l="l" t="t" r="r" b="b"/>
            <a:pathLst>
              <a:path w="2152650" h="2490470">
                <a:moveTo>
                  <a:pt x="0" y="52705"/>
                </a:moveTo>
                <a:lnTo>
                  <a:pt x="2152141" y="0"/>
                </a:lnTo>
              </a:path>
              <a:path w="2152650" h="2490470">
                <a:moveTo>
                  <a:pt x="44195" y="1143000"/>
                </a:moveTo>
                <a:lnTo>
                  <a:pt x="2151506" y="1237869"/>
                </a:lnTo>
              </a:path>
              <a:path w="2152650" h="2490470">
                <a:moveTo>
                  <a:pt x="0" y="2490216"/>
                </a:moveTo>
                <a:lnTo>
                  <a:pt x="2152141" y="2490216"/>
                </a:lnTo>
              </a:path>
            </a:pathLst>
          </a:custGeom>
          <a:ln w="19050">
            <a:solidFill>
              <a:srgbClr val="111F35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6038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JSON</a:t>
            </a:r>
            <a:r>
              <a:rPr dirty="0" spc="75"/>
              <a:t> </a:t>
            </a:r>
            <a:r>
              <a:rPr dirty="0" spc="-70"/>
              <a:t>WEB</a:t>
            </a:r>
            <a:r>
              <a:rPr dirty="0" spc="55"/>
              <a:t> </a:t>
            </a:r>
            <a:r>
              <a:rPr dirty="0"/>
              <a:t>TOKEN</a:t>
            </a:r>
            <a:r>
              <a:rPr dirty="0" spc="85"/>
              <a:t> </a:t>
            </a:r>
            <a:r>
              <a:rPr dirty="0" spc="-190"/>
              <a:t>(JWT)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497060" cy="465645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JWT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widely-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adopted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standard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RFC</a:t>
            </a:r>
            <a:r>
              <a:rPr dirty="0" u="sng" sz="2800" spc="-6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7519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securely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share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claims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parties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JWT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consisting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three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parts,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separated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“.”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Structure:</a:t>
            </a:r>
            <a:r>
              <a:rPr dirty="0" sz="2800" spc="-1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D70031"/>
                </a:solidFill>
                <a:latin typeface="Calibri"/>
                <a:cs typeface="Calibri"/>
              </a:rPr>
              <a:t>Header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r>
              <a:rPr dirty="0" sz="2800" spc="-10">
                <a:solidFill>
                  <a:srgbClr val="006379"/>
                </a:solidFill>
                <a:latin typeface="Calibri"/>
                <a:cs typeface="Calibri"/>
              </a:rPr>
              <a:t>Payload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r>
              <a:rPr dirty="0" sz="2800" spc="-10">
                <a:solidFill>
                  <a:srgbClr val="00916D"/>
                </a:solidFill>
                <a:latin typeface="Calibri"/>
                <a:cs typeface="Calibri"/>
              </a:rPr>
              <a:t>Signature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800">
              <a:latin typeface="Calibri"/>
              <a:cs typeface="Calibri"/>
            </a:endParaRPr>
          </a:p>
          <a:p>
            <a:pPr algn="just" marL="1996439" marR="1243965">
              <a:lnSpc>
                <a:spcPct val="100000"/>
              </a:lnSpc>
            </a:pPr>
            <a:r>
              <a:rPr dirty="0" sz="2800" spc="-10">
                <a:solidFill>
                  <a:srgbClr val="D70031"/>
                </a:solidFill>
                <a:latin typeface="Consolas"/>
                <a:cs typeface="Consolas"/>
              </a:rPr>
              <a:t>eyJhbGciOiJIUzI1NiIsInR5cCI6IkpX VCJ9</a:t>
            </a:r>
            <a:r>
              <a:rPr dirty="0" sz="2800" spc="-10">
                <a:solidFill>
                  <a:srgbClr val="111F35"/>
                </a:solidFill>
                <a:latin typeface="Consolas"/>
                <a:cs typeface="Consolas"/>
              </a:rPr>
              <a:t>.</a:t>
            </a:r>
            <a:r>
              <a:rPr dirty="0" sz="2800" spc="-10">
                <a:solidFill>
                  <a:srgbClr val="006379"/>
                </a:solidFill>
                <a:latin typeface="Consolas"/>
                <a:cs typeface="Consolas"/>
              </a:rPr>
              <a:t>eyJuYW1lIjoibHVpZ2kiLCJyb2x lIjoiYWRtaW4iLCJleHAiOjE2NzAzOTg 0MzJ9</a:t>
            </a:r>
            <a:r>
              <a:rPr dirty="0" sz="2800" spc="-10">
                <a:solidFill>
                  <a:srgbClr val="111F35"/>
                </a:solidFill>
                <a:latin typeface="Consolas"/>
                <a:cs typeface="Consolas"/>
              </a:rPr>
              <a:t>.</a:t>
            </a:r>
            <a:r>
              <a:rPr dirty="0" sz="2800" spc="-10">
                <a:solidFill>
                  <a:srgbClr val="00916D"/>
                </a:solidFill>
                <a:latin typeface="Consolas"/>
                <a:cs typeface="Consolas"/>
              </a:rPr>
              <a:t>fopBYrax8wcB7rnPjCcOMc62IT 2lJdvyOdyixMWMZAQ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JWT:</a:t>
            </a:r>
            <a:r>
              <a:rPr dirty="0" spc="-165"/>
              <a:t> </a:t>
            </a:r>
            <a:r>
              <a:rPr dirty="0" spc="-45"/>
              <a:t>HEADER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47275" cy="20732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12890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JWT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header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contains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information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hashing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sign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format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encoded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Base64Url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Encoding</a:t>
            </a:r>
            <a:endParaRPr sz="28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merely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encoding,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encryption!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easily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be 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inverted!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6939" y="4002785"/>
            <a:ext cx="2954655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D70031"/>
                </a:solidFill>
                <a:latin typeface="Consolas"/>
                <a:cs typeface="Consolas"/>
              </a:rPr>
              <a:t>eyJhbGciOiJIUzI 1NiIsInR5cCI6Ik pXVCJ9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65392" y="3988308"/>
            <a:ext cx="4744720" cy="120142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 spc="-50">
                <a:solidFill>
                  <a:srgbClr val="D70031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>
                <a:solidFill>
                  <a:srgbClr val="D70031"/>
                </a:solidFill>
                <a:latin typeface="Consolas"/>
                <a:cs typeface="Consolas"/>
              </a:rPr>
              <a:t>"alg":</a:t>
            </a:r>
            <a:r>
              <a:rPr dirty="0" sz="1800" spc="-30">
                <a:solidFill>
                  <a:srgbClr val="D70031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D70031"/>
                </a:solidFill>
                <a:latin typeface="Consolas"/>
                <a:cs typeface="Consolas"/>
              </a:rPr>
              <a:t>"HS256",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D70031"/>
                </a:solidFill>
                <a:latin typeface="Consolas"/>
                <a:cs typeface="Consolas"/>
              </a:rPr>
              <a:t>"typ":</a:t>
            </a:r>
            <a:r>
              <a:rPr dirty="0" sz="1800" spc="-40">
                <a:solidFill>
                  <a:srgbClr val="D70031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D70031"/>
                </a:solidFill>
                <a:latin typeface="Consolas"/>
                <a:cs typeface="Consolas"/>
              </a:rPr>
              <a:t>"JWT"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solidFill>
                  <a:srgbClr val="D70031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989070" y="4530978"/>
            <a:ext cx="2576830" cy="114300"/>
          </a:xfrm>
          <a:custGeom>
            <a:avLst/>
            <a:gdLst/>
            <a:ahLst/>
            <a:cxnLst/>
            <a:rect l="l" t="t" r="r" b="b"/>
            <a:pathLst>
              <a:path w="2576829" h="114300">
                <a:moveTo>
                  <a:pt x="114300" y="0"/>
                </a:moveTo>
                <a:lnTo>
                  <a:pt x="0" y="57023"/>
                </a:lnTo>
                <a:lnTo>
                  <a:pt x="114300" y="114300"/>
                </a:lnTo>
                <a:lnTo>
                  <a:pt x="114300" y="76214"/>
                </a:lnTo>
                <a:lnTo>
                  <a:pt x="95250" y="76214"/>
                </a:lnTo>
                <a:lnTo>
                  <a:pt x="95250" y="38114"/>
                </a:lnTo>
                <a:lnTo>
                  <a:pt x="114300" y="38114"/>
                </a:lnTo>
                <a:lnTo>
                  <a:pt x="114300" y="0"/>
                </a:lnTo>
                <a:close/>
              </a:path>
              <a:path w="2576829" h="114300">
                <a:moveTo>
                  <a:pt x="114300" y="38114"/>
                </a:moveTo>
                <a:lnTo>
                  <a:pt x="114300" y="76214"/>
                </a:lnTo>
                <a:lnTo>
                  <a:pt x="2576829" y="78105"/>
                </a:lnTo>
                <a:lnTo>
                  <a:pt x="2576829" y="40005"/>
                </a:lnTo>
                <a:lnTo>
                  <a:pt x="114300" y="38114"/>
                </a:lnTo>
                <a:close/>
              </a:path>
              <a:path w="2576829" h="114300">
                <a:moveTo>
                  <a:pt x="114300" y="38114"/>
                </a:moveTo>
                <a:lnTo>
                  <a:pt x="95250" y="38114"/>
                </a:lnTo>
                <a:lnTo>
                  <a:pt x="95250" y="76214"/>
                </a:lnTo>
                <a:lnTo>
                  <a:pt x="114300" y="76214"/>
                </a:lnTo>
                <a:lnTo>
                  <a:pt x="114300" y="38114"/>
                </a:lnTo>
                <a:close/>
              </a:path>
            </a:pathLst>
          </a:custGeom>
          <a:solidFill>
            <a:srgbClr val="D70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429125" y="4237735"/>
            <a:ext cx="1871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Base64Url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Encoding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5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1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15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REST</a:t>
            </a:r>
            <a:r>
              <a:rPr dirty="0" spc="-5"/>
              <a:t> </a:t>
            </a:r>
            <a:r>
              <a:rPr dirty="0" spc="-10"/>
              <a:t>Paradigm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JWT:</a:t>
            </a:r>
            <a:r>
              <a:rPr dirty="0" spc="-165"/>
              <a:t> </a:t>
            </a:r>
            <a:r>
              <a:rPr dirty="0" spc="-10"/>
              <a:t>PAYLOAD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802495" cy="24561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payload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containing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claims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registered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claims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recommended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«exp»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indicates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expiration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token)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Claims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customizable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(we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claim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payload)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encoded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Base64Url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Encoding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6155" y="4107891"/>
            <a:ext cx="2955290" cy="2159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006379"/>
                </a:solidFill>
                <a:latin typeface="Consolas"/>
                <a:cs typeface="Consolas"/>
              </a:rPr>
              <a:t>eyJuYW1lIjoibHV pZ2kiLCJyb2xlIj oiYWRtaW4iLCJle HAiOjE2NzAzOTg0 </a:t>
            </a:r>
            <a:r>
              <a:rPr dirty="0" sz="2800" spc="-20">
                <a:solidFill>
                  <a:srgbClr val="006379"/>
                </a:solidFill>
                <a:latin typeface="Consolas"/>
                <a:cs typeface="Consolas"/>
              </a:rPr>
              <a:t>MzJ9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09588" y="4093464"/>
            <a:ext cx="4744720" cy="14782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65"/>
              </a:spcBef>
            </a:pPr>
            <a:r>
              <a:rPr dirty="0" sz="1800" spc="-50">
                <a:solidFill>
                  <a:srgbClr val="00637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900">
              <a:lnSpc>
                <a:spcPct val="100000"/>
              </a:lnSpc>
            </a:pPr>
            <a:r>
              <a:rPr dirty="0" sz="1800">
                <a:solidFill>
                  <a:srgbClr val="006379"/>
                </a:solidFill>
                <a:latin typeface="Consolas"/>
                <a:cs typeface="Consolas"/>
              </a:rPr>
              <a:t>"name":</a:t>
            </a:r>
            <a:r>
              <a:rPr dirty="0" sz="1800" spc="-45">
                <a:solidFill>
                  <a:srgbClr val="006379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6379"/>
                </a:solidFill>
                <a:latin typeface="Consolas"/>
                <a:cs typeface="Consolas"/>
              </a:rPr>
              <a:t>"luigi",</a:t>
            </a:r>
            <a:endParaRPr sz="1800">
              <a:latin typeface="Consolas"/>
              <a:cs typeface="Consolas"/>
            </a:endParaRPr>
          </a:p>
          <a:p>
            <a:pPr marL="342900" marR="2262505">
              <a:lnSpc>
                <a:spcPct val="100000"/>
              </a:lnSpc>
            </a:pPr>
            <a:r>
              <a:rPr dirty="0" sz="1800">
                <a:solidFill>
                  <a:srgbClr val="006379"/>
                </a:solidFill>
                <a:latin typeface="Consolas"/>
                <a:cs typeface="Consolas"/>
              </a:rPr>
              <a:t>"role":</a:t>
            </a:r>
            <a:r>
              <a:rPr dirty="0" sz="1800" spc="-35">
                <a:solidFill>
                  <a:srgbClr val="006379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6379"/>
                </a:solidFill>
                <a:latin typeface="Consolas"/>
                <a:cs typeface="Consolas"/>
              </a:rPr>
              <a:t>"admin", </a:t>
            </a:r>
            <a:r>
              <a:rPr dirty="0" sz="1800">
                <a:solidFill>
                  <a:srgbClr val="006379"/>
                </a:solidFill>
                <a:latin typeface="Consolas"/>
                <a:cs typeface="Consolas"/>
              </a:rPr>
              <a:t>"exp":</a:t>
            </a:r>
            <a:r>
              <a:rPr dirty="0" sz="1800" spc="-25">
                <a:solidFill>
                  <a:srgbClr val="006379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6379"/>
                </a:solidFill>
                <a:latin typeface="Consolas"/>
                <a:cs typeface="Consolas"/>
              </a:rPr>
              <a:t>1670398432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 spc="-50">
                <a:solidFill>
                  <a:srgbClr val="00637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034790" y="4776342"/>
            <a:ext cx="2576830" cy="114300"/>
          </a:xfrm>
          <a:custGeom>
            <a:avLst/>
            <a:gdLst/>
            <a:ahLst/>
            <a:cxnLst/>
            <a:rect l="l" t="t" r="r" b="b"/>
            <a:pathLst>
              <a:path w="2576829" h="114300">
                <a:moveTo>
                  <a:pt x="114300" y="0"/>
                </a:moveTo>
                <a:lnTo>
                  <a:pt x="0" y="57022"/>
                </a:lnTo>
                <a:lnTo>
                  <a:pt x="114300" y="114299"/>
                </a:lnTo>
                <a:lnTo>
                  <a:pt x="114300" y="76214"/>
                </a:lnTo>
                <a:lnTo>
                  <a:pt x="95250" y="76214"/>
                </a:lnTo>
                <a:lnTo>
                  <a:pt x="95250" y="38114"/>
                </a:lnTo>
                <a:lnTo>
                  <a:pt x="114300" y="38114"/>
                </a:lnTo>
                <a:lnTo>
                  <a:pt x="114300" y="0"/>
                </a:lnTo>
                <a:close/>
              </a:path>
              <a:path w="2576829" h="114300">
                <a:moveTo>
                  <a:pt x="114300" y="38114"/>
                </a:moveTo>
                <a:lnTo>
                  <a:pt x="114300" y="76214"/>
                </a:lnTo>
                <a:lnTo>
                  <a:pt x="2576830" y="78104"/>
                </a:lnTo>
                <a:lnTo>
                  <a:pt x="2576830" y="40004"/>
                </a:lnTo>
                <a:lnTo>
                  <a:pt x="114300" y="38114"/>
                </a:lnTo>
                <a:close/>
              </a:path>
              <a:path w="2576829" h="114300">
                <a:moveTo>
                  <a:pt x="114300" y="38114"/>
                </a:moveTo>
                <a:lnTo>
                  <a:pt x="95250" y="38114"/>
                </a:lnTo>
                <a:lnTo>
                  <a:pt x="95250" y="76214"/>
                </a:lnTo>
                <a:lnTo>
                  <a:pt x="114300" y="76214"/>
                </a:lnTo>
                <a:lnTo>
                  <a:pt x="114300" y="38114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429125" y="4481829"/>
            <a:ext cx="1871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Base64Url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Encoding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JWT:</a:t>
            </a:r>
            <a:r>
              <a:rPr dirty="0" spc="-165"/>
              <a:t> </a:t>
            </a:r>
            <a:r>
              <a:rPr dirty="0" spc="-35"/>
              <a:t>SIGNATURE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448800" cy="414782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ensure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tokens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tampered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forged,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signature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included</a:t>
            </a:r>
            <a:endParaRPr sz="2800">
              <a:latin typeface="Calibri"/>
              <a:cs typeface="Calibri"/>
            </a:endParaRPr>
          </a:p>
          <a:p>
            <a:pPr marL="240029" marR="252729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signature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obtained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applying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cryptographic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hashing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obtained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concatenating: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header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payload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secret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key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known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issues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Actually,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JWT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signatures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little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bit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complex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endParaRPr sz="2800">
              <a:latin typeface="Calibri"/>
              <a:cs typeface="Calibri"/>
            </a:endParaRPr>
          </a:p>
          <a:p>
            <a:pPr lvl="1" marL="696595" marR="1018540" indent="-227329">
              <a:lnSpc>
                <a:spcPts val="2590"/>
              </a:lnSpc>
              <a:spcBef>
                <a:spcPts val="57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Check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HS256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RS256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more: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https://auth0.com/blog/rs256-</a:t>
            </a:r>
            <a:r>
              <a:rPr dirty="0" u="sng" sz="24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vs-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hs256-whats-</a:t>
            </a:r>
            <a:r>
              <a:rPr dirty="0" u="sng" sz="24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the-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difference/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542794" y="3116579"/>
            <a:ext cx="2774950" cy="114300"/>
          </a:xfrm>
          <a:custGeom>
            <a:avLst/>
            <a:gdLst/>
            <a:ahLst/>
            <a:cxnLst/>
            <a:rect l="l" t="t" r="r" b="b"/>
            <a:pathLst>
              <a:path w="2774950" h="114300">
                <a:moveTo>
                  <a:pt x="2660396" y="0"/>
                </a:moveTo>
                <a:lnTo>
                  <a:pt x="2660396" y="114300"/>
                </a:lnTo>
                <a:lnTo>
                  <a:pt x="2736596" y="76200"/>
                </a:lnTo>
                <a:lnTo>
                  <a:pt x="2679446" y="76200"/>
                </a:lnTo>
                <a:lnTo>
                  <a:pt x="2679446" y="38100"/>
                </a:lnTo>
                <a:lnTo>
                  <a:pt x="2736596" y="38100"/>
                </a:lnTo>
                <a:lnTo>
                  <a:pt x="2660396" y="0"/>
                </a:lnTo>
                <a:close/>
              </a:path>
              <a:path w="2774950" h="114300">
                <a:moveTo>
                  <a:pt x="26603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660396" y="76200"/>
                </a:lnTo>
                <a:lnTo>
                  <a:pt x="2660396" y="38100"/>
                </a:lnTo>
                <a:close/>
              </a:path>
              <a:path w="2774950" h="114300">
                <a:moveTo>
                  <a:pt x="2736596" y="38100"/>
                </a:moveTo>
                <a:lnTo>
                  <a:pt x="2679446" y="38100"/>
                </a:lnTo>
                <a:lnTo>
                  <a:pt x="2679446" y="76200"/>
                </a:lnTo>
                <a:lnTo>
                  <a:pt x="2736596" y="76200"/>
                </a:lnTo>
                <a:lnTo>
                  <a:pt x="2774696" y="57150"/>
                </a:lnTo>
                <a:lnTo>
                  <a:pt x="2736596" y="3810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542794" y="2592323"/>
            <a:ext cx="2774950" cy="114300"/>
          </a:xfrm>
          <a:custGeom>
            <a:avLst/>
            <a:gdLst/>
            <a:ahLst/>
            <a:cxnLst/>
            <a:rect l="l" t="t" r="r" b="b"/>
            <a:pathLst>
              <a:path w="2774950" h="114300">
                <a:moveTo>
                  <a:pt x="2660396" y="0"/>
                </a:moveTo>
                <a:lnTo>
                  <a:pt x="2660396" y="114300"/>
                </a:lnTo>
                <a:lnTo>
                  <a:pt x="2736596" y="76200"/>
                </a:lnTo>
                <a:lnTo>
                  <a:pt x="2679446" y="76200"/>
                </a:lnTo>
                <a:lnTo>
                  <a:pt x="2679446" y="38100"/>
                </a:lnTo>
                <a:lnTo>
                  <a:pt x="2736596" y="38100"/>
                </a:lnTo>
                <a:lnTo>
                  <a:pt x="2660396" y="0"/>
                </a:lnTo>
                <a:close/>
              </a:path>
              <a:path w="2774950" h="114300">
                <a:moveTo>
                  <a:pt x="26603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660396" y="76200"/>
                </a:lnTo>
                <a:lnTo>
                  <a:pt x="2660396" y="38100"/>
                </a:lnTo>
                <a:close/>
              </a:path>
              <a:path w="2774950" h="114300">
                <a:moveTo>
                  <a:pt x="2736596" y="38100"/>
                </a:moveTo>
                <a:lnTo>
                  <a:pt x="2679446" y="38100"/>
                </a:lnTo>
                <a:lnTo>
                  <a:pt x="2679446" y="76200"/>
                </a:lnTo>
                <a:lnTo>
                  <a:pt x="2736596" y="76200"/>
                </a:lnTo>
                <a:lnTo>
                  <a:pt x="2774696" y="57150"/>
                </a:lnTo>
                <a:lnTo>
                  <a:pt x="2736596" y="3810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CRYPTOGRAPHIC</a:t>
            </a:r>
            <a:r>
              <a:rPr dirty="0" spc="-30"/>
              <a:t> </a:t>
            </a:r>
            <a:r>
              <a:rPr dirty="0" spc="50"/>
              <a:t>HASHING</a:t>
            </a:r>
            <a:r>
              <a:rPr dirty="0" spc="-60"/>
              <a:t> </a:t>
            </a:r>
            <a:r>
              <a:rPr dirty="0" spc="-10"/>
              <a:t>FUNCTIONS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962050" y="1533220"/>
            <a:ext cx="9645015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map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arbitrary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binary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fixed-size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binary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digest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hash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3365398"/>
            <a:ext cx="10090150" cy="26708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Secure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cryptographic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hashing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interesting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properties:</a:t>
            </a:r>
            <a:endParaRPr sz="2800">
              <a:latin typeface="Calibri"/>
              <a:cs typeface="Calibri"/>
            </a:endParaRPr>
          </a:p>
          <a:p>
            <a:pPr marL="240029" marR="158750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virtually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collision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free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(basically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it’s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impossible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two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inputs</a:t>
            </a:r>
            <a:r>
              <a:rPr dirty="0" sz="2800" spc="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digest)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computed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easily,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cannot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inverted</a:t>
            </a:r>
            <a:endParaRPr sz="2800">
              <a:latin typeface="Calibri"/>
              <a:cs typeface="Calibri"/>
            </a:endParaRPr>
          </a:p>
          <a:p>
            <a:pPr lvl="1" marL="696595" marR="855344" indent="-227329">
              <a:lnSpc>
                <a:spcPts val="2590"/>
              </a:lnSpc>
              <a:spcBef>
                <a:spcPts val="57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Given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input,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easy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compute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digest.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given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digest,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it’s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unfeasible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compute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generated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3275" y="2465832"/>
            <a:ext cx="2239010" cy="36576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24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dirty="0" sz="1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Technologies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15711" y="2465832"/>
            <a:ext cx="6490970" cy="365760"/>
          </a:xfrm>
          <a:prstGeom prst="rect">
            <a:avLst/>
          </a:prstGeom>
          <a:solidFill>
            <a:srgbClr val="00916D"/>
          </a:solidFill>
          <a:ln w="12700">
            <a:solidFill>
              <a:srgbClr val="00392A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520"/>
              </a:spcBef>
            </a:pP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72bdf1226df1010dfb47cffaed85f5b35ae15ec9b482388691fa7a662a114113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3275" y="2990088"/>
            <a:ext cx="2239010" cy="36576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31115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24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dirty="0" sz="1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Technologies!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15711" y="2990088"/>
            <a:ext cx="6490970" cy="365760"/>
          </a:xfrm>
          <a:prstGeom prst="rect">
            <a:avLst/>
          </a:prstGeom>
          <a:solidFill>
            <a:srgbClr val="00916D"/>
          </a:solidFill>
          <a:ln w="12700">
            <a:solidFill>
              <a:srgbClr val="00392A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525"/>
              </a:spcBef>
            </a:pP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1a6791a2eab52c7c71d3e1225632d866b48a3abad91df15b2d44ab6004877993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869438" y="2459482"/>
            <a:ext cx="2062480" cy="902969"/>
            <a:chOff x="2869438" y="2459482"/>
            <a:chExt cx="2062480" cy="902969"/>
          </a:xfrm>
        </p:grpSpPr>
        <p:sp>
          <p:nvSpPr>
            <p:cNvPr id="12" name="object 12" descr=""/>
            <p:cNvSpPr/>
            <p:nvPr/>
          </p:nvSpPr>
          <p:spPr>
            <a:xfrm>
              <a:off x="2875788" y="2465832"/>
              <a:ext cx="2049780" cy="890269"/>
            </a:xfrm>
            <a:custGeom>
              <a:avLst/>
              <a:gdLst/>
              <a:ahLst/>
              <a:cxnLst/>
              <a:rect l="l" t="t" r="r" b="b"/>
              <a:pathLst>
                <a:path w="2049779" h="890270">
                  <a:moveTo>
                    <a:pt x="1901444" y="0"/>
                  </a:moveTo>
                  <a:lnTo>
                    <a:pt x="148336" y="0"/>
                  </a:lnTo>
                  <a:lnTo>
                    <a:pt x="101453" y="7563"/>
                  </a:lnTo>
                  <a:lnTo>
                    <a:pt x="60734" y="28622"/>
                  </a:lnTo>
                  <a:lnTo>
                    <a:pt x="28622" y="60734"/>
                  </a:lnTo>
                  <a:lnTo>
                    <a:pt x="7563" y="101453"/>
                  </a:lnTo>
                  <a:lnTo>
                    <a:pt x="0" y="148335"/>
                  </a:lnTo>
                  <a:lnTo>
                    <a:pt x="0" y="741679"/>
                  </a:lnTo>
                  <a:lnTo>
                    <a:pt x="7563" y="788562"/>
                  </a:lnTo>
                  <a:lnTo>
                    <a:pt x="28622" y="829281"/>
                  </a:lnTo>
                  <a:lnTo>
                    <a:pt x="60734" y="861393"/>
                  </a:lnTo>
                  <a:lnTo>
                    <a:pt x="101453" y="882452"/>
                  </a:lnTo>
                  <a:lnTo>
                    <a:pt x="148336" y="890015"/>
                  </a:lnTo>
                  <a:lnTo>
                    <a:pt x="1901444" y="890015"/>
                  </a:lnTo>
                  <a:lnTo>
                    <a:pt x="1948326" y="882452"/>
                  </a:lnTo>
                  <a:lnTo>
                    <a:pt x="1989045" y="861393"/>
                  </a:lnTo>
                  <a:lnTo>
                    <a:pt x="2021157" y="829281"/>
                  </a:lnTo>
                  <a:lnTo>
                    <a:pt x="2042216" y="788562"/>
                  </a:lnTo>
                  <a:lnTo>
                    <a:pt x="2049779" y="741679"/>
                  </a:lnTo>
                  <a:lnTo>
                    <a:pt x="2049779" y="148335"/>
                  </a:lnTo>
                  <a:lnTo>
                    <a:pt x="2042216" y="101453"/>
                  </a:lnTo>
                  <a:lnTo>
                    <a:pt x="2021157" y="60734"/>
                  </a:lnTo>
                  <a:lnTo>
                    <a:pt x="1989045" y="28622"/>
                  </a:lnTo>
                  <a:lnTo>
                    <a:pt x="1948326" y="7563"/>
                  </a:lnTo>
                  <a:lnTo>
                    <a:pt x="1901444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875788" y="2465832"/>
              <a:ext cx="2049780" cy="890269"/>
            </a:xfrm>
            <a:custGeom>
              <a:avLst/>
              <a:gdLst/>
              <a:ahLst/>
              <a:cxnLst/>
              <a:rect l="l" t="t" r="r" b="b"/>
              <a:pathLst>
                <a:path w="2049779" h="890270">
                  <a:moveTo>
                    <a:pt x="0" y="148335"/>
                  </a:moveTo>
                  <a:lnTo>
                    <a:pt x="7563" y="101453"/>
                  </a:lnTo>
                  <a:lnTo>
                    <a:pt x="28622" y="60734"/>
                  </a:lnTo>
                  <a:lnTo>
                    <a:pt x="60734" y="28622"/>
                  </a:lnTo>
                  <a:lnTo>
                    <a:pt x="101453" y="7563"/>
                  </a:lnTo>
                  <a:lnTo>
                    <a:pt x="148336" y="0"/>
                  </a:lnTo>
                  <a:lnTo>
                    <a:pt x="1901444" y="0"/>
                  </a:lnTo>
                  <a:lnTo>
                    <a:pt x="1948326" y="7563"/>
                  </a:lnTo>
                  <a:lnTo>
                    <a:pt x="1989045" y="28622"/>
                  </a:lnTo>
                  <a:lnTo>
                    <a:pt x="2021157" y="60734"/>
                  </a:lnTo>
                  <a:lnTo>
                    <a:pt x="2042216" y="101453"/>
                  </a:lnTo>
                  <a:lnTo>
                    <a:pt x="2049779" y="148335"/>
                  </a:lnTo>
                  <a:lnTo>
                    <a:pt x="2049779" y="741679"/>
                  </a:lnTo>
                  <a:lnTo>
                    <a:pt x="2042216" y="788562"/>
                  </a:lnTo>
                  <a:lnTo>
                    <a:pt x="2021157" y="829281"/>
                  </a:lnTo>
                  <a:lnTo>
                    <a:pt x="1989045" y="861393"/>
                  </a:lnTo>
                  <a:lnTo>
                    <a:pt x="1948326" y="882452"/>
                  </a:lnTo>
                  <a:lnTo>
                    <a:pt x="1901444" y="890015"/>
                  </a:lnTo>
                  <a:lnTo>
                    <a:pt x="148336" y="890015"/>
                  </a:lnTo>
                  <a:lnTo>
                    <a:pt x="101453" y="882452"/>
                  </a:lnTo>
                  <a:lnTo>
                    <a:pt x="60734" y="861393"/>
                  </a:lnTo>
                  <a:lnTo>
                    <a:pt x="28622" y="829281"/>
                  </a:lnTo>
                  <a:lnTo>
                    <a:pt x="7563" y="788562"/>
                  </a:lnTo>
                  <a:lnTo>
                    <a:pt x="0" y="741679"/>
                  </a:lnTo>
                  <a:lnTo>
                    <a:pt x="0" y="148335"/>
                  </a:lnTo>
                  <a:close/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084957" y="2471673"/>
            <a:ext cx="163195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190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Cryptographic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Hashing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Function (SHA2-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256)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22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JSON</a:t>
            </a:r>
            <a:r>
              <a:rPr dirty="0" spc="50"/>
              <a:t> </a:t>
            </a:r>
            <a:r>
              <a:rPr dirty="0" spc="-65"/>
              <a:t>WEB</a:t>
            </a:r>
            <a:r>
              <a:rPr dirty="0" spc="35"/>
              <a:t> </a:t>
            </a:r>
            <a:r>
              <a:rPr dirty="0"/>
              <a:t>TOKEN:</a:t>
            </a:r>
            <a:r>
              <a:rPr dirty="0" spc="50"/>
              <a:t> </a:t>
            </a:r>
            <a:r>
              <a:rPr dirty="0" spc="-70"/>
              <a:t>OVERVIEW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839213"/>
            <a:ext cx="2955290" cy="4293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D70031"/>
                </a:solidFill>
                <a:latin typeface="Consolas"/>
                <a:cs typeface="Consolas"/>
              </a:rPr>
              <a:t>eyJhbGciOiJIUzI 1NiIsInR5cCI6Ik pXVCJ9</a:t>
            </a:r>
            <a:r>
              <a:rPr dirty="0" sz="2800" spc="-10">
                <a:solidFill>
                  <a:srgbClr val="111F35"/>
                </a:solidFill>
                <a:latin typeface="Consolas"/>
                <a:cs typeface="Consolas"/>
              </a:rPr>
              <a:t>.</a:t>
            </a:r>
            <a:r>
              <a:rPr dirty="0" sz="2800" spc="-10">
                <a:solidFill>
                  <a:srgbClr val="006379"/>
                </a:solidFill>
                <a:latin typeface="Consolas"/>
                <a:cs typeface="Consolas"/>
              </a:rPr>
              <a:t>eyJuYW1l IjoibHVpZ2kiLCJ yb2xlIjoiYWRtaW 4iLCJleHAiOjE2N zAzOTg0MzJ9</a:t>
            </a:r>
            <a:r>
              <a:rPr dirty="0" sz="2800" spc="-10">
                <a:solidFill>
                  <a:srgbClr val="111F35"/>
                </a:solidFill>
                <a:latin typeface="Consolas"/>
                <a:cs typeface="Consolas"/>
              </a:rPr>
              <a:t>.</a:t>
            </a:r>
            <a:r>
              <a:rPr dirty="0" sz="2800" spc="-10">
                <a:solidFill>
                  <a:srgbClr val="00916D"/>
                </a:solidFill>
                <a:latin typeface="Consolas"/>
                <a:cs typeface="Consolas"/>
              </a:rPr>
              <a:t>fop BYrax8wcB7rnPjC cOMc62IT2lJdvyO dyixMWMZAQ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09588" y="1825751"/>
            <a:ext cx="4744720" cy="120142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50"/>
              </a:spcBef>
            </a:pPr>
            <a:r>
              <a:rPr dirty="0" sz="1800" spc="-50">
                <a:solidFill>
                  <a:srgbClr val="D70031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900">
              <a:lnSpc>
                <a:spcPct val="100000"/>
              </a:lnSpc>
            </a:pPr>
            <a:r>
              <a:rPr dirty="0" sz="1800">
                <a:solidFill>
                  <a:srgbClr val="D70031"/>
                </a:solidFill>
                <a:latin typeface="Consolas"/>
                <a:cs typeface="Consolas"/>
              </a:rPr>
              <a:t>"alg":</a:t>
            </a:r>
            <a:r>
              <a:rPr dirty="0" sz="1800" spc="-30">
                <a:solidFill>
                  <a:srgbClr val="D70031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D70031"/>
                </a:solidFill>
                <a:latin typeface="Consolas"/>
                <a:cs typeface="Consolas"/>
              </a:rPr>
              <a:t>"HS256",</a:t>
            </a:r>
            <a:endParaRPr sz="1800">
              <a:latin typeface="Consolas"/>
              <a:cs typeface="Consolas"/>
            </a:endParaRPr>
          </a:p>
          <a:p>
            <a:pPr marL="342900">
              <a:lnSpc>
                <a:spcPct val="100000"/>
              </a:lnSpc>
            </a:pPr>
            <a:r>
              <a:rPr dirty="0" sz="1800">
                <a:solidFill>
                  <a:srgbClr val="D70031"/>
                </a:solidFill>
                <a:latin typeface="Consolas"/>
                <a:cs typeface="Consolas"/>
              </a:rPr>
              <a:t>"typ":</a:t>
            </a:r>
            <a:r>
              <a:rPr dirty="0" sz="1800" spc="-35">
                <a:solidFill>
                  <a:srgbClr val="D70031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D70031"/>
                </a:solidFill>
                <a:latin typeface="Consolas"/>
                <a:cs typeface="Consolas"/>
              </a:rPr>
              <a:t>"JWT"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solidFill>
                  <a:srgbClr val="D70031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09588" y="3136392"/>
            <a:ext cx="4744720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50"/>
              </a:spcBef>
            </a:pPr>
            <a:r>
              <a:rPr dirty="0" sz="1800" spc="-50">
                <a:solidFill>
                  <a:srgbClr val="00637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9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6379"/>
                </a:solidFill>
                <a:latin typeface="Consolas"/>
                <a:cs typeface="Consolas"/>
              </a:rPr>
              <a:t>"name":</a:t>
            </a:r>
            <a:r>
              <a:rPr dirty="0" sz="1800" spc="-35">
                <a:solidFill>
                  <a:srgbClr val="006379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6379"/>
                </a:solidFill>
                <a:latin typeface="Consolas"/>
                <a:cs typeface="Consolas"/>
              </a:rPr>
              <a:t>"luigi",</a:t>
            </a:r>
            <a:endParaRPr sz="1800">
              <a:latin typeface="Consolas"/>
              <a:cs typeface="Consolas"/>
            </a:endParaRPr>
          </a:p>
          <a:p>
            <a:pPr marL="342900" marR="2262505">
              <a:lnSpc>
                <a:spcPct val="100000"/>
              </a:lnSpc>
            </a:pPr>
            <a:r>
              <a:rPr dirty="0" sz="1800">
                <a:solidFill>
                  <a:srgbClr val="006379"/>
                </a:solidFill>
                <a:latin typeface="Consolas"/>
                <a:cs typeface="Consolas"/>
              </a:rPr>
              <a:t>"role":</a:t>
            </a:r>
            <a:r>
              <a:rPr dirty="0" sz="1800" spc="-35">
                <a:solidFill>
                  <a:srgbClr val="006379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6379"/>
                </a:solidFill>
                <a:latin typeface="Consolas"/>
                <a:cs typeface="Consolas"/>
              </a:rPr>
              <a:t>"admin", </a:t>
            </a:r>
            <a:r>
              <a:rPr dirty="0" sz="1800">
                <a:solidFill>
                  <a:srgbClr val="006379"/>
                </a:solidFill>
                <a:latin typeface="Consolas"/>
                <a:cs typeface="Consolas"/>
              </a:rPr>
              <a:t>"exp":</a:t>
            </a:r>
            <a:r>
              <a:rPr dirty="0" sz="1800" spc="-25">
                <a:solidFill>
                  <a:srgbClr val="006379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6379"/>
                </a:solidFill>
                <a:latin typeface="Consolas"/>
                <a:cs typeface="Consolas"/>
              </a:rPr>
              <a:t>1670398432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 spc="-50">
                <a:solidFill>
                  <a:srgbClr val="00637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09588" y="4728971"/>
            <a:ext cx="4744720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54"/>
              </a:spcBef>
            </a:pPr>
            <a:r>
              <a:rPr dirty="0" sz="1800" spc="-10">
                <a:solidFill>
                  <a:srgbClr val="00916D"/>
                </a:solidFill>
                <a:latin typeface="Consolas"/>
                <a:cs typeface="Consolas"/>
              </a:rPr>
              <a:t>HMACSHA256(</a:t>
            </a:r>
            <a:endParaRPr sz="1800">
              <a:latin typeface="Consolas"/>
              <a:cs typeface="Consolas"/>
            </a:endParaRPr>
          </a:p>
          <a:p>
            <a:pPr marL="592455" marR="25654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916D"/>
                </a:solidFill>
                <a:latin typeface="Consolas"/>
                <a:cs typeface="Consolas"/>
              </a:rPr>
              <a:t>base64UrlEncode(</a:t>
            </a:r>
            <a:r>
              <a:rPr dirty="0" sz="1800">
                <a:solidFill>
                  <a:srgbClr val="D70031"/>
                </a:solidFill>
                <a:latin typeface="Consolas"/>
                <a:cs typeface="Consolas"/>
              </a:rPr>
              <a:t>header</a:t>
            </a:r>
            <a:r>
              <a:rPr dirty="0" sz="1800">
                <a:solidFill>
                  <a:srgbClr val="00916D"/>
                </a:solidFill>
                <a:latin typeface="Consolas"/>
                <a:cs typeface="Consolas"/>
              </a:rPr>
              <a:t>)</a:t>
            </a:r>
            <a:r>
              <a:rPr dirty="0" sz="1800" spc="-55">
                <a:solidFill>
                  <a:srgbClr val="00916D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916D"/>
                </a:solidFill>
                <a:latin typeface="Consolas"/>
                <a:cs typeface="Consolas"/>
              </a:rPr>
              <a:t>+</a:t>
            </a:r>
            <a:r>
              <a:rPr dirty="0" sz="1800" spc="-30">
                <a:solidFill>
                  <a:srgbClr val="00916D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916D"/>
                </a:solidFill>
                <a:latin typeface="Consolas"/>
                <a:cs typeface="Consolas"/>
              </a:rPr>
              <a:t>"."</a:t>
            </a:r>
            <a:r>
              <a:rPr dirty="0" sz="1800" spc="-40">
                <a:solidFill>
                  <a:srgbClr val="00916D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00916D"/>
                </a:solidFill>
                <a:latin typeface="Consolas"/>
                <a:cs typeface="Consolas"/>
              </a:rPr>
              <a:t>+ </a:t>
            </a:r>
            <a:r>
              <a:rPr dirty="0" sz="1800" spc="-10">
                <a:solidFill>
                  <a:srgbClr val="00916D"/>
                </a:solidFill>
                <a:latin typeface="Consolas"/>
                <a:cs typeface="Consolas"/>
              </a:rPr>
              <a:t>base64UrlEncode(</a:t>
            </a:r>
            <a:r>
              <a:rPr dirty="0" sz="1800" spc="-10">
                <a:solidFill>
                  <a:srgbClr val="006379"/>
                </a:solidFill>
                <a:latin typeface="Consolas"/>
                <a:cs typeface="Consolas"/>
              </a:rPr>
              <a:t>payload</a:t>
            </a:r>
            <a:r>
              <a:rPr dirty="0" sz="1800" spc="-10">
                <a:solidFill>
                  <a:srgbClr val="00916D"/>
                </a:solidFill>
                <a:latin typeface="Consolas"/>
                <a:cs typeface="Consolas"/>
              </a:rPr>
              <a:t>), </a:t>
            </a:r>
            <a:r>
              <a:rPr dirty="0" sz="1800" spc="-10" b="1">
                <a:solidFill>
                  <a:srgbClr val="00916D"/>
                </a:solidFill>
                <a:latin typeface="Consolas"/>
                <a:cs typeface="Consolas"/>
              </a:rPr>
              <a:t>secret_key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 spc="-50">
                <a:solidFill>
                  <a:srgbClr val="00916D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034790" y="2366898"/>
            <a:ext cx="2576830" cy="114300"/>
          </a:xfrm>
          <a:custGeom>
            <a:avLst/>
            <a:gdLst/>
            <a:ahLst/>
            <a:cxnLst/>
            <a:rect l="l" t="t" r="r" b="b"/>
            <a:pathLst>
              <a:path w="2576829" h="114300">
                <a:moveTo>
                  <a:pt x="114300" y="0"/>
                </a:moveTo>
                <a:lnTo>
                  <a:pt x="0" y="57023"/>
                </a:lnTo>
                <a:lnTo>
                  <a:pt x="114300" y="114300"/>
                </a:lnTo>
                <a:lnTo>
                  <a:pt x="114300" y="76214"/>
                </a:lnTo>
                <a:lnTo>
                  <a:pt x="95250" y="76214"/>
                </a:lnTo>
                <a:lnTo>
                  <a:pt x="95250" y="38114"/>
                </a:lnTo>
                <a:lnTo>
                  <a:pt x="114300" y="38114"/>
                </a:lnTo>
                <a:lnTo>
                  <a:pt x="114300" y="0"/>
                </a:lnTo>
                <a:close/>
              </a:path>
              <a:path w="2576829" h="114300">
                <a:moveTo>
                  <a:pt x="114300" y="38114"/>
                </a:moveTo>
                <a:lnTo>
                  <a:pt x="114300" y="76214"/>
                </a:lnTo>
                <a:lnTo>
                  <a:pt x="2576830" y="78104"/>
                </a:lnTo>
                <a:lnTo>
                  <a:pt x="2576830" y="40004"/>
                </a:lnTo>
                <a:lnTo>
                  <a:pt x="114300" y="38114"/>
                </a:lnTo>
                <a:close/>
              </a:path>
              <a:path w="2576829" h="114300">
                <a:moveTo>
                  <a:pt x="114300" y="38114"/>
                </a:moveTo>
                <a:lnTo>
                  <a:pt x="95250" y="38114"/>
                </a:lnTo>
                <a:lnTo>
                  <a:pt x="95250" y="76214"/>
                </a:lnTo>
                <a:lnTo>
                  <a:pt x="114300" y="76214"/>
                </a:lnTo>
                <a:lnTo>
                  <a:pt x="114300" y="38114"/>
                </a:lnTo>
                <a:close/>
              </a:path>
            </a:pathLst>
          </a:custGeom>
          <a:solidFill>
            <a:srgbClr val="D70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034790" y="3817746"/>
            <a:ext cx="2576830" cy="114300"/>
          </a:xfrm>
          <a:custGeom>
            <a:avLst/>
            <a:gdLst/>
            <a:ahLst/>
            <a:cxnLst/>
            <a:rect l="l" t="t" r="r" b="b"/>
            <a:pathLst>
              <a:path w="2576829" h="114300">
                <a:moveTo>
                  <a:pt x="114300" y="0"/>
                </a:moveTo>
                <a:lnTo>
                  <a:pt x="0" y="57022"/>
                </a:lnTo>
                <a:lnTo>
                  <a:pt x="114300" y="114300"/>
                </a:lnTo>
                <a:lnTo>
                  <a:pt x="114300" y="76214"/>
                </a:lnTo>
                <a:lnTo>
                  <a:pt x="95250" y="76214"/>
                </a:lnTo>
                <a:lnTo>
                  <a:pt x="95250" y="38114"/>
                </a:lnTo>
                <a:lnTo>
                  <a:pt x="114300" y="38114"/>
                </a:lnTo>
                <a:lnTo>
                  <a:pt x="114300" y="0"/>
                </a:lnTo>
                <a:close/>
              </a:path>
              <a:path w="2576829" h="114300">
                <a:moveTo>
                  <a:pt x="114300" y="38114"/>
                </a:moveTo>
                <a:lnTo>
                  <a:pt x="114300" y="76214"/>
                </a:lnTo>
                <a:lnTo>
                  <a:pt x="2576830" y="78104"/>
                </a:lnTo>
                <a:lnTo>
                  <a:pt x="2576830" y="40004"/>
                </a:lnTo>
                <a:lnTo>
                  <a:pt x="114300" y="38114"/>
                </a:lnTo>
                <a:close/>
              </a:path>
              <a:path w="2576829" h="114300">
                <a:moveTo>
                  <a:pt x="114300" y="38114"/>
                </a:moveTo>
                <a:lnTo>
                  <a:pt x="95250" y="38114"/>
                </a:lnTo>
                <a:lnTo>
                  <a:pt x="95250" y="76214"/>
                </a:lnTo>
                <a:lnTo>
                  <a:pt x="114300" y="76214"/>
                </a:lnTo>
                <a:lnTo>
                  <a:pt x="114300" y="38114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429125" y="2074290"/>
            <a:ext cx="1871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Base64Url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Encoding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5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1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15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REST</a:t>
            </a:r>
            <a:r>
              <a:rPr dirty="0" spc="-5"/>
              <a:t> </a:t>
            </a:r>
            <a:r>
              <a:rPr dirty="0" spc="-10"/>
              <a:t>Paradigm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29125" y="3523233"/>
            <a:ext cx="1871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Base64Url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Encoding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2050" y="2675966"/>
            <a:ext cx="6659880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50"/>
              </a:spcBef>
            </a:pPr>
            <a:r>
              <a:rPr dirty="0" sz="4800" spc="650"/>
              <a:t>TO-</a:t>
            </a:r>
            <a:r>
              <a:rPr dirty="0" sz="4800" spc="220"/>
              <a:t>DO</a:t>
            </a:r>
            <a:r>
              <a:rPr dirty="0" sz="4800" spc="105"/>
              <a:t> </a:t>
            </a:r>
            <a:r>
              <a:rPr dirty="0" sz="4800" spc="-340"/>
              <a:t>LIST</a:t>
            </a:r>
            <a:r>
              <a:rPr dirty="0" sz="4800" spc="105"/>
              <a:t> </a:t>
            </a:r>
            <a:r>
              <a:rPr dirty="0" sz="4800" spc="-315"/>
              <a:t>REST</a:t>
            </a:r>
            <a:r>
              <a:rPr dirty="0" sz="4800" spc="105"/>
              <a:t> </a:t>
            </a:r>
            <a:r>
              <a:rPr dirty="0" sz="4800" spc="-140"/>
              <a:t>API </a:t>
            </a:r>
            <a:r>
              <a:rPr dirty="0" sz="4800" spc="-280"/>
              <a:t>WITH</a:t>
            </a:r>
            <a:r>
              <a:rPr dirty="0" sz="4800" spc="105"/>
              <a:t> </a:t>
            </a:r>
            <a:r>
              <a:rPr dirty="0" sz="4800" spc="-55"/>
              <a:t>EXPRESS</a:t>
            </a:r>
            <a:endParaRPr sz="48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20"/>
              <a:t>A</a:t>
            </a:r>
            <a:r>
              <a:rPr dirty="0" spc="-20"/>
              <a:t> </a:t>
            </a:r>
            <a:r>
              <a:rPr dirty="0" spc="-210"/>
              <a:t>REST</a:t>
            </a:r>
            <a:r>
              <a:rPr dirty="0" spc="-20"/>
              <a:t> </a:t>
            </a:r>
            <a:r>
              <a:rPr dirty="0" spc="-40"/>
              <a:t>API</a:t>
            </a:r>
            <a:r>
              <a:rPr dirty="0" spc="-15"/>
              <a:t> </a:t>
            </a:r>
            <a:r>
              <a:rPr dirty="0"/>
              <a:t>USING</a:t>
            </a:r>
            <a:r>
              <a:rPr dirty="0" spc="-40"/>
              <a:t> </a:t>
            </a:r>
            <a:r>
              <a:rPr dirty="0" spc="-110"/>
              <a:t>EXPRESS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5953125" cy="403415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33083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implement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our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List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take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look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code!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Course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Materials</a:t>
            </a:r>
            <a:endParaRPr sz="2800">
              <a:latin typeface="Calibri"/>
              <a:cs typeface="Calibri"/>
            </a:endParaRPr>
          </a:p>
          <a:p>
            <a:pPr marL="240029" marR="115951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following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slides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show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some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highlights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demo.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2004" y="1565147"/>
            <a:ext cx="3657600" cy="457200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dirty="0" spc="70"/>
              <a:t> </a:t>
            </a:r>
            <a:r>
              <a:rPr dirty="0" spc="-95"/>
              <a:t>MIDDLEWARES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301239"/>
            <a:ext cx="10427335" cy="313944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express();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PORT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3000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 marR="243141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Register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morgan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logging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middleware,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use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'dev'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format </a:t>
            </a:r>
            <a:r>
              <a:rPr dirty="0" sz="1800" spc="-10">
                <a:latin typeface="Consolas"/>
                <a:cs typeface="Consolas"/>
              </a:rPr>
              <a:t>app.use(morgan(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'dev'</a:t>
            </a:r>
            <a:r>
              <a:rPr dirty="0" sz="1800" spc="-10">
                <a:latin typeface="Consolas"/>
                <a:cs typeface="Consolas"/>
              </a:rPr>
              <a:t>));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app.use(cors());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//API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will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accessible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anywhere.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We'll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talk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about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in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Lecture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23!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 marR="456184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Parse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incoming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requests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JSON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payload </a:t>
            </a:r>
            <a:r>
              <a:rPr dirty="0" sz="1800" spc="-10">
                <a:latin typeface="Consolas"/>
                <a:cs typeface="Consolas"/>
              </a:rPr>
              <a:t>app.use(express.json());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5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1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15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REST</a:t>
            </a:r>
            <a:r>
              <a:rPr dirty="0" spc="-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28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ERROR</a:t>
            </a:r>
            <a:r>
              <a:rPr dirty="0" spc="-114"/>
              <a:t> </a:t>
            </a:r>
            <a:r>
              <a:rPr dirty="0" spc="60"/>
              <a:t>HANDLING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718816"/>
            <a:ext cx="10427335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//error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handler</a:t>
            </a:r>
            <a:endParaRPr sz="1800">
              <a:latin typeface="Consolas"/>
              <a:cs typeface="Consolas"/>
            </a:endParaRPr>
          </a:p>
          <a:p>
            <a:pPr marL="342265" marR="5563870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app.use(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(err,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req,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 spc="-10">
                <a:latin typeface="Consolas"/>
                <a:cs typeface="Consolas"/>
              </a:rPr>
              <a:t>console.log(err.stack); </a:t>
            </a:r>
            <a:r>
              <a:rPr dirty="0" sz="1800">
                <a:latin typeface="Consolas"/>
                <a:cs typeface="Consolas"/>
              </a:rPr>
              <a:t>res.status(err.status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||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500</a:t>
            </a:r>
            <a:r>
              <a:rPr dirty="0" sz="1800" spc="-10">
                <a:latin typeface="Consolas"/>
                <a:cs typeface="Consolas"/>
              </a:rPr>
              <a:t>).json({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code: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err.status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||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500</a:t>
            </a:r>
            <a:r>
              <a:rPr dirty="0" sz="1800" spc="-2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description: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err.message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||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"An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error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occurred"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3303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AUTHENTICATION:</a:t>
            </a:r>
            <a:r>
              <a:rPr dirty="0" spc="-190"/>
              <a:t> </a:t>
            </a:r>
            <a:r>
              <a:rPr dirty="0" spc="-50"/>
              <a:t>ROUTES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376172"/>
            <a:ext cx="10427335" cy="4800600"/>
          </a:xfrm>
          <a:custGeom>
            <a:avLst/>
            <a:gdLst/>
            <a:ahLst/>
            <a:cxnLst/>
            <a:rect l="l" t="t" r="r" b="b"/>
            <a:pathLst>
              <a:path w="10427335" h="4800600">
                <a:moveTo>
                  <a:pt x="0" y="4800600"/>
                </a:moveTo>
                <a:lnTo>
                  <a:pt x="10427208" y="4800600"/>
                </a:lnTo>
                <a:lnTo>
                  <a:pt x="10427208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394916"/>
            <a:ext cx="9050655" cy="4690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authenticationRouter.post(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"/auth"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 marR="50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isAuthenticated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AuthController.checkCredentials(req,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res);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0">
                <a:latin typeface="Consolas"/>
                <a:cs typeface="Consolas"/>
              </a:rPr>
              <a:t>(isAuthenticated){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res.json(AuthController.issueToken(req.body.usr));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res.status(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401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res.json(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{error: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"Invalid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credentials.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Try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again."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algn="r" marR="865441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r" marR="865505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authenticationRouter.post(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"/signup"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next)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 marR="2512060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AuthController.saveUser(req,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res).then((user)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 spc="-10">
                <a:latin typeface="Consolas"/>
                <a:cs typeface="Consolas"/>
              </a:rPr>
              <a:t>res.json(user);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}).catch((err)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next({status: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500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message: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"Could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not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save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user"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4273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AUTHENTICATION:</a:t>
            </a:r>
            <a:r>
              <a:rPr dirty="0" spc="-190"/>
              <a:t> </a:t>
            </a:r>
            <a:r>
              <a:rPr dirty="0" spc="-120"/>
              <a:t>JWT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301239"/>
            <a:ext cx="10427335" cy="313944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Jwt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"jsonwebtoken"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issueToken(username){</a:t>
            </a:r>
            <a:endParaRPr sz="1800">
              <a:latin typeface="Consolas"/>
              <a:cs typeface="Consolas"/>
            </a:endParaRPr>
          </a:p>
          <a:p>
            <a:pPr marL="718185" marR="2553970" indent="-3765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Jwt.sign({user:username},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process.env.TOKEN_SECRET,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expiresIn: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24</a:t>
            </a:r>
            <a:r>
              <a:rPr dirty="0" sz="1800" spc="-10">
                <a:latin typeface="Consolas"/>
                <a:cs typeface="Consolas"/>
              </a:rPr>
              <a:t>*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60</a:t>
            </a:r>
            <a:r>
              <a:rPr dirty="0" sz="1800" spc="-10">
                <a:latin typeface="Consolas"/>
                <a:cs typeface="Consolas"/>
              </a:rPr>
              <a:t>*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60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s`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dirty="0" sz="18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isTokenValid(token,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callback){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Jwt.verify(token,</a:t>
            </a:r>
            <a:r>
              <a:rPr dirty="0" sz="1800" spc="-8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process.env.TOKEN_SECRET,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callback);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AUTHENTICATION:</a:t>
            </a:r>
            <a:r>
              <a:rPr dirty="0" spc="-190"/>
              <a:t> </a:t>
            </a:r>
            <a:r>
              <a:rPr dirty="0" spc="-105"/>
              <a:t>MIDDLEWARE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609344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0" y="4524756"/>
                </a:moveTo>
                <a:lnTo>
                  <a:pt x="10427208" y="4524756"/>
                </a:lnTo>
                <a:lnTo>
                  <a:pt x="10427208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628902"/>
            <a:ext cx="7673340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883285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enforceAuthentication(req,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next){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authHeader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req.headers[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'authorization'</a:t>
            </a:r>
            <a:r>
              <a:rPr dirty="0" sz="1800" spc="-10">
                <a:latin typeface="Consolas"/>
                <a:cs typeface="Consolas"/>
              </a:rPr>
              <a:t>]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token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authHeader?.split(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</a:t>
            </a:r>
            <a:r>
              <a:rPr dirty="0" sz="1800" spc="-10">
                <a:latin typeface="Consolas"/>
                <a:cs typeface="Consolas"/>
              </a:rPr>
              <a:t>)[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 spc="-10">
                <a:latin typeface="Consolas"/>
                <a:cs typeface="Consolas"/>
              </a:rPr>
              <a:t>];</a:t>
            </a:r>
            <a:r>
              <a:rPr dirty="0" sz="1800" spc="50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0">
                <a:latin typeface="Consolas"/>
                <a:cs typeface="Consolas"/>
              </a:rPr>
              <a:t>(!token){</a:t>
            </a:r>
            <a:endParaRPr sz="1800">
              <a:latin typeface="Consolas"/>
              <a:cs typeface="Consolas"/>
            </a:endParaRPr>
          </a:p>
          <a:p>
            <a:pPr marL="513715" marR="150939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next({status: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401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message: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"Unauthorized"</a:t>
            </a:r>
            <a:r>
              <a:rPr dirty="0" sz="1800" spc="-10">
                <a:latin typeface="Consolas"/>
                <a:cs typeface="Consolas"/>
              </a:rPr>
              <a:t>});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AuthController.isTokenValid(token,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(err,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decodedToken)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3715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0">
                <a:latin typeface="Consolas"/>
                <a:cs typeface="Consolas"/>
              </a:rPr>
              <a:t>(err){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next({status: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401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message: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"Unauthorized"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51371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763905" marR="27635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req.username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decodedToken.user; next();</a:t>
            </a:r>
            <a:endParaRPr sz="1800">
              <a:latin typeface="Consolas"/>
              <a:cs typeface="Consolas"/>
            </a:endParaRPr>
          </a:p>
          <a:p>
            <a:pPr algn="r" marR="702500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r" marR="702754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ENFORCING</a:t>
            </a:r>
            <a:r>
              <a:rPr dirty="0" spc="70"/>
              <a:t> </a:t>
            </a:r>
            <a:r>
              <a:rPr dirty="0" spc="-10"/>
              <a:t>AUTHORIZATION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56800" cy="262763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43942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modify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visualize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only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own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items!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tries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DELETE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item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that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belong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him?</a:t>
            </a:r>
            <a:endParaRPr sz="2800">
              <a:latin typeface="Calibri"/>
              <a:cs typeface="Calibri"/>
            </a:endParaRPr>
          </a:p>
          <a:p>
            <a:pPr marL="240029" marR="66929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check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client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actually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permission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resource!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AUTHORIZATION</a:t>
            </a:r>
            <a:r>
              <a:rPr dirty="0" spc="-15"/>
              <a:t> </a:t>
            </a:r>
            <a:r>
              <a:rPr dirty="0" spc="-100"/>
              <a:t>MIDDLEWARE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2025395"/>
            <a:ext cx="10427335" cy="3693160"/>
          </a:xfrm>
          <a:custGeom>
            <a:avLst/>
            <a:gdLst/>
            <a:ahLst/>
            <a:cxnLst/>
            <a:rect l="l" t="t" r="r" b="b"/>
            <a:pathLst>
              <a:path w="10427335" h="3693160">
                <a:moveTo>
                  <a:pt x="0" y="3692652"/>
                </a:moveTo>
                <a:lnTo>
                  <a:pt x="10427208" y="3692652"/>
                </a:lnTo>
                <a:lnTo>
                  <a:pt x="10427208" y="0"/>
                </a:lnTo>
                <a:lnTo>
                  <a:pt x="0" y="0"/>
                </a:lnTo>
                <a:lnTo>
                  <a:pt x="0" y="369265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2044141"/>
            <a:ext cx="85490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9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ensureUsersModifyOnlyOwnTodos(req,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next){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5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1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15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REST</a:t>
            </a:r>
            <a:r>
              <a:rPr dirty="0" spc="-5"/>
              <a:t> </a:t>
            </a:r>
            <a:r>
              <a:rPr dirty="0" spc="-10"/>
              <a:t>Paradigm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192936" y="2390544"/>
          <a:ext cx="10045065" cy="776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360"/>
                <a:gridCol w="3258820"/>
                <a:gridCol w="4888229"/>
                <a:gridCol w="1097915"/>
              </a:tblGrid>
              <a:tr h="250825">
                <a:tc>
                  <a:txBody>
                    <a:bodyPr/>
                    <a:lstStyle/>
                    <a:p>
                      <a:pPr algn="ctr" marR="23495">
                        <a:lnSpc>
                          <a:spcPts val="169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const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69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user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req.username;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algn="ctr" marR="23495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const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7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todoId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req.params.id;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algn="ctr" marR="23495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const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7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userHasPermission</a:t>
                      </a:r>
                      <a:r>
                        <a:rPr dirty="0" sz="1800" spc="-5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await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AuthController.canUserModifyTodo(user,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75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todoId);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962050" y="3141979"/>
            <a:ext cx="8297545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2445" marR="5269230" indent="-25019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0">
                <a:latin typeface="Consolas"/>
                <a:cs typeface="Consolas"/>
              </a:rPr>
              <a:t>(userHasPermission){ next();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next({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status: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403</a:t>
            </a:r>
            <a:r>
              <a:rPr dirty="0" sz="1800" spc="-2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message: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"You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are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forbidden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view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or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modify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this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resource"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34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AUTHORIZATION</a:t>
            </a:r>
            <a:r>
              <a:rPr dirty="0" spc="-15"/>
              <a:t> </a:t>
            </a:r>
            <a:r>
              <a:rPr dirty="0" spc="-100"/>
              <a:t>MIDDLEWARE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8756015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Example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sensible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protected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authorization 	middleware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3919" y="2959607"/>
            <a:ext cx="10426065" cy="286385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latin typeface="Consolas"/>
                <a:cs typeface="Consolas"/>
              </a:rPr>
              <a:t>todoRouter.get(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"/todos/:id"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ensureUsersModifyOnlyOwnTodos,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res,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next)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TodoController.findById(req).then(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(item)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842644" marR="7693659" indent="-25146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0">
                <a:latin typeface="Consolas"/>
                <a:cs typeface="Consolas"/>
              </a:rPr>
              <a:t>(item) res.json(item);</a:t>
            </a:r>
            <a:endParaRPr sz="1800">
              <a:latin typeface="Consolas"/>
              <a:cs typeface="Consolas"/>
            </a:endParaRPr>
          </a:p>
          <a:p>
            <a:pPr marL="591185">
              <a:lnSpc>
                <a:spcPct val="100000"/>
              </a:lnSpc>
            </a:pP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18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next({status: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404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message: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"Todo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not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found"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}).catch(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err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18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next(err);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OPENAPI:</a:t>
            </a:r>
            <a:r>
              <a:rPr dirty="0" spc="-35"/>
              <a:t> </a:t>
            </a:r>
            <a:r>
              <a:rPr dirty="0" spc="-110"/>
              <a:t>DESCRIBING</a:t>
            </a:r>
            <a:r>
              <a:rPr dirty="0" spc="-35"/>
              <a:t> </a:t>
            </a:r>
            <a:r>
              <a:rPr dirty="0" spc="120"/>
              <a:t>A</a:t>
            </a:r>
            <a:r>
              <a:rPr dirty="0" spc="-35"/>
              <a:t> </a:t>
            </a:r>
            <a:r>
              <a:rPr dirty="0" spc="-210"/>
              <a:t>REST</a:t>
            </a:r>
            <a:r>
              <a:rPr dirty="0" spc="-30"/>
              <a:t> </a:t>
            </a:r>
            <a:r>
              <a:rPr dirty="0" spc="-25"/>
              <a:t>API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6398260" cy="46323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357505" indent="-227329">
              <a:lnSpc>
                <a:spcPts val="3030"/>
              </a:lnSpc>
              <a:spcBef>
                <a:spcPts val="475"/>
              </a:spcBef>
              <a:buClr>
                <a:srgbClr val="111F3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u="sng" sz="280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OpenAPI</a:t>
            </a:r>
            <a:r>
              <a:rPr dirty="0" sz="2800" spc="-25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(formerly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Swagger)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open,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formal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standard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describe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APIs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Why?</a:t>
            </a:r>
            <a:endParaRPr sz="2800">
              <a:latin typeface="Calibri"/>
              <a:cs typeface="Calibri"/>
            </a:endParaRPr>
          </a:p>
          <a:p>
            <a:pPr lvl="1" marL="696595" marR="1224280" indent="-227329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Standardization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ensures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consistent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documentation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practices</a:t>
            </a:r>
            <a:endParaRPr sz="24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Documentation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automatically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generate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comprehensive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docs</a:t>
            </a:r>
            <a:endParaRPr sz="2400">
              <a:latin typeface="Calibri"/>
              <a:cs typeface="Calibri"/>
            </a:endParaRPr>
          </a:p>
          <a:p>
            <a:pPr lvl="1" marL="696595" marR="88900" indent="-227329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generation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automatic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generation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client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libraries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4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stubs</a:t>
            </a:r>
            <a:endParaRPr sz="2400">
              <a:latin typeface="Calibri"/>
              <a:cs typeface="Calibri"/>
            </a:endParaRPr>
          </a:p>
          <a:p>
            <a:pPr lvl="1" marL="696595" marR="763270" indent="-227329">
              <a:lnSpc>
                <a:spcPts val="2590"/>
              </a:lnSpc>
              <a:spcBef>
                <a:spcPts val="49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Machine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human-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readable: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enables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automated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discovery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broadly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adopted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industry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standard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7911" y="2057400"/>
            <a:ext cx="3631691" cy="3631691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34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34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60"/>
              <a:t> </a:t>
            </a:r>
            <a:r>
              <a:rPr dirty="0"/>
              <a:t>OPENAPI</a:t>
            </a:r>
            <a:r>
              <a:rPr dirty="0" spc="-155"/>
              <a:t> </a:t>
            </a:r>
            <a:r>
              <a:rPr dirty="0" spc="-114"/>
              <a:t>SPECIFICATION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769475" cy="194563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OpenAPI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Descriptions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written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structured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text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documents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document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represents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3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YAML</a:t>
            </a:r>
            <a:r>
              <a:rPr dirty="0" sz="2800" spc="-7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format</a:t>
            </a:r>
            <a:endParaRPr sz="2800">
              <a:latin typeface="Calibri"/>
              <a:cs typeface="Calibri"/>
            </a:endParaRPr>
          </a:p>
          <a:p>
            <a:pPr marL="240029" marR="19431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7186295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specification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describe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version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OpenAPI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specification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400">
                <a:solidFill>
                  <a:srgbClr val="800000"/>
                </a:solidFill>
                <a:latin typeface="Consolas"/>
                <a:cs typeface="Consolas"/>
              </a:rPr>
              <a:t>openapi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),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400">
                <a:solidFill>
                  <a:srgbClr val="800000"/>
                </a:solidFill>
                <a:latin typeface="Consolas"/>
                <a:cs typeface="Consolas"/>
              </a:rPr>
              <a:t>info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endpoints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400" spc="-10">
                <a:solidFill>
                  <a:srgbClr val="800000"/>
                </a:solidFill>
                <a:latin typeface="Consolas"/>
                <a:cs typeface="Consolas"/>
              </a:rPr>
              <a:t>paths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636264"/>
            <a:ext cx="5015865" cy="258635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 marR="316039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YAML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format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openapi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3.1.0 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info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342265" marR="9048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title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minimal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specification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version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0.0.1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paths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{}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endpoints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defined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96000" y="3636264"/>
            <a:ext cx="5213985" cy="258635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JSON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format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1630" marR="2480945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"openapi"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"3.1.0"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"info"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3725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"title"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"A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minimal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specification"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593725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"version"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"0.0.1"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"paths"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{}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endpoints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defined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34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14"/>
              <a:t> </a:t>
            </a:r>
            <a:r>
              <a:rPr dirty="0"/>
              <a:t>OPENAPI</a:t>
            </a:r>
            <a:r>
              <a:rPr dirty="0" spc="-110"/>
              <a:t> </a:t>
            </a:r>
            <a:r>
              <a:rPr dirty="0" spc="-130"/>
              <a:t>SPECIFICATION:</a:t>
            </a:r>
            <a:r>
              <a:rPr dirty="0" spc="-114"/>
              <a:t> </a:t>
            </a:r>
            <a:r>
              <a:rPr dirty="0" spc="-10"/>
              <a:t>PATHS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371965" cy="31934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Endpoints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Paths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OpenAPI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specification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Path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sequence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endpoints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endpoint,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supported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methods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method,</a:t>
            </a:r>
            <a:endParaRPr sz="24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Expected</a:t>
            </a:r>
            <a:r>
              <a:rPr dirty="0" sz="20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0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parameters</a:t>
            </a:r>
            <a:r>
              <a:rPr dirty="0" sz="20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(if</a:t>
            </a:r>
            <a:r>
              <a:rPr dirty="0" sz="20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any)</a:t>
            </a:r>
            <a:r>
              <a:rPr dirty="0" sz="20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0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path</a:t>
            </a:r>
            <a:r>
              <a:rPr dirty="0" sz="20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parameters,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headers,</a:t>
            </a:r>
            <a:r>
              <a:rPr dirty="0" sz="20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etc…)</a:t>
            </a:r>
            <a:endParaRPr sz="20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0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body</a:t>
            </a:r>
            <a:r>
              <a:rPr dirty="0" sz="20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(if</a:t>
            </a:r>
            <a:r>
              <a:rPr dirty="0" sz="20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111F35"/>
                </a:solidFill>
                <a:latin typeface="Calibri"/>
                <a:cs typeface="Calibri"/>
              </a:rPr>
              <a:t>any)</a:t>
            </a:r>
            <a:endParaRPr sz="20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r>
              <a:rPr dirty="0" sz="20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responses</a:t>
            </a:r>
            <a:endParaRPr sz="20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000" spc="-20">
                <a:solidFill>
                  <a:srgbClr val="111F35"/>
                </a:solidFill>
                <a:latin typeface="Calibri"/>
                <a:cs typeface="Calibri"/>
              </a:rPr>
              <a:t> more!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14"/>
              <a:t> </a:t>
            </a:r>
            <a:r>
              <a:rPr dirty="0"/>
              <a:t>OPENAPI</a:t>
            </a:r>
            <a:r>
              <a:rPr dirty="0" spc="-110"/>
              <a:t> </a:t>
            </a:r>
            <a:r>
              <a:rPr dirty="0" spc="-130"/>
              <a:t>SPECIFICATION:</a:t>
            </a:r>
            <a:r>
              <a:rPr dirty="0" spc="-114"/>
              <a:t> </a:t>
            </a:r>
            <a:r>
              <a:rPr dirty="0" spc="-10"/>
              <a:t>PATHS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091" y="1831557"/>
            <a:ext cx="11452448" cy="348802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95547" y="5617565"/>
            <a:ext cx="548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Image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1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https://learn.openapis.org/specification/paths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35363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PATH</a:t>
            </a:r>
            <a:r>
              <a:rPr dirty="0" spc="-30"/>
              <a:t> </a:t>
            </a:r>
            <a:r>
              <a:rPr dirty="0" spc="-2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4828540" cy="30981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/auth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endpoint,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POST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method</a:t>
            </a:r>
            <a:endParaRPr sz="2800">
              <a:latin typeface="Calibri"/>
              <a:cs typeface="Calibri"/>
            </a:endParaRPr>
          </a:p>
          <a:p>
            <a:pPr marL="240029" marR="290195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Expects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Body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containing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with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{usr: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string,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pwd: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string}</a:t>
            </a:r>
            <a:endParaRPr sz="2800">
              <a:latin typeface="Calibri"/>
              <a:cs typeface="Calibri"/>
            </a:endParaRPr>
          </a:p>
          <a:p>
            <a:pPr algn="just" marL="240029" marR="5080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200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OK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success,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401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Unauthorized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credentials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invalid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062461" y="6477914"/>
            <a:ext cx="15557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014973" y="53084"/>
            <a:ext cx="6108700" cy="6751955"/>
            <a:chOff x="6014973" y="53084"/>
            <a:chExt cx="6108700" cy="6751955"/>
          </a:xfrm>
        </p:grpSpPr>
        <p:sp>
          <p:nvSpPr>
            <p:cNvPr id="6" name="object 6" descr=""/>
            <p:cNvSpPr/>
            <p:nvPr/>
          </p:nvSpPr>
          <p:spPr>
            <a:xfrm>
              <a:off x="6021323" y="59434"/>
              <a:ext cx="6096000" cy="6739255"/>
            </a:xfrm>
            <a:custGeom>
              <a:avLst/>
              <a:gdLst/>
              <a:ahLst/>
              <a:cxnLst/>
              <a:rect l="l" t="t" r="r" b="b"/>
              <a:pathLst>
                <a:path w="6096000" h="6739255">
                  <a:moveTo>
                    <a:pt x="6096000" y="0"/>
                  </a:moveTo>
                  <a:lnTo>
                    <a:pt x="0" y="0"/>
                  </a:lnTo>
                  <a:lnTo>
                    <a:pt x="0" y="6739128"/>
                  </a:lnTo>
                  <a:lnTo>
                    <a:pt x="6096000" y="6739128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021323" y="59434"/>
              <a:ext cx="6096000" cy="6739255"/>
            </a:xfrm>
            <a:custGeom>
              <a:avLst/>
              <a:gdLst/>
              <a:ahLst/>
              <a:cxnLst/>
              <a:rect l="l" t="t" r="r" b="b"/>
              <a:pathLst>
                <a:path w="6096000" h="6739255">
                  <a:moveTo>
                    <a:pt x="0" y="6739128"/>
                  </a:moveTo>
                  <a:lnTo>
                    <a:pt x="6096000" y="6739128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6739128"/>
                  </a:lnTo>
                  <a:close/>
                </a:path>
              </a:pathLst>
            </a:custGeom>
            <a:ln w="1270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100064" y="77800"/>
            <a:ext cx="5038725" cy="6610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/auth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post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512445" marR="75628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description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Authenticate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user 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produces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512445" marR="2011045" indent="25146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-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application/json 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requestBody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description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user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to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authenticate</a:t>
            </a:r>
            <a:endParaRPr sz="1800">
              <a:latin typeface="Consolas"/>
              <a:cs typeface="Consolas"/>
            </a:endParaRPr>
          </a:p>
          <a:p>
            <a:pPr marL="763905" marR="251206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required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true 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content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1265555" marR="1883410" indent="-25019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application/json</a:t>
            </a:r>
            <a:r>
              <a:rPr dirty="0" sz="1800" spc="-10">
                <a:latin typeface="Consolas"/>
                <a:cs typeface="Consolas"/>
              </a:rPr>
              <a:t>: 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schema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151701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object</a:t>
            </a:r>
            <a:endParaRPr sz="1800">
              <a:latin typeface="Consolas"/>
              <a:cs typeface="Consolas"/>
            </a:endParaRPr>
          </a:p>
          <a:p>
            <a:pPr marL="1766570" marR="2134870" indent="-25019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properties</a:t>
            </a:r>
            <a:r>
              <a:rPr dirty="0" sz="1800" spc="-10">
                <a:latin typeface="Consolas"/>
                <a:cs typeface="Consolas"/>
              </a:rPr>
              <a:t>: 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usr</a:t>
            </a:r>
            <a:r>
              <a:rPr dirty="0" sz="1800" spc="-2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2016760" marR="138430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example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Kyle</a:t>
            </a:r>
            <a:endParaRPr sz="1800">
              <a:latin typeface="Consolas"/>
              <a:cs typeface="Consolas"/>
            </a:endParaRPr>
          </a:p>
          <a:p>
            <a:pPr marL="1766570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pwd</a:t>
            </a:r>
            <a:r>
              <a:rPr dirty="0" sz="1800" spc="-2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2016760" marR="88138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example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p4ssw0rd</a:t>
            </a:r>
            <a:endParaRPr sz="1800">
              <a:latin typeface="Consolas"/>
              <a:cs typeface="Consolas"/>
            </a:endParaRPr>
          </a:p>
          <a:p>
            <a:pPr marL="763905" marR="3262629" indent="-25146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responses</a:t>
            </a:r>
            <a:r>
              <a:rPr dirty="0" sz="1800" spc="-10">
                <a:latin typeface="Consolas"/>
                <a:cs typeface="Consolas"/>
              </a:rPr>
              <a:t>: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200</a:t>
            </a:r>
            <a:r>
              <a:rPr dirty="0" sz="1800" spc="-2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description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User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authenticated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  <a:spcBef>
                <a:spcPts val="5"/>
              </a:spcBef>
            </a:pP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401</a:t>
            </a:r>
            <a:r>
              <a:rPr dirty="0" sz="1800" spc="-2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description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Invalid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credentials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dirty="0" spc="-45"/>
              <a:t> </a:t>
            </a:r>
            <a:r>
              <a:rPr dirty="0" spc="-145"/>
              <a:t>WITH</a:t>
            </a:r>
            <a:r>
              <a:rPr dirty="0" spc="-55"/>
              <a:t> </a:t>
            </a:r>
            <a:r>
              <a:rPr dirty="0"/>
              <a:t>OPENAPI</a:t>
            </a:r>
            <a:r>
              <a:rPr dirty="0" spc="-40"/>
              <a:t> </a:t>
            </a:r>
            <a:r>
              <a:rPr dirty="0" spc="-114"/>
              <a:t>SPECIFICATIONS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520555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OpenAPI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specification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quite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work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OpenAPI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specification?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659379"/>
            <a:ext cx="2440305" cy="36931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 marR="58483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openapi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3.1.0 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info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algn="ctr" marR="1174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title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My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API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version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1.0.0</a:t>
            </a:r>
            <a:endParaRPr sz="1800">
              <a:latin typeface="Consolas"/>
              <a:cs typeface="Consolas"/>
            </a:endParaRPr>
          </a:p>
          <a:p>
            <a:pPr algn="ctr" marR="149542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paths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algn="ctr" marR="99568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/auth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algn="ctr" marR="61912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post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algn="ctr" marR="1174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algn="ctr" marR="86868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/todos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algn="ctr" marR="745490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get</a:t>
            </a:r>
            <a:r>
              <a:rPr dirty="0" sz="1800" spc="-2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algn="ctr" marR="1174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algn="ctr" marR="61912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post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algn="ctr" marR="1174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321558" y="2659475"/>
            <a:ext cx="4567555" cy="3689350"/>
            <a:chOff x="3321558" y="2659475"/>
            <a:chExt cx="4567555" cy="368935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4478" y="5193887"/>
              <a:ext cx="1154181" cy="115444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8722" y="5701832"/>
              <a:ext cx="732082" cy="6596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609158" y="5942914"/>
              <a:ext cx="95885" cy="49530"/>
            </a:xfrm>
            <a:custGeom>
              <a:avLst/>
              <a:gdLst/>
              <a:ahLst/>
              <a:cxnLst/>
              <a:rect l="l" t="t" r="r" b="b"/>
              <a:pathLst>
                <a:path w="95885" h="49529">
                  <a:moveTo>
                    <a:pt x="17830" y="0"/>
                  </a:moveTo>
                  <a:lnTo>
                    <a:pt x="13665" y="12"/>
                  </a:lnTo>
                  <a:lnTo>
                    <a:pt x="0" y="36664"/>
                  </a:lnTo>
                  <a:lnTo>
                    <a:pt x="4165" y="36664"/>
                  </a:lnTo>
                  <a:lnTo>
                    <a:pt x="17830" y="0"/>
                  </a:lnTo>
                  <a:close/>
                </a:path>
                <a:path w="95885" h="49529">
                  <a:moveTo>
                    <a:pt x="47980" y="18834"/>
                  </a:moveTo>
                  <a:lnTo>
                    <a:pt x="44005" y="12407"/>
                  </a:lnTo>
                  <a:lnTo>
                    <a:pt x="43840" y="12204"/>
                  </a:lnTo>
                  <a:lnTo>
                    <a:pt x="42710" y="10820"/>
                  </a:lnTo>
                  <a:lnTo>
                    <a:pt x="42710" y="25781"/>
                  </a:lnTo>
                  <a:lnTo>
                    <a:pt x="42062" y="28397"/>
                  </a:lnTo>
                  <a:lnTo>
                    <a:pt x="40601" y="30772"/>
                  </a:lnTo>
                  <a:lnTo>
                    <a:pt x="39370" y="32639"/>
                  </a:lnTo>
                  <a:lnTo>
                    <a:pt x="37261" y="33731"/>
                  </a:lnTo>
                  <a:lnTo>
                    <a:pt x="34188" y="33731"/>
                  </a:lnTo>
                  <a:lnTo>
                    <a:pt x="32677" y="33870"/>
                  </a:lnTo>
                  <a:lnTo>
                    <a:pt x="30810" y="33108"/>
                  </a:lnTo>
                  <a:lnTo>
                    <a:pt x="30391" y="32943"/>
                  </a:lnTo>
                  <a:lnTo>
                    <a:pt x="28841" y="31165"/>
                  </a:lnTo>
                  <a:lnTo>
                    <a:pt x="27343" y="28689"/>
                  </a:lnTo>
                  <a:lnTo>
                    <a:pt x="26670" y="25781"/>
                  </a:lnTo>
                  <a:lnTo>
                    <a:pt x="26911" y="22885"/>
                  </a:lnTo>
                  <a:lnTo>
                    <a:pt x="26911" y="21958"/>
                  </a:lnTo>
                  <a:lnTo>
                    <a:pt x="26784" y="20091"/>
                  </a:lnTo>
                  <a:lnTo>
                    <a:pt x="26720" y="19329"/>
                  </a:lnTo>
                  <a:lnTo>
                    <a:pt x="27406" y="16725"/>
                  </a:lnTo>
                  <a:lnTo>
                    <a:pt x="28841" y="14541"/>
                  </a:lnTo>
                  <a:lnTo>
                    <a:pt x="30327" y="12928"/>
                  </a:lnTo>
                  <a:lnTo>
                    <a:pt x="30187" y="12928"/>
                  </a:lnTo>
                  <a:lnTo>
                    <a:pt x="32092" y="12204"/>
                  </a:lnTo>
                  <a:lnTo>
                    <a:pt x="37376" y="12204"/>
                  </a:lnTo>
                  <a:lnTo>
                    <a:pt x="39306" y="13144"/>
                  </a:lnTo>
                  <a:lnTo>
                    <a:pt x="40601" y="14973"/>
                  </a:lnTo>
                  <a:lnTo>
                    <a:pt x="42075" y="17322"/>
                  </a:lnTo>
                  <a:lnTo>
                    <a:pt x="42456" y="18834"/>
                  </a:lnTo>
                  <a:lnTo>
                    <a:pt x="42583" y="19329"/>
                  </a:lnTo>
                  <a:lnTo>
                    <a:pt x="42710" y="25781"/>
                  </a:lnTo>
                  <a:lnTo>
                    <a:pt x="42710" y="10820"/>
                  </a:lnTo>
                  <a:lnTo>
                    <a:pt x="41948" y="9880"/>
                  </a:lnTo>
                  <a:lnTo>
                    <a:pt x="38811" y="8483"/>
                  </a:lnTo>
                  <a:lnTo>
                    <a:pt x="35572" y="8674"/>
                  </a:lnTo>
                  <a:lnTo>
                    <a:pt x="33718" y="8674"/>
                  </a:lnTo>
                  <a:lnTo>
                    <a:pt x="26949" y="12928"/>
                  </a:lnTo>
                  <a:lnTo>
                    <a:pt x="26720" y="12928"/>
                  </a:lnTo>
                  <a:lnTo>
                    <a:pt x="26339" y="10414"/>
                  </a:lnTo>
                  <a:lnTo>
                    <a:pt x="26225" y="9664"/>
                  </a:lnTo>
                  <a:lnTo>
                    <a:pt x="26136" y="9169"/>
                  </a:lnTo>
                  <a:lnTo>
                    <a:pt x="22771" y="9169"/>
                  </a:lnTo>
                  <a:lnTo>
                    <a:pt x="22771" y="48971"/>
                  </a:lnTo>
                  <a:lnTo>
                    <a:pt x="26924" y="48971"/>
                  </a:lnTo>
                  <a:lnTo>
                    <a:pt x="26822" y="34620"/>
                  </a:lnTo>
                  <a:lnTo>
                    <a:pt x="26708" y="33731"/>
                  </a:lnTo>
                  <a:lnTo>
                    <a:pt x="26619" y="33108"/>
                  </a:lnTo>
                  <a:lnTo>
                    <a:pt x="26911" y="33108"/>
                  </a:lnTo>
                  <a:lnTo>
                    <a:pt x="27863" y="34429"/>
                  </a:lnTo>
                  <a:lnTo>
                    <a:pt x="29146" y="35483"/>
                  </a:lnTo>
                  <a:lnTo>
                    <a:pt x="32181" y="36817"/>
                  </a:lnTo>
                  <a:lnTo>
                    <a:pt x="33845" y="37172"/>
                  </a:lnTo>
                  <a:lnTo>
                    <a:pt x="35966" y="37172"/>
                  </a:lnTo>
                  <a:lnTo>
                    <a:pt x="38773" y="37312"/>
                  </a:lnTo>
                  <a:lnTo>
                    <a:pt x="41910" y="35915"/>
                  </a:lnTo>
                  <a:lnTo>
                    <a:pt x="43561" y="33870"/>
                  </a:lnTo>
                  <a:lnTo>
                    <a:pt x="43954" y="33388"/>
                  </a:lnTo>
                  <a:lnTo>
                    <a:pt x="47967" y="26974"/>
                  </a:lnTo>
                  <a:lnTo>
                    <a:pt x="47980" y="18834"/>
                  </a:lnTo>
                  <a:close/>
                </a:path>
                <a:path w="95885" h="49529">
                  <a:moveTo>
                    <a:pt x="76098" y="17754"/>
                  </a:moveTo>
                  <a:lnTo>
                    <a:pt x="75018" y="14566"/>
                  </a:lnTo>
                  <a:lnTo>
                    <a:pt x="73012" y="12153"/>
                  </a:lnTo>
                  <a:lnTo>
                    <a:pt x="71501" y="10490"/>
                  </a:lnTo>
                  <a:lnTo>
                    <a:pt x="71501" y="17754"/>
                  </a:lnTo>
                  <a:lnTo>
                    <a:pt x="71450" y="20243"/>
                  </a:lnTo>
                  <a:lnTo>
                    <a:pt x="57099" y="20243"/>
                  </a:lnTo>
                  <a:lnTo>
                    <a:pt x="57188" y="18097"/>
                  </a:lnTo>
                  <a:lnTo>
                    <a:pt x="58013" y="15989"/>
                  </a:lnTo>
                  <a:lnTo>
                    <a:pt x="59410" y="14312"/>
                  </a:lnTo>
                  <a:lnTo>
                    <a:pt x="60769" y="12852"/>
                  </a:lnTo>
                  <a:lnTo>
                    <a:pt x="62496" y="12153"/>
                  </a:lnTo>
                  <a:lnTo>
                    <a:pt x="66865" y="12153"/>
                  </a:lnTo>
                  <a:lnTo>
                    <a:pt x="71501" y="17754"/>
                  </a:lnTo>
                  <a:lnTo>
                    <a:pt x="71501" y="10490"/>
                  </a:lnTo>
                  <a:lnTo>
                    <a:pt x="70853" y="9766"/>
                  </a:lnTo>
                  <a:lnTo>
                    <a:pt x="68211" y="8661"/>
                  </a:lnTo>
                  <a:lnTo>
                    <a:pt x="67894" y="8534"/>
                  </a:lnTo>
                  <a:lnTo>
                    <a:pt x="67513" y="8534"/>
                  </a:lnTo>
                  <a:lnTo>
                    <a:pt x="64757" y="8661"/>
                  </a:lnTo>
                  <a:lnTo>
                    <a:pt x="61391" y="8534"/>
                  </a:lnTo>
                  <a:lnTo>
                    <a:pt x="58140" y="9969"/>
                  </a:lnTo>
                  <a:lnTo>
                    <a:pt x="55981" y="12573"/>
                  </a:lnTo>
                  <a:lnTo>
                    <a:pt x="53657" y="15595"/>
                  </a:lnTo>
                  <a:lnTo>
                    <a:pt x="52489" y="19329"/>
                  </a:lnTo>
                  <a:lnTo>
                    <a:pt x="52527" y="20243"/>
                  </a:lnTo>
                  <a:lnTo>
                    <a:pt x="52654" y="23660"/>
                  </a:lnTo>
                  <a:lnTo>
                    <a:pt x="52501" y="26327"/>
                  </a:lnTo>
                  <a:lnTo>
                    <a:pt x="52463" y="26898"/>
                  </a:lnTo>
                  <a:lnTo>
                    <a:pt x="53721" y="30581"/>
                  </a:lnTo>
                  <a:lnTo>
                    <a:pt x="56286" y="33515"/>
                  </a:lnTo>
                  <a:lnTo>
                    <a:pt x="58737" y="35979"/>
                  </a:lnTo>
                  <a:lnTo>
                    <a:pt x="62230" y="37338"/>
                  </a:lnTo>
                  <a:lnTo>
                    <a:pt x="65811" y="37147"/>
                  </a:lnTo>
                  <a:lnTo>
                    <a:pt x="68427" y="37147"/>
                  </a:lnTo>
                  <a:lnTo>
                    <a:pt x="70561" y="36728"/>
                  </a:lnTo>
                  <a:lnTo>
                    <a:pt x="71996" y="36410"/>
                  </a:lnTo>
                  <a:lnTo>
                    <a:pt x="73317" y="35979"/>
                  </a:lnTo>
                  <a:lnTo>
                    <a:pt x="74739" y="35369"/>
                  </a:lnTo>
                  <a:lnTo>
                    <a:pt x="74739" y="33655"/>
                  </a:lnTo>
                  <a:lnTo>
                    <a:pt x="74739" y="31648"/>
                  </a:lnTo>
                  <a:lnTo>
                    <a:pt x="71970" y="32867"/>
                  </a:lnTo>
                  <a:lnTo>
                    <a:pt x="68935" y="33515"/>
                  </a:lnTo>
                  <a:lnTo>
                    <a:pt x="65963" y="33515"/>
                  </a:lnTo>
                  <a:lnTo>
                    <a:pt x="63525" y="33655"/>
                  </a:lnTo>
                  <a:lnTo>
                    <a:pt x="61468" y="32867"/>
                  </a:lnTo>
                  <a:lnTo>
                    <a:pt x="61264" y="32867"/>
                  </a:lnTo>
                  <a:lnTo>
                    <a:pt x="59436" y="31000"/>
                  </a:lnTo>
                  <a:lnTo>
                    <a:pt x="57746" y="28930"/>
                  </a:lnTo>
                  <a:lnTo>
                    <a:pt x="56883" y="26327"/>
                  </a:lnTo>
                  <a:lnTo>
                    <a:pt x="56997" y="23660"/>
                  </a:lnTo>
                  <a:lnTo>
                    <a:pt x="75933" y="23660"/>
                  </a:lnTo>
                  <a:lnTo>
                    <a:pt x="75971" y="20243"/>
                  </a:lnTo>
                  <a:lnTo>
                    <a:pt x="76098" y="17754"/>
                  </a:lnTo>
                  <a:close/>
                </a:path>
                <a:path w="95885" h="49529">
                  <a:moveTo>
                    <a:pt x="95631" y="33210"/>
                  </a:moveTo>
                  <a:lnTo>
                    <a:pt x="95097" y="33350"/>
                  </a:lnTo>
                  <a:lnTo>
                    <a:pt x="93306" y="33655"/>
                  </a:lnTo>
                  <a:lnTo>
                    <a:pt x="91871" y="33705"/>
                  </a:lnTo>
                  <a:lnTo>
                    <a:pt x="90665" y="33782"/>
                  </a:lnTo>
                  <a:lnTo>
                    <a:pt x="89484" y="33299"/>
                  </a:lnTo>
                  <a:lnTo>
                    <a:pt x="88646" y="32410"/>
                  </a:lnTo>
                  <a:lnTo>
                    <a:pt x="87795" y="31330"/>
                  </a:lnTo>
                  <a:lnTo>
                    <a:pt x="87376" y="29972"/>
                  </a:lnTo>
                  <a:lnTo>
                    <a:pt x="87464" y="28600"/>
                  </a:lnTo>
                  <a:lnTo>
                    <a:pt x="87464" y="12433"/>
                  </a:lnTo>
                  <a:lnTo>
                    <a:pt x="95453" y="12433"/>
                  </a:lnTo>
                  <a:lnTo>
                    <a:pt x="95453" y="9194"/>
                  </a:lnTo>
                  <a:lnTo>
                    <a:pt x="87477" y="9194"/>
                  </a:lnTo>
                  <a:lnTo>
                    <a:pt x="87477" y="2832"/>
                  </a:lnTo>
                  <a:lnTo>
                    <a:pt x="85077" y="2832"/>
                  </a:lnTo>
                  <a:lnTo>
                    <a:pt x="83312" y="8699"/>
                  </a:lnTo>
                  <a:lnTo>
                    <a:pt x="79362" y="10426"/>
                  </a:lnTo>
                  <a:lnTo>
                    <a:pt x="79362" y="12407"/>
                  </a:lnTo>
                  <a:lnTo>
                    <a:pt x="83312" y="12407"/>
                  </a:lnTo>
                  <a:lnTo>
                    <a:pt x="83324" y="34353"/>
                  </a:lnTo>
                  <a:lnTo>
                    <a:pt x="85979" y="37147"/>
                  </a:lnTo>
                  <a:lnTo>
                    <a:pt x="92075" y="37134"/>
                  </a:lnTo>
                  <a:lnTo>
                    <a:pt x="94335" y="36842"/>
                  </a:lnTo>
                  <a:lnTo>
                    <a:pt x="95008" y="36664"/>
                  </a:lnTo>
                  <a:lnTo>
                    <a:pt x="95631" y="36398"/>
                  </a:lnTo>
                  <a:lnTo>
                    <a:pt x="95631" y="33210"/>
                  </a:lnTo>
                  <a:close/>
                </a:path>
              </a:pathLst>
            </a:custGeom>
            <a:solidFill>
              <a:srgbClr val="4948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0733" y="5945295"/>
              <a:ext cx="968560" cy="25216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7826" y="5372492"/>
              <a:ext cx="119103" cy="11918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5294478" y="2659475"/>
              <a:ext cx="1154430" cy="1155065"/>
            </a:xfrm>
            <a:custGeom>
              <a:avLst/>
              <a:gdLst/>
              <a:ahLst/>
              <a:cxnLst/>
              <a:rect l="l" t="t" r="r" b="b"/>
              <a:pathLst>
                <a:path w="1154429" h="1155064">
                  <a:moveTo>
                    <a:pt x="577088" y="0"/>
                  </a:moveTo>
                  <a:lnTo>
                    <a:pt x="529759" y="1913"/>
                  </a:lnTo>
                  <a:lnTo>
                    <a:pt x="483482" y="7554"/>
                  </a:lnTo>
                  <a:lnTo>
                    <a:pt x="438408" y="16775"/>
                  </a:lnTo>
                  <a:lnTo>
                    <a:pt x="394685" y="29426"/>
                  </a:lnTo>
                  <a:lnTo>
                    <a:pt x="352461" y="45359"/>
                  </a:lnTo>
                  <a:lnTo>
                    <a:pt x="311884" y="64427"/>
                  </a:lnTo>
                  <a:lnTo>
                    <a:pt x="273104" y="86479"/>
                  </a:lnTo>
                  <a:lnTo>
                    <a:pt x="236269" y="111367"/>
                  </a:lnTo>
                  <a:lnTo>
                    <a:pt x="201526" y="138944"/>
                  </a:lnTo>
                  <a:lnTo>
                    <a:pt x="169026" y="169060"/>
                  </a:lnTo>
                  <a:lnTo>
                    <a:pt x="138916" y="201567"/>
                  </a:lnTo>
                  <a:lnTo>
                    <a:pt x="111345" y="236317"/>
                  </a:lnTo>
                  <a:lnTo>
                    <a:pt x="86461" y="273160"/>
                  </a:lnTo>
                  <a:lnTo>
                    <a:pt x="64414" y="311948"/>
                  </a:lnTo>
                  <a:lnTo>
                    <a:pt x="45350" y="352533"/>
                  </a:lnTo>
                  <a:lnTo>
                    <a:pt x="29420" y="394767"/>
                  </a:lnTo>
                  <a:lnTo>
                    <a:pt x="16771" y="438500"/>
                  </a:lnTo>
                  <a:lnTo>
                    <a:pt x="7553" y="483584"/>
                  </a:lnTo>
                  <a:lnTo>
                    <a:pt x="1913" y="529870"/>
                  </a:lnTo>
                  <a:lnTo>
                    <a:pt x="0" y="577210"/>
                  </a:lnTo>
                  <a:lnTo>
                    <a:pt x="1913" y="624554"/>
                  </a:lnTo>
                  <a:lnTo>
                    <a:pt x="7553" y="670843"/>
                  </a:lnTo>
                  <a:lnTo>
                    <a:pt x="16771" y="715929"/>
                  </a:lnTo>
                  <a:lnTo>
                    <a:pt x="29420" y="759664"/>
                  </a:lnTo>
                  <a:lnTo>
                    <a:pt x="45351" y="801899"/>
                  </a:lnTo>
                  <a:lnTo>
                    <a:pt x="64414" y="842486"/>
                  </a:lnTo>
                  <a:lnTo>
                    <a:pt x="86462" y="881276"/>
                  </a:lnTo>
                  <a:lnTo>
                    <a:pt x="111345" y="918120"/>
                  </a:lnTo>
                  <a:lnTo>
                    <a:pt x="138916" y="952871"/>
                  </a:lnTo>
                  <a:lnTo>
                    <a:pt x="169026" y="985379"/>
                  </a:lnTo>
                  <a:lnTo>
                    <a:pt x="201527" y="1015495"/>
                  </a:lnTo>
                  <a:lnTo>
                    <a:pt x="236269" y="1043073"/>
                  </a:lnTo>
                  <a:lnTo>
                    <a:pt x="273104" y="1067962"/>
                  </a:lnTo>
                  <a:lnTo>
                    <a:pt x="311884" y="1090014"/>
                  </a:lnTo>
                  <a:lnTo>
                    <a:pt x="352461" y="1109081"/>
                  </a:lnTo>
                  <a:lnTo>
                    <a:pt x="394685" y="1125015"/>
                  </a:lnTo>
                  <a:lnTo>
                    <a:pt x="438409" y="1137666"/>
                  </a:lnTo>
                  <a:lnTo>
                    <a:pt x="483483" y="1146887"/>
                  </a:lnTo>
                  <a:lnTo>
                    <a:pt x="529759" y="1152528"/>
                  </a:lnTo>
                  <a:lnTo>
                    <a:pt x="577089" y="1154441"/>
                  </a:lnTo>
                  <a:lnTo>
                    <a:pt x="624419" y="1152528"/>
                  </a:lnTo>
                  <a:lnTo>
                    <a:pt x="670696" y="1146887"/>
                  </a:lnTo>
                  <a:lnTo>
                    <a:pt x="715771" y="1137666"/>
                  </a:lnTo>
                  <a:lnTo>
                    <a:pt x="759495" y="1125015"/>
                  </a:lnTo>
                  <a:lnTo>
                    <a:pt x="801719" y="1109081"/>
                  </a:lnTo>
                  <a:lnTo>
                    <a:pt x="842296" y="1090014"/>
                  </a:lnTo>
                  <a:lnTo>
                    <a:pt x="881077" y="1067962"/>
                  </a:lnTo>
                  <a:lnTo>
                    <a:pt x="917912" y="1043073"/>
                  </a:lnTo>
                  <a:lnTo>
                    <a:pt x="952655" y="1015496"/>
                  </a:lnTo>
                  <a:lnTo>
                    <a:pt x="985155" y="985379"/>
                  </a:lnTo>
                  <a:lnTo>
                    <a:pt x="1015265" y="952871"/>
                  </a:lnTo>
                  <a:lnTo>
                    <a:pt x="1042836" y="918121"/>
                  </a:lnTo>
                  <a:lnTo>
                    <a:pt x="1067720" y="881276"/>
                  </a:lnTo>
                  <a:lnTo>
                    <a:pt x="1089767" y="842486"/>
                  </a:lnTo>
                  <a:lnTo>
                    <a:pt x="1108830" y="801900"/>
                  </a:lnTo>
                  <a:lnTo>
                    <a:pt x="1124761" y="759665"/>
                  </a:lnTo>
                  <a:lnTo>
                    <a:pt x="1137409" y="715930"/>
                  </a:lnTo>
                  <a:lnTo>
                    <a:pt x="1146628" y="670843"/>
                  </a:lnTo>
                  <a:lnTo>
                    <a:pt x="1152268" y="624554"/>
                  </a:lnTo>
                  <a:lnTo>
                    <a:pt x="1154181" y="577211"/>
                  </a:lnTo>
                  <a:lnTo>
                    <a:pt x="1152268" y="529870"/>
                  </a:lnTo>
                  <a:lnTo>
                    <a:pt x="1146628" y="483584"/>
                  </a:lnTo>
                  <a:lnTo>
                    <a:pt x="1137409" y="438500"/>
                  </a:lnTo>
                  <a:lnTo>
                    <a:pt x="1124760" y="394767"/>
                  </a:lnTo>
                  <a:lnTo>
                    <a:pt x="1108830" y="352534"/>
                  </a:lnTo>
                  <a:lnTo>
                    <a:pt x="1089767" y="311949"/>
                  </a:lnTo>
                  <a:lnTo>
                    <a:pt x="1067719" y="273160"/>
                  </a:lnTo>
                  <a:lnTo>
                    <a:pt x="1042836" y="236317"/>
                  </a:lnTo>
                  <a:lnTo>
                    <a:pt x="1015265" y="201568"/>
                  </a:lnTo>
                  <a:lnTo>
                    <a:pt x="985155" y="169061"/>
                  </a:lnTo>
                  <a:lnTo>
                    <a:pt x="952654" y="138944"/>
                  </a:lnTo>
                  <a:lnTo>
                    <a:pt x="917912" y="111368"/>
                  </a:lnTo>
                  <a:lnTo>
                    <a:pt x="881076" y="86479"/>
                  </a:lnTo>
                  <a:lnTo>
                    <a:pt x="842296" y="64427"/>
                  </a:lnTo>
                  <a:lnTo>
                    <a:pt x="801719" y="45360"/>
                  </a:lnTo>
                  <a:lnTo>
                    <a:pt x="759495" y="29426"/>
                  </a:lnTo>
                  <a:lnTo>
                    <a:pt x="715771" y="16775"/>
                  </a:lnTo>
                  <a:lnTo>
                    <a:pt x="670696" y="7554"/>
                  </a:lnTo>
                  <a:lnTo>
                    <a:pt x="624419" y="1913"/>
                  </a:lnTo>
                  <a:lnTo>
                    <a:pt x="577088" y="0"/>
                  </a:lnTo>
                  <a:close/>
                </a:path>
              </a:pathLst>
            </a:custGeom>
            <a:solidFill>
              <a:srgbClr val="49484D">
                <a:alpha val="784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339637" y="2813838"/>
              <a:ext cx="1064260" cy="845819"/>
            </a:xfrm>
            <a:custGeom>
              <a:avLst/>
              <a:gdLst/>
              <a:ahLst/>
              <a:cxnLst/>
              <a:rect l="l" t="t" r="r" b="b"/>
              <a:pathLst>
                <a:path w="1064260" h="845820">
                  <a:moveTo>
                    <a:pt x="997067" y="0"/>
                  </a:moveTo>
                  <a:lnTo>
                    <a:pt x="66816" y="0"/>
                  </a:lnTo>
                  <a:lnTo>
                    <a:pt x="19570" y="19590"/>
                  </a:lnTo>
                  <a:lnTo>
                    <a:pt x="0" y="66846"/>
                  </a:lnTo>
                  <a:lnTo>
                    <a:pt x="0" y="778893"/>
                  </a:lnTo>
                  <a:lnTo>
                    <a:pt x="19570" y="826149"/>
                  </a:lnTo>
                  <a:lnTo>
                    <a:pt x="66816" y="845723"/>
                  </a:lnTo>
                  <a:lnTo>
                    <a:pt x="997067" y="845724"/>
                  </a:lnTo>
                  <a:lnTo>
                    <a:pt x="1023059" y="840472"/>
                  </a:lnTo>
                  <a:lnTo>
                    <a:pt x="1044286" y="826149"/>
                  </a:lnTo>
                  <a:lnTo>
                    <a:pt x="1058597" y="804907"/>
                  </a:lnTo>
                  <a:lnTo>
                    <a:pt x="1063845" y="778894"/>
                  </a:lnTo>
                  <a:lnTo>
                    <a:pt x="1063845" y="66846"/>
                  </a:lnTo>
                  <a:lnTo>
                    <a:pt x="1058597" y="40840"/>
                  </a:lnTo>
                  <a:lnTo>
                    <a:pt x="1044285" y="19591"/>
                  </a:lnTo>
                  <a:lnTo>
                    <a:pt x="1023059" y="5257"/>
                  </a:lnTo>
                  <a:lnTo>
                    <a:pt x="9970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339637" y="2981394"/>
              <a:ext cx="489584" cy="678180"/>
            </a:xfrm>
            <a:custGeom>
              <a:avLst/>
              <a:gdLst/>
              <a:ahLst/>
              <a:cxnLst/>
              <a:rect l="l" t="t" r="r" b="b"/>
              <a:pathLst>
                <a:path w="489585" h="678179">
                  <a:moveTo>
                    <a:pt x="489533" y="0"/>
                  </a:moveTo>
                  <a:lnTo>
                    <a:pt x="0" y="0"/>
                  </a:lnTo>
                  <a:lnTo>
                    <a:pt x="0" y="611326"/>
                  </a:lnTo>
                  <a:lnTo>
                    <a:pt x="5303" y="637306"/>
                  </a:lnTo>
                  <a:lnTo>
                    <a:pt x="19627" y="658527"/>
                  </a:lnTo>
                  <a:lnTo>
                    <a:pt x="40842" y="672857"/>
                  </a:lnTo>
                  <a:lnTo>
                    <a:pt x="66816" y="678162"/>
                  </a:lnTo>
                  <a:lnTo>
                    <a:pt x="489533" y="678162"/>
                  </a:lnTo>
                  <a:lnTo>
                    <a:pt x="489533" y="0"/>
                  </a:lnTo>
                  <a:close/>
                </a:path>
              </a:pathLst>
            </a:custGeom>
            <a:solidFill>
              <a:srgbClr val="49484D">
                <a:alpha val="666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339636" y="2813838"/>
              <a:ext cx="1064260" cy="845819"/>
            </a:xfrm>
            <a:custGeom>
              <a:avLst/>
              <a:gdLst/>
              <a:ahLst/>
              <a:cxnLst/>
              <a:rect l="l" t="t" r="r" b="b"/>
              <a:pathLst>
                <a:path w="1064260" h="845820">
                  <a:moveTo>
                    <a:pt x="984701" y="0"/>
                  </a:moveTo>
                  <a:lnTo>
                    <a:pt x="1040679" y="23191"/>
                  </a:lnTo>
                  <a:lnTo>
                    <a:pt x="1063845" y="79160"/>
                  </a:lnTo>
                  <a:lnTo>
                    <a:pt x="1063845" y="766563"/>
                  </a:lnTo>
                  <a:lnTo>
                    <a:pt x="1057631" y="797376"/>
                  </a:lnTo>
                  <a:lnTo>
                    <a:pt x="1040679" y="822538"/>
                  </a:lnTo>
                  <a:lnTo>
                    <a:pt x="1015524" y="839503"/>
                  </a:lnTo>
                  <a:lnTo>
                    <a:pt x="984701" y="845724"/>
                  </a:lnTo>
                  <a:lnTo>
                    <a:pt x="79144" y="845723"/>
                  </a:lnTo>
                  <a:lnTo>
                    <a:pt x="23181" y="822538"/>
                  </a:lnTo>
                  <a:lnTo>
                    <a:pt x="0" y="766563"/>
                  </a:lnTo>
                  <a:lnTo>
                    <a:pt x="0" y="79160"/>
                  </a:lnTo>
                  <a:lnTo>
                    <a:pt x="6219" y="48354"/>
                  </a:lnTo>
                  <a:lnTo>
                    <a:pt x="23180" y="23191"/>
                  </a:lnTo>
                  <a:lnTo>
                    <a:pt x="48337" y="6223"/>
                  </a:lnTo>
                  <a:lnTo>
                    <a:pt x="79144" y="0"/>
                  </a:lnTo>
                  <a:lnTo>
                    <a:pt x="984701" y="0"/>
                  </a:lnTo>
                  <a:close/>
                </a:path>
              </a:pathLst>
            </a:custGeom>
            <a:ln w="7695">
              <a:solidFill>
                <a:srgbClr val="4948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65959" y="3061895"/>
              <a:ext cx="263813" cy="24407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439248" y="3071493"/>
              <a:ext cx="53340" cy="169545"/>
            </a:xfrm>
            <a:custGeom>
              <a:avLst/>
              <a:gdLst/>
              <a:ahLst/>
              <a:cxnLst/>
              <a:rect l="l" t="t" r="r" b="b"/>
              <a:pathLst>
                <a:path w="53339" h="169544">
                  <a:moveTo>
                    <a:pt x="2060" y="0"/>
                  </a:moveTo>
                  <a:lnTo>
                    <a:pt x="36714" y="0"/>
                  </a:lnTo>
                </a:path>
                <a:path w="53339" h="169544">
                  <a:moveTo>
                    <a:pt x="0" y="169480"/>
                  </a:moveTo>
                  <a:lnTo>
                    <a:pt x="53059" y="169480"/>
                  </a:lnTo>
                </a:path>
              </a:pathLst>
            </a:custGeom>
            <a:ln w="7695">
              <a:solidFill>
                <a:srgbClr val="4948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65959" y="3345553"/>
              <a:ext cx="263813" cy="250674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5439249" y="3356487"/>
              <a:ext cx="53340" cy="174625"/>
            </a:xfrm>
            <a:custGeom>
              <a:avLst/>
              <a:gdLst/>
              <a:ahLst/>
              <a:cxnLst/>
              <a:rect l="l" t="t" r="r" b="b"/>
              <a:pathLst>
                <a:path w="53339" h="174625">
                  <a:moveTo>
                    <a:pt x="2060" y="0"/>
                  </a:moveTo>
                  <a:lnTo>
                    <a:pt x="36714" y="0"/>
                  </a:lnTo>
                </a:path>
                <a:path w="53339" h="174625">
                  <a:moveTo>
                    <a:pt x="0" y="174367"/>
                  </a:moveTo>
                  <a:lnTo>
                    <a:pt x="53059" y="174367"/>
                  </a:lnTo>
                </a:path>
              </a:pathLst>
            </a:custGeom>
            <a:ln w="7695">
              <a:solidFill>
                <a:srgbClr val="4948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341457" y="2980679"/>
              <a:ext cx="1060450" cy="318135"/>
            </a:xfrm>
            <a:custGeom>
              <a:avLst/>
              <a:gdLst/>
              <a:ahLst/>
              <a:cxnLst/>
              <a:rect l="l" t="t" r="r" b="b"/>
              <a:pathLst>
                <a:path w="1060450" h="318135">
                  <a:moveTo>
                    <a:pt x="0" y="0"/>
                  </a:moveTo>
                  <a:lnTo>
                    <a:pt x="1059551" y="0"/>
                  </a:lnTo>
                </a:path>
                <a:path w="1060450" h="318135">
                  <a:moveTo>
                    <a:pt x="488120" y="220989"/>
                  </a:moveTo>
                  <a:lnTo>
                    <a:pt x="878234" y="220989"/>
                  </a:lnTo>
                  <a:lnTo>
                    <a:pt x="1060156" y="220989"/>
                  </a:lnTo>
                </a:path>
                <a:path w="1060450" h="318135">
                  <a:moveTo>
                    <a:pt x="522196" y="317576"/>
                  </a:moveTo>
                  <a:lnTo>
                    <a:pt x="1018880" y="317576"/>
                  </a:lnTo>
                </a:path>
              </a:pathLst>
            </a:custGeom>
            <a:ln w="7695">
              <a:solidFill>
                <a:srgbClr val="4948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80220" y="3055299"/>
              <a:ext cx="26381" cy="54092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64212" y="2977656"/>
              <a:ext cx="604040" cy="68696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78023" y="2840994"/>
              <a:ext cx="118905" cy="11918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34659" y="3927443"/>
              <a:ext cx="1154181" cy="1154441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3321558" y="3143249"/>
              <a:ext cx="3408045" cy="2718435"/>
            </a:xfrm>
            <a:custGeom>
              <a:avLst/>
              <a:gdLst/>
              <a:ahLst/>
              <a:cxnLst/>
              <a:rect l="l" t="t" r="r" b="b"/>
              <a:pathLst>
                <a:path w="3408045" h="2718435">
                  <a:moveTo>
                    <a:pt x="672934" y="1210995"/>
                  </a:moveTo>
                  <a:lnTo>
                    <a:pt x="510527" y="1210995"/>
                  </a:lnTo>
                  <a:lnTo>
                    <a:pt x="510324" y="1210995"/>
                  </a:lnTo>
                  <a:lnTo>
                    <a:pt x="472795" y="1227455"/>
                  </a:lnTo>
                  <a:lnTo>
                    <a:pt x="432244" y="1243482"/>
                  </a:lnTo>
                  <a:lnTo>
                    <a:pt x="393192" y="1257427"/>
                  </a:lnTo>
                  <a:lnTo>
                    <a:pt x="351282" y="1270863"/>
                  </a:lnTo>
                  <a:lnTo>
                    <a:pt x="351129" y="1270914"/>
                  </a:lnTo>
                  <a:lnTo>
                    <a:pt x="305739" y="1283716"/>
                  </a:lnTo>
                  <a:lnTo>
                    <a:pt x="264909" y="1293685"/>
                  </a:lnTo>
                  <a:lnTo>
                    <a:pt x="221742" y="1302639"/>
                  </a:lnTo>
                  <a:lnTo>
                    <a:pt x="222707" y="1302435"/>
                  </a:lnTo>
                  <a:lnTo>
                    <a:pt x="178612" y="1309992"/>
                  </a:lnTo>
                  <a:lnTo>
                    <a:pt x="471297" y="1309992"/>
                  </a:lnTo>
                  <a:lnTo>
                    <a:pt x="489839" y="1302639"/>
                  </a:lnTo>
                  <a:lnTo>
                    <a:pt x="502666" y="1297559"/>
                  </a:lnTo>
                  <a:lnTo>
                    <a:pt x="536486" y="1282827"/>
                  </a:lnTo>
                  <a:lnTo>
                    <a:pt x="544068" y="1279525"/>
                  </a:lnTo>
                  <a:lnTo>
                    <a:pt x="561492" y="1271143"/>
                  </a:lnTo>
                  <a:lnTo>
                    <a:pt x="584200" y="1260221"/>
                  </a:lnTo>
                  <a:lnTo>
                    <a:pt x="623316" y="1239774"/>
                  </a:lnTo>
                  <a:lnTo>
                    <a:pt x="661289" y="1218184"/>
                  </a:lnTo>
                  <a:lnTo>
                    <a:pt x="672934" y="1210995"/>
                  </a:lnTo>
                  <a:close/>
                </a:path>
                <a:path w="3408045" h="2718435">
                  <a:moveTo>
                    <a:pt x="1967865" y="91694"/>
                  </a:moveTo>
                  <a:lnTo>
                    <a:pt x="1916988" y="72136"/>
                  </a:lnTo>
                  <a:lnTo>
                    <a:pt x="1781937" y="20218"/>
                  </a:lnTo>
                  <a:lnTo>
                    <a:pt x="1781937" y="147955"/>
                  </a:lnTo>
                  <a:lnTo>
                    <a:pt x="1745335" y="151676"/>
                  </a:lnTo>
                  <a:lnTo>
                    <a:pt x="1749336" y="151257"/>
                  </a:lnTo>
                  <a:lnTo>
                    <a:pt x="1781937" y="147955"/>
                  </a:lnTo>
                  <a:lnTo>
                    <a:pt x="1781937" y="20218"/>
                  </a:lnTo>
                  <a:lnTo>
                    <a:pt x="1729359" y="0"/>
                  </a:lnTo>
                  <a:lnTo>
                    <a:pt x="1736674" y="75895"/>
                  </a:lnTo>
                  <a:lnTo>
                    <a:pt x="1733550" y="76200"/>
                  </a:lnTo>
                  <a:lnTo>
                    <a:pt x="1686179" y="86233"/>
                  </a:lnTo>
                  <a:lnTo>
                    <a:pt x="1640586" y="97409"/>
                  </a:lnTo>
                  <a:lnTo>
                    <a:pt x="1595882" y="110109"/>
                  </a:lnTo>
                  <a:lnTo>
                    <a:pt x="1551813" y="124206"/>
                  </a:lnTo>
                  <a:lnTo>
                    <a:pt x="1508506" y="139700"/>
                  </a:lnTo>
                  <a:lnTo>
                    <a:pt x="1466215" y="156591"/>
                  </a:lnTo>
                  <a:lnTo>
                    <a:pt x="1424813" y="174625"/>
                  </a:lnTo>
                  <a:lnTo>
                    <a:pt x="1384681" y="193929"/>
                  </a:lnTo>
                  <a:lnTo>
                    <a:pt x="1345565" y="214376"/>
                  </a:lnTo>
                  <a:lnTo>
                    <a:pt x="1307592" y="235966"/>
                  </a:lnTo>
                  <a:lnTo>
                    <a:pt x="1271143" y="258572"/>
                  </a:lnTo>
                  <a:lnTo>
                    <a:pt x="1236218" y="282194"/>
                  </a:lnTo>
                  <a:lnTo>
                    <a:pt x="1202690" y="306705"/>
                  </a:lnTo>
                  <a:lnTo>
                    <a:pt x="1170559" y="332232"/>
                  </a:lnTo>
                  <a:lnTo>
                    <a:pt x="1140333" y="358521"/>
                  </a:lnTo>
                  <a:lnTo>
                    <a:pt x="1111885" y="385699"/>
                  </a:lnTo>
                  <a:lnTo>
                    <a:pt x="1085342" y="413639"/>
                  </a:lnTo>
                  <a:lnTo>
                    <a:pt x="1038225" y="471678"/>
                  </a:lnTo>
                  <a:lnTo>
                    <a:pt x="1008303" y="517144"/>
                  </a:lnTo>
                  <a:lnTo>
                    <a:pt x="983996" y="563753"/>
                  </a:lnTo>
                  <a:lnTo>
                    <a:pt x="965327" y="611632"/>
                  </a:lnTo>
                  <a:lnTo>
                    <a:pt x="952627" y="660781"/>
                  </a:lnTo>
                  <a:lnTo>
                    <a:pt x="950226" y="675640"/>
                  </a:lnTo>
                  <a:lnTo>
                    <a:pt x="950099" y="676414"/>
                  </a:lnTo>
                  <a:lnTo>
                    <a:pt x="946670" y="715010"/>
                  </a:lnTo>
                  <a:lnTo>
                    <a:pt x="946150" y="739267"/>
                  </a:lnTo>
                  <a:lnTo>
                    <a:pt x="944994" y="754138"/>
                  </a:lnTo>
                  <a:lnTo>
                    <a:pt x="944892" y="755459"/>
                  </a:lnTo>
                  <a:lnTo>
                    <a:pt x="944308" y="760349"/>
                  </a:lnTo>
                  <a:lnTo>
                    <a:pt x="943737" y="765429"/>
                  </a:lnTo>
                  <a:lnTo>
                    <a:pt x="943622" y="766267"/>
                  </a:lnTo>
                  <a:lnTo>
                    <a:pt x="943419" y="767334"/>
                  </a:lnTo>
                  <a:lnTo>
                    <a:pt x="941641" y="778332"/>
                  </a:lnTo>
                  <a:lnTo>
                    <a:pt x="931418" y="818515"/>
                  </a:lnTo>
                  <a:lnTo>
                    <a:pt x="922566" y="842645"/>
                  </a:lnTo>
                  <a:lnTo>
                    <a:pt x="921766" y="844804"/>
                  </a:lnTo>
                  <a:lnTo>
                    <a:pt x="921423" y="845629"/>
                  </a:lnTo>
                  <a:lnTo>
                    <a:pt x="921092" y="846328"/>
                  </a:lnTo>
                  <a:lnTo>
                    <a:pt x="915822" y="858354"/>
                  </a:lnTo>
                  <a:lnTo>
                    <a:pt x="915720" y="858647"/>
                  </a:lnTo>
                  <a:lnTo>
                    <a:pt x="915390" y="859320"/>
                  </a:lnTo>
                  <a:lnTo>
                    <a:pt x="914323" y="861771"/>
                  </a:lnTo>
                  <a:lnTo>
                    <a:pt x="909967" y="870978"/>
                  </a:lnTo>
                  <a:lnTo>
                    <a:pt x="902716" y="884809"/>
                  </a:lnTo>
                  <a:lnTo>
                    <a:pt x="895400" y="897724"/>
                  </a:lnTo>
                  <a:lnTo>
                    <a:pt x="890282" y="906145"/>
                  </a:lnTo>
                  <a:lnTo>
                    <a:pt x="887603" y="910717"/>
                  </a:lnTo>
                  <a:lnTo>
                    <a:pt x="886802" y="911910"/>
                  </a:lnTo>
                  <a:lnTo>
                    <a:pt x="886561" y="912241"/>
                  </a:lnTo>
                  <a:lnTo>
                    <a:pt x="869696" y="937006"/>
                  </a:lnTo>
                  <a:lnTo>
                    <a:pt x="869188" y="937704"/>
                  </a:lnTo>
                  <a:lnTo>
                    <a:pt x="868337" y="938784"/>
                  </a:lnTo>
                  <a:lnTo>
                    <a:pt x="849642" y="963295"/>
                  </a:lnTo>
                  <a:lnTo>
                    <a:pt x="827798" y="988847"/>
                  </a:lnTo>
                  <a:lnTo>
                    <a:pt x="805662" y="1011936"/>
                  </a:lnTo>
                  <a:lnTo>
                    <a:pt x="803783" y="1013968"/>
                  </a:lnTo>
                  <a:lnTo>
                    <a:pt x="803186" y="1014564"/>
                  </a:lnTo>
                  <a:lnTo>
                    <a:pt x="802449" y="1015238"/>
                  </a:lnTo>
                  <a:lnTo>
                    <a:pt x="776592" y="1039888"/>
                  </a:lnTo>
                  <a:lnTo>
                    <a:pt x="777989" y="1038745"/>
                  </a:lnTo>
                  <a:lnTo>
                    <a:pt x="775754" y="1040688"/>
                  </a:lnTo>
                  <a:lnTo>
                    <a:pt x="774814" y="1041336"/>
                  </a:lnTo>
                  <a:lnTo>
                    <a:pt x="750189" y="1062990"/>
                  </a:lnTo>
                  <a:lnTo>
                    <a:pt x="718781" y="1087907"/>
                  </a:lnTo>
                  <a:lnTo>
                    <a:pt x="689165" y="1109599"/>
                  </a:lnTo>
                  <a:lnTo>
                    <a:pt x="688352" y="1110107"/>
                  </a:lnTo>
                  <a:lnTo>
                    <a:pt x="655320" y="1132293"/>
                  </a:lnTo>
                  <a:lnTo>
                    <a:pt x="622439" y="1152702"/>
                  </a:lnTo>
                  <a:lnTo>
                    <a:pt x="621588" y="1153160"/>
                  </a:lnTo>
                  <a:lnTo>
                    <a:pt x="585622" y="1173568"/>
                  </a:lnTo>
                  <a:lnTo>
                    <a:pt x="550176" y="1192085"/>
                  </a:lnTo>
                  <a:lnTo>
                    <a:pt x="511670" y="1210449"/>
                  </a:lnTo>
                  <a:lnTo>
                    <a:pt x="512940" y="1209941"/>
                  </a:lnTo>
                  <a:lnTo>
                    <a:pt x="511771" y="1210449"/>
                  </a:lnTo>
                  <a:lnTo>
                    <a:pt x="673811" y="1210449"/>
                  </a:lnTo>
                  <a:lnTo>
                    <a:pt x="732790" y="1171956"/>
                  </a:lnTo>
                  <a:lnTo>
                    <a:pt x="766318" y="1147445"/>
                  </a:lnTo>
                  <a:lnTo>
                    <a:pt x="798322" y="1122045"/>
                  </a:lnTo>
                  <a:lnTo>
                    <a:pt x="828675" y="1095629"/>
                  </a:lnTo>
                  <a:lnTo>
                    <a:pt x="856996" y="1068578"/>
                  </a:lnTo>
                  <a:lnTo>
                    <a:pt x="883615" y="1040688"/>
                  </a:lnTo>
                  <a:lnTo>
                    <a:pt x="924839" y="990346"/>
                  </a:lnTo>
                  <a:lnTo>
                    <a:pt x="930783" y="982599"/>
                  </a:lnTo>
                  <a:lnTo>
                    <a:pt x="942886" y="964819"/>
                  </a:lnTo>
                  <a:lnTo>
                    <a:pt x="951103" y="952754"/>
                  </a:lnTo>
                  <a:lnTo>
                    <a:pt x="960628" y="937260"/>
                  </a:lnTo>
                  <a:lnTo>
                    <a:pt x="985012" y="890524"/>
                  </a:lnTo>
                  <a:lnTo>
                    <a:pt x="1003681" y="842645"/>
                  </a:lnTo>
                  <a:lnTo>
                    <a:pt x="1016381" y="793623"/>
                  </a:lnTo>
                  <a:lnTo>
                    <a:pt x="1022223" y="743839"/>
                  </a:lnTo>
                  <a:lnTo>
                    <a:pt x="1022934" y="715010"/>
                  </a:lnTo>
                  <a:lnTo>
                    <a:pt x="1022985" y="713232"/>
                  </a:lnTo>
                  <a:lnTo>
                    <a:pt x="1023874" y="700151"/>
                  </a:lnTo>
                  <a:lnTo>
                    <a:pt x="1024724" y="693801"/>
                  </a:lnTo>
                  <a:lnTo>
                    <a:pt x="1025207" y="689775"/>
                  </a:lnTo>
                  <a:lnTo>
                    <a:pt x="1027684" y="673735"/>
                  </a:lnTo>
                  <a:lnTo>
                    <a:pt x="1027506" y="675055"/>
                  </a:lnTo>
                  <a:lnTo>
                    <a:pt x="1027811" y="673735"/>
                  </a:lnTo>
                  <a:lnTo>
                    <a:pt x="1030401" y="661047"/>
                  </a:lnTo>
                  <a:lnTo>
                    <a:pt x="1033195" y="650303"/>
                  </a:lnTo>
                  <a:lnTo>
                    <a:pt x="1033526" y="649224"/>
                  </a:lnTo>
                  <a:lnTo>
                    <a:pt x="1033970" y="647611"/>
                  </a:lnTo>
                  <a:lnTo>
                    <a:pt x="1037539" y="635914"/>
                  </a:lnTo>
                  <a:lnTo>
                    <a:pt x="1042174" y="622554"/>
                  </a:lnTo>
                  <a:lnTo>
                    <a:pt x="1042339" y="622058"/>
                  </a:lnTo>
                  <a:lnTo>
                    <a:pt x="1042670" y="621157"/>
                  </a:lnTo>
                  <a:lnTo>
                    <a:pt x="1048118" y="607314"/>
                  </a:lnTo>
                  <a:lnTo>
                    <a:pt x="1053134" y="595782"/>
                  </a:lnTo>
                  <a:lnTo>
                    <a:pt x="1053566" y="594741"/>
                  </a:lnTo>
                  <a:lnTo>
                    <a:pt x="1059218" y="582803"/>
                  </a:lnTo>
                  <a:lnTo>
                    <a:pt x="1059522" y="582104"/>
                  </a:lnTo>
                  <a:lnTo>
                    <a:pt x="1059942" y="581279"/>
                  </a:lnTo>
                  <a:lnTo>
                    <a:pt x="1060932" y="579501"/>
                  </a:lnTo>
                  <a:lnTo>
                    <a:pt x="1065784" y="570357"/>
                  </a:lnTo>
                  <a:lnTo>
                    <a:pt x="1073543" y="556653"/>
                  </a:lnTo>
                  <a:lnTo>
                    <a:pt x="1081493" y="543560"/>
                  </a:lnTo>
                  <a:lnTo>
                    <a:pt x="1082230" y="542328"/>
                  </a:lnTo>
                  <a:lnTo>
                    <a:pt x="1099362" y="517144"/>
                  </a:lnTo>
                  <a:lnTo>
                    <a:pt x="1099807" y="516445"/>
                  </a:lnTo>
                  <a:lnTo>
                    <a:pt x="1100582" y="515366"/>
                  </a:lnTo>
                  <a:lnTo>
                    <a:pt x="1111275" y="501523"/>
                  </a:lnTo>
                  <a:lnTo>
                    <a:pt x="1119149" y="491236"/>
                  </a:lnTo>
                  <a:lnTo>
                    <a:pt x="1119416" y="490867"/>
                  </a:lnTo>
                  <a:lnTo>
                    <a:pt x="1120521" y="489458"/>
                  </a:lnTo>
                  <a:lnTo>
                    <a:pt x="1119441" y="490867"/>
                  </a:lnTo>
                  <a:lnTo>
                    <a:pt x="1120648" y="489458"/>
                  </a:lnTo>
                  <a:lnTo>
                    <a:pt x="1141285" y="465455"/>
                  </a:lnTo>
                  <a:lnTo>
                    <a:pt x="1142492" y="464058"/>
                  </a:lnTo>
                  <a:lnTo>
                    <a:pt x="1141095" y="465455"/>
                  </a:lnTo>
                  <a:lnTo>
                    <a:pt x="1143012" y="463448"/>
                  </a:lnTo>
                  <a:lnTo>
                    <a:pt x="1145120" y="461429"/>
                  </a:lnTo>
                  <a:lnTo>
                    <a:pt x="1165275" y="440194"/>
                  </a:lnTo>
                  <a:lnTo>
                    <a:pt x="1165809" y="439597"/>
                  </a:lnTo>
                  <a:lnTo>
                    <a:pt x="1166495" y="438912"/>
                  </a:lnTo>
                  <a:lnTo>
                    <a:pt x="1191196" y="415417"/>
                  </a:lnTo>
                  <a:lnTo>
                    <a:pt x="1191945" y="414693"/>
                  </a:lnTo>
                  <a:lnTo>
                    <a:pt x="1192403" y="414274"/>
                  </a:lnTo>
                  <a:lnTo>
                    <a:pt x="1193165" y="413639"/>
                  </a:lnTo>
                  <a:lnTo>
                    <a:pt x="1218768" y="391287"/>
                  </a:lnTo>
                  <a:lnTo>
                    <a:pt x="1280541" y="344170"/>
                  </a:lnTo>
                  <a:lnTo>
                    <a:pt x="1313180" y="322199"/>
                  </a:lnTo>
                  <a:lnTo>
                    <a:pt x="1345984" y="301879"/>
                  </a:lnTo>
                  <a:lnTo>
                    <a:pt x="1346441" y="301586"/>
                  </a:lnTo>
                  <a:lnTo>
                    <a:pt x="1383207" y="280606"/>
                  </a:lnTo>
                  <a:lnTo>
                    <a:pt x="1419339" y="261759"/>
                  </a:lnTo>
                  <a:lnTo>
                    <a:pt x="1457185" y="243598"/>
                  </a:lnTo>
                  <a:lnTo>
                    <a:pt x="1495183" y="227076"/>
                  </a:lnTo>
                  <a:lnTo>
                    <a:pt x="1496656" y="226504"/>
                  </a:lnTo>
                  <a:lnTo>
                    <a:pt x="1497914" y="225894"/>
                  </a:lnTo>
                  <a:lnTo>
                    <a:pt x="1534744" y="211226"/>
                  </a:lnTo>
                  <a:lnTo>
                    <a:pt x="1577492" y="195986"/>
                  </a:lnTo>
                  <a:lnTo>
                    <a:pt x="1617484" y="183210"/>
                  </a:lnTo>
                  <a:lnTo>
                    <a:pt x="1618615" y="182892"/>
                  </a:lnTo>
                  <a:lnTo>
                    <a:pt x="1659089" y="171310"/>
                  </a:lnTo>
                  <a:lnTo>
                    <a:pt x="1660994" y="170827"/>
                  </a:lnTo>
                  <a:lnTo>
                    <a:pt x="1703705" y="160401"/>
                  </a:lnTo>
                  <a:lnTo>
                    <a:pt x="1744014" y="151942"/>
                  </a:lnTo>
                  <a:lnTo>
                    <a:pt x="1743989" y="151803"/>
                  </a:lnTo>
                  <a:lnTo>
                    <a:pt x="1744014" y="151942"/>
                  </a:lnTo>
                  <a:lnTo>
                    <a:pt x="1751164" y="225894"/>
                  </a:lnTo>
                  <a:lnTo>
                    <a:pt x="1751215" y="226504"/>
                  </a:lnTo>
                  <a:lnTo>
                    <a:pt x="1751330" y="227584"/>
                  </a:lnTo>
                  <a:lnTo>
                    <a:pt x="1871853" y="151942"/>
                  </a:lnTo>
                  <a:lnTo>
                    <a:pt x="1967865" y="91694"/>
                  </a:lnTo>
                  <a:close/>
                </a:path>
                <a:path w="3408045" h="2718435">
                  <a:moveTo>
                    <a:pt x="3407791" y="1360170"/>
                  </a:moveTo>
                  <a:lnTo>
                    <a:pt x="3331591" y="1322070"/>
                  </a:lnTo>
                  <a:lnTo>
                    <a:pt x="3179191" y="1245870"/>
                  </a:lnTo>
                  <a:lnTo>
                    <a:pt x="3179191" y="1322070"/>
                  </a:lnTo>
                  <a:lnTo>
                    <a:pt x="2649347" y="1322070"/>
                  </a:lnTo>
                  <a:lnTo>
                    <a:pt x="1946262" y="1322578"/>
                  </a:lnTo>
                  <a:lnTo>
                    <a:pt x="1605153" y="1322959"/>
                  </a:lnTo>
                  <a:lnTo>
                    <a:pt x="1681340" y="1323340"/>
                  </a:lnTo>
                  <a:lnTo>
                    <a:pt x="1159510" y="1323721"/>
                  </a:lnTo>
                  <a:lnTo>
                    <a:pt x="433425" y="1323975"/>
                  </a:lnTo>
                  <a:lnTo>
                    <a:pt x="460375" y="1314323"/>
                  </a:lnTo>
                  <a:lnTo>
                    <a:pt x="470941" y="1310132"/>
                  </a:lnTo>
                  <a:lnTo>
                    <a:pt x="177800" y="1310132"/>
                  </a:lnTo>
                  <a:lnTo>
                    <a:pt x="177469" y="1310132"/>
                  </a:lnTo>
                  <a:lnTo>
                    <a:pt x="133388" y="1316139"/>
                  </a:lnTo>
                  <a:lnTo>
                    <a:pt x="89128" y="1320419"/>
                  </a:lnTo>
                  <a:lnTo>
                    <a:pt x="88480" y="1320419"/>
                  </a:lnTo>
                  <a:lnTo>
                    <a:pt x="44005" y="1323009"/>
                  </a:lnTo>
                  <a:lnTo>
                    <a:pt x="7035" y="1323721"/>
                  </a:lnTo>
                  <a:lnTo>
                    <a:pt x="1524" y="1323594"/>
                  </a:lnTo>
                  <a:lnTo>
                    <a:pt x="1511" y="1323822"/>
                  </a:lnTo>
                  <a:lnTo>
                    <a:pt x="0" y="1323848"/>
                  </a:lnTo>
                  <a:lnTo>
                    <a:pt x="749" y="1361694"/>
                  </a:lnTo>
                  <a:lnTo>
                    <a:pt x="114" y="1393571"/>
                  </a:lnTo>
                  <a:lnTo>
                    <a:pt x="0" y="1399794"/>
                  </a:lnTo>
                  <a:lnTo>
                    <a:pt x="762" y="1399819"/>
                  </a:lnTo>
                  <a:lnTo>
                    <a:pt x="762" y="1400302"/>
                  </a:lnTo>
                  <a:lnTo>
                    <a:pt x="26111" y="1400302"/>
                  </a:lnTo>
                  <a:lnTo>
                    <a:pt x="50279" y="1400771"/>
                  </a:lnTo>
                  <a:lnTo>
                    <a:pt x="46088" y="1400771"/>
                  </a:lnTo>
                  <a:lnTo>
                    <a:pt x="90449" y="1403350"/>
                  </a:lnTo>
                  <a:lnTo>
                    <a:pt x="133591" y="1407541"/>
                  </a:lnTo>
                  <a:lnTo>
                    <a:pt x="179184" y="1413637"/>
                  </a:lnTo>
                  <a:lnTo>
                    <a:pt x="222707" y="1421079"/>
                  </a:lnTo>
                  <a:lnTo>
                    <a:pt x="265709" y="1430058"/>
                  </a:lnTo>
                  <a:lnTo>
                    <a:pt x="265176" y="1429905"/>
                  </a:lnTo>
                  <a:lnTo>
                    <a:pt x="309372" y="1440802"/>
                  </a:lnTo>
                  <a:lnTo>
                    <a:pt x="350393" y="1452245"/>
                  </a:lnTo>
                  <a:lnTo>
                    <a:pt x="392049" y="1465580"/>
                  </a:lnTo>
                  <a:lnTo>
                    <a:pt x="434174" y="1480566"/>
                  </a:lnTo>
                  <a:lnTo>
                    <a:pt x="469671" y="1494574"/>
                  </a:lnTo>
                  <a:lnTo>
                    <a:pt x="512521" y="1513128"/>
                  </a:lnTo>
                  <a:lnTo>
                    <a:pt x="511683" y="1512709"/>
                  </a:lnTo>
                  <a:lnTo>
                    <a:pt x="548779" y="1530413"/>
                  </a:lnTo>
                  <a:lnTo>
                    <a:pt x="586359" y="1549908"/>
                  </a:lnTo>
                  <a:lnTo>
                    <a:pt x="621792" y="1569974"/>
                  </a:lnTo>
                  <a:lnTo>
                    <a:pt x="655662" y="1590738"/>
                  </a:lnTo>
                  <a:lnTo>
                    <a:pt x="688467" y="1612646"/>
                  </a:lnTo>
                  <a:lnTo>
                    <a:pt x="719582" y="1635379"/>
                  </a:lnTo>
                  <a:lnTo>
                    <a:pt x="775347" y="1681480"/>
                  </a:lnTo>
                  <a:lnTo>
                    <a:pt x="776732" y="1682623"/>
                  </a:lnTo>
                  <a:lnTo>
                    <a:pt x="802640" y="1707134"/>
                  </a:lnTo>
                  <a:lnTo>
                    <a:pt x="826516" y="1732026"/>
                  </a:lnTo>
                  <a:lnTo>
                    <a:pt x="848487" y="1757553"/>
                  </a:lnTo>
                  <a:lnTo>
                    <a:pt x="857415" y="1769110"/>
                  </a:lnTo>
                  <a:lnTo>
                    <a:pt x="868426" y="1783207"/>
                  </a:lnTo>
                  <a:lnTo>
                    <a:pt x="869251" y="1784375"/>
                  </a:lnTo>
                  <a:lnTo>
                    <a:pt x="869632" y="1784985"/>
                  </a:lnTo>
                  <a:lnTo>
                    <a:pt x="879703" y="1799717"/>
                  </a:lnTo>
                  <a:lnTo>
                    <a:pt x="886587" y="1809623"/>
                  </a:lnTo>
                  <a:lnTo>
                    <a:pt x="894295" y="1822335"/>
                  </a:lnTo>
                  <a:lnTo>
                    <a:pt x="902182" y="1835975"/>
                  </a:lnTo>
                  <a:lnTo>
                    <a:pt x="902335" y="1836343"/>
                  </a:lnTo>
                  <a:lnTo>
                    <a:pt x="902754" y="1837016"/>
                  </a:lnTo>
                  <a:lnTo>
                    <a:pt x="903897" y="1839137"/>
                  </a:lnTo>
                  <a:lnTo>
                    <a:pt x="907884" y="1846707"/>
                  </a:lnTo>
                  <a:lnTo>
                    <a:pt x="909066" y="1848866"/>
                  </a:lnTo>
                  <a:lnTo>
                    <a:pt x="915416" y="1862201"/>
                  </a:lnTo>
                  <a:lnTo>
                    <a:pt x="921169" y="1875332"/>
                  </a:lnTo>
                  <a:lnTo>
                    <a:pt x="921791" y="1876666"/>
                  </a:lnTo>
                  <a:lnTo>
                    <a:pt x="921994" y="1877212"/>
                  </a:lnTo>
                  <a:lnTo>
                    <a:pt x="926020" y="1887486"/>
                  </a:lnTo>
                  <a:lnTo>
                    <a:pt x="931443" y="1903056"/>
                  </a:lnTo>
                  <a:lnTo>
                    <a:pt x="935469" y="1916430"/>
                  </a:lnTo>
                  <a:lnTo>
                    <a:pt x="935596" y="1916836"/>
                  </a:lnTo>
                  <a:lnTo>
                    <a:pt x="938403" y="1927606"/>
                  </a:lnTo>
                  <a:lnTo>
                    <a:pt x="943698" y="1955800"/>
                  </a:lnTo>
                  <a:lnTo>
                    <a:pt x="944905" y="1965706"/>
                  </a:lnTo>
                  <a:lnTo>
                    <a:pt x="946023" y="1979930"/>
                  </a:lnTo>
                  <a:lnTo>
                    <a:pt x="946670" y="2006092"/>
                  </a:lnTo>
                  <a:lnTo>
                    <a:pt x="946785" y="2010537"/>
                  </a:lnTo>
                  <a:lnTo>
                    <a:pt x="952538" y="2059546"/>
                  </a:lnTo>
                  <a:lnTo>
                    <a:pt x="965327" y="2108962"/>
                  </a:lnTo>
                  <a:lnTo>
                    <a:pt x="984123" y="2156714"/>
                  </a:lnTo>
                  <a:lnTo>
                    <a:pt x="1008507" y="2203323"/>
                  </a:lnTo>
                  <a:lnTo>
                    <a:pt x="1038225" y="2248408"/>
                  </a:lnTo>
                  <a:lnTo>
                    <a:pt x="1085342" y="2306193"/>
                  </a:lnTo>
                  <a:lnTo>
                    <a:pt x="1112012" y="2334006"/>
                  </a:lnTo>
                  <a:lnTo>
                    <a:pt x="1140460" y="2361057"/>
                  </a:lnTo>
                  <a:lnTo>
                    <a:pt x="1170686" y="2387219"/>
                  </a:lnTo>
                  <a:lnTo>
                    <a:pt x="1202690" y="2412619"/>
                  </a:lnTo>
                  <a:lnTo>
                    <a:pt x="1236218" y="2437003"/>
                  </a:lnTo>
                  <a:lnTo>
                    <a:pt x="1271270" y="2460548"/>
                  </a:lnTo>
                  <a:lnTo>
                    <a:pt x="1307719" y="2483015"/>
                  </a:lnTo>
                  <a:lnTo>
                    <a:pt x="1345565" y="2504440"/>
                  </a:lnTo>
                  <a:lnTo>
                    <a:pt x="1384681" y="2524887"/>
                  </a:lnTo>
                  <a:lnTo>
                    <a:pt x="1424940" y="2544038"/>
                  </a:lnTo>
                  <a:lnTo>
                    <a:pt x="1466215" y="2561983"/>
                  </a:lnTo>
                  <a:lnTo>
                    <a:pt x="1508633" y="2578747"/>
                  </a:lnTo>
                  <a:lnTo>
                    <a:pt x="1551813" y="2594127"/>
                  </a:lnTo>
                  <a:lnTo>
                    <a:pt x="1595882" y="2608249"/>
                  </a:lnTo>
                  <a:lnTo>
                    <a:pt x="1640713" y="2620797"/>
                  </a:lnTo>
                  <a:lnTo>
                    <a:pt x="1686179" y="2631973"/>
                  </a:lnTo>
                  <a:lnTo>
                    <a:pt x="1733677" y="2641765"/>
                  </a:lnTo>
                  <a:lnTo>
                    <a:pt x="1736636" y="2642057"/>
                  </a:lnTo>
                  <a:lnTo>
                    <a:pt x="1743875" y="2566720"/>
                  </a:lnTo>
                  <a:lnTo>
                    <a:pt x="1736674" y="2641765"/>
                  </a:lnTo>
                  <a:lnTo>
                    <a:pt x="1736636" y="2642057"/>
                  </a:lnTo>
                  <a:lnTo>
                    <a:pt x="1729359" y="2717977"/>
                  </a:lnTo>
                  <a:lnTo>
                    <a:pt x="1916696" y="2645765"/>
                  </a:lnTo>
                  <a:lnTo>
                    <a:pt x="1967865" y="2626042"/>
                  </a:lnTo>
                  <a:lnTo>
                    <a:pt x="1872437" y="2566327"/>
                  </a:lnTo>
                  <a:lnTo>
                    <a:pt x="1751203" y="2490432"/>
                  </a:lnTo>
                  <a:lnTo>
                    <a:pt x="1743938" y="2566098"/>
                  </a:lnTo>
                  <a:lnTo>
                    <a:pt x="1703844" y="2557805"/>
                  </a:lnTo>
                  <a:lnTo>
                    <a:pt x="1702955" y="2557627"/>
                  </a:lnTo>
                  <a:lnTo>
                    <a:pt x="1702308" y="2557488"/>
                  </a:lnTo>
                  <a:lnTo>
                    <a:pt x="1659940" y="2547061"/>
                  </a:lnTo>
                  <a:lnTo>
                    <a:pt x="1617091" y="2535059"/>
                  </a:lnTo>
                  <a:lnTo>
                    <a:pt x="1577162" y="2522270"/>
                  </a:lnTo>
                  <a:lnTo>
                    <a:pt x="1534795" y="2507183"/>
                  </a:lnTo>
                  <a:lnTo>
                    <a:pt x="1494942" y="2491384"/>
                  </a:lnTo>
                  <a:lnTo>
                    <a:pt x="1456182" y="2474531"/>
                  </a:lnTo>
                  <a:lnTo>
                    <a:pt x="1418082" y="2456383"/>
                  </a:lnTo>
                  <a:lnTo>
                    <a:pt x="1383093" y="2438031"/>
                  </a:lnTo>
                  <a:lnTo>
                    <a:pt x="1382839" y="2438031"/>
                  </a:lnTo>
                  <a:lnTo>
                    <a:pt x="1382522" y="2437777"/>
                  </a:lnTo>
                  <a:lnTo>
                    <a:pt x="1381620" y="2437269"/>
                  </a:lnTo>
                  <a:lnTo>
                    <a:pt x="1347190" y="2417826"/>
                  </a:lnTo>
                  <a:lnTo>
                    <a:pt x="1312037" y="2396198"/>
                  </a:lnTo>
                  <a:lnTo>
                    <a:pt x="1279271" y="2374138"/>
                  </a:lnTo>
                  <a:lnTo>
                    <a:pt x="1219962" y="2329053"/>
                  </a:lnTo>
                  <a:lnTo>
                    <a:pt x="1192403" y="2305304"/>
                  </a:lnTo>
                  <a:lnTo>
                    <a:pt x="1191412" y="2304453"/>
                  </a:lnTo>
                  <a:lnTo>
                    <a:pt x="1192263" y="2305304"/>
                  </a:lnTo>
                  <a:lnTo>
                    <a:pt x="1168552" y="2282558"/>
                  </a:lnTo>
                  <a:lnTo>
                    <a:pt x="1167206" y="2281415"/>
                  </a:lnTo>
                  <a:lnTo>
                    <a:pt x="1166495" y="2280678"/>
                  </a:lnTo>
                  <a:lnTo>
                    <a:pt x="1166126" y="2280348"/>
                  </a:lnTo>
                  <a:lnTo>
                    <a:pt x="1165275" y="2279408"/>
                  </a:lnTo>
                  <a:lnTo>
                    <a:pt x="1141095" y="2254250"/>
                  </a:lnTo>
                  <a:lnTo>
                    <a:pt x="1136142" y="2248408"/>
                  </a:lnTo>
                  <a:lnTo>
                    <a:pt x="1120533" y="2230247"/>
                  </a:lnTo>
                  <a:lnTo>
                    <a:pt x="1119289" y="2228824"/>
                  </a:lnTo>
                  <a:lnTo>
                    <a:pt x="1119124" y="2228621"/>
                  </a:lnTo>
                  <a:lnTo>
                    <a:pt x="1100582" y="2204491"/>
                  </a:lnTo>
                  <a:lnTo>
                    <a:pt x="1099794" y="2203323"/>
                  </a:lnTo>
                  <a:lnTo>
                    <a:pt x="1099578" y="2203107"/>
                  </a:lnTo>
                  <a:lnTo>
                    <a:pt x="1099439" y="2202815"/>
                  </a:lnTo>
                  <a:lnTo>
                    <a:pt x="1081405" y="2176526"/>
                  </a:lnTo>
                  <a:lnTo>
                    <a:pt x="1078915" y="2172335"/>
                  </a:lnTo>
                  <a:lnTo>
                    <a:pt x="1053858" y="2126094"/>
                  </a:lnTo>
                  <a:lnTo>
                    <a:pt x="1040333" y="2092833"/>
                  </a:lnTo>
                  <a:lnTo>
                    <a:pt x="1037221" y="2083625"/>
                  </a:lnTo>
                  <a:lnTo>
                    <a:pt x="1033665" y="2072005"/>
                  </a:lnTo>
                  <a:lnTo>
                    <a:pt x="1033195" y="2070303"/>
                  </a:lnTo>
                  <a:lnTo>
                    <a:pt x="1030097" y="2058289"/>
                  </a:lnTo>
                  <a:lnTo>
                    <a:pt x="1027823" y="2046986"/>
                  </a:lnTo>
                  <a:lnTo>
                    <a:pt x="1027544" y="2045690"/>
                  </a:lnTo>
                  <a:lnTo>
                    <a:pt x="1027684" y="2046986"/>
                  </a:lnTo>
                  <a:lnTo>
                    <a:pt x="1025575" y="2033638"/>
                  </a:lnTo>
                  <a:lnTo>
                    <a:pt x="1025448" y="2032876"/>
                  </a:lnTo>
                  <a:lnTo>
                    <a:pt x="1022324" y="1981708"/>
                  </a:lnTo>
                  <a:lnTo>
                    <a:pt x="1022223" y="1977136"/>
                  </a:lnTo>
                  <a:lnTo>
                    <a:pt x="1021080" y="1960753"/>
                  </a:lnTo>
                  <a:lnTo>
                    <a:pt x="1019048" y="1944116"/>
                  </a:lnTo>
                  <a:lnTo>
                    <a:pt x="1016419" y="1927860"/>
                  </a:lnTo>
                  <a:lnTo>
                    <a:pt x="1016381" y="1927606"/>
                  </a:lnTo>
                  <a:lnTo>
                    <a:pt x="1003681" y="1878838"/>
                  </a:lnTo>
                  <a:lnTo>
                    <a:pt x="984885" y="1830959"/>
                  </a:lnTo>
                  <a:lnTo>
                    <a:pt x="960501" y="1784604"/>
                  </a:lnTo>
                  <a:lnTo>
                    <a:pt x="930783" y="1739392"/>
                  </a:lnTo>
                  <a:lnTo>
                    <a:pt x="883666" y="1681480"/>
                  </a:lnTo>
                  <a:lnTo>
                    <a:pt x="856996" y="1653794"/>
                  </a:lnTo>
                  <a:lnTo>
                    <a:pt x="828548" y="1626743"/>
                  </a:lnTo>
                  <a:lnTo>
                    <a:pt x="798195" y="1600454"/>
                  </a:lnTo>
                  <a:lnTo>
                    <a:pt x="766318" y="1575181"/>
                  </a:lnTo>
                  <a:lnTo>
                    <a:pt x="732790" y="1550670"/>
                  </a:lnTo>
                  <a:lnTo>
                    <a:pt x="697738" y="1527175"/>
                  </a:lnTo>
                  <a:lnTo>
                    <a:pt x="674179" y="1512709"/>
                  </a:lnTo>
                  <a:lnTo>
                    <a:pt x="661162" y="1504696"/>
                  </a:lnTo>
                  <a:lnTo>
                    <a:pt x="646379" y="1496314"/>
                  </a:lnTo>
                  <a:lnTo>
                    <a:pt x="623316" y="1483233"/>
                  </a:lnTo>
                  <a:lnTo>
                    <a:pt x="617194" y="1480070"/>
                  </a:lnTo>
                  <a:lnTo>
                    <a:pt x="584200" y="1462913"/>
                  </a:lnTo>
                  <a:lnTo>
                    <a:pt x="543941" y="1443736"/>
                  </a:lnTo>
                  <a:lnTo>
                    <a:pt x="536384" y="1440446"/>
                  </a:lnTo>
                  <a:lnTo>
                    <a:pt x="512254" y="1429905"/>
                  </a:lnTo>
                  <a:lnTo>
                    <a:pt x="502666" y="1425702"/>
                  </a:lnTo>
                  <a:lnTo>
                    <a:pt x="490448" y="1420876"/>
                  </a:lnTo>
                  <a:lnTo>
                    <a:pt x="471487" y="1413395"/>
                  </a:lnTo>
                  <a:lnTo>
                    <a:pt x="460248" y="1408938"/>
                  </a:lnTo>
                  <a:lnTo>
                    <a:pt x="435775" y="1400263"/>
                  </a:lnTo>
                  <a:lnTo>
                    <a:pt x="1341247" y="1399921"/>
                  </a:lnTo>
                  <a:lnTo>
                    <a:pt x="1662938" y="1399540"/>
                  </a:lnTo>
                  <a:lnTo>
                    <a:pt x="1663573" y="1399159"/>
                  </a:lnTo>
                  <a:lnTo>
                    <a:pt x="3179191" y="1398778"/>
                  </a:lnTo>
                  <a:lnTo>
                    <a:pt x="3179191" y="1474470"/>
                  </a:lnTo>
                  <a:lnTo>
                    <a:pt x="3330562" y="1398778"/>
                  </a:lnTo>
                  <a:lnTo>
                    <a:pt x="3407791" y="136017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531102" y="2927730"/>
            <a:ext cx="309943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Design</a:t>
            </a:r>
            <a:r>
              <a:rPr dirty="0" sz="1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Detect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errors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inconsistencies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5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1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15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REST</a:t>
            </a:r>
            <a:r>
              <a:rPr dirty="0" spc="-5"/>
              <a:t> </a:t>
            </a:r>
            <a:r>
              <a:rPr dirty="0" spc="-10"/>
              <a:t>Paradigm</a:t>
            </a:r>
          </a:p>
        </p:txBody>
      </p:sp>
      <p:sp>
        <p:nvSpPr>
          <p:cNvPr id="29" name="object 29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40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970901" y="4197857"/>
            <a:ext cx="28390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Generate</a:t>
            </a:r>
            <a:r>
              <a:rPr dirty="0" sz="1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stubs,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client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SDKs,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tests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531102" y="5465775"/>
            <a:ext cx="240474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Document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Generate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interactive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docs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</a:t>
            </a:r>
            <a:r>
              <a:rPr dirty="0" spc="-5"/>
              <a:t> </a:t>
            </a:r>
            <a:r>
              <a:rPr dirty="0"/>
              <a:t>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5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5"/>
              <a:t> </a:t>
            </a:r>
            <a:r>
              <a:rPr dirty="0" spc="-10"/>
              <a:t>Technologies</a:t>
            </a:r>
            <a:r>
              <a:rPr dirty="0" spc="-1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15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REST</a:t>
            </a:r>
            <a:r>
              <a:rPr dirty="0" spc="-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41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OPENAPI:</a:t>
            </a:r>
            <a:r>
              <a:rPr dirty="0" spc="-90"/>
              <a:t> </a:t>
            </a:r>
            <a:r>
              <a:rPr dirty="0" spc="70"/>
              <a:t>OPEN</a:t>
            </a:r>
            <a:r>
              <a:rPr dirty="0" spc="-85"/>
              <a:t> </a:t>
            </a:r>
            <a:r>
              <a:rPr dirty="0" spc="-25"/>
              <a:t>SOURCE</a:t>
            </a:r>
            <a:r>
              <a:rPr dirty="0" spc="-85"/>
              <a:t> </a:t>
            </a:r>
            <a:r>
              <a:rPr dirty="0" spc="-10"/>
              <a:t>TOOLS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8425" rIns="0" bIns="0" rtlCol="0" vert="horz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/>
              <a:t>OpenAPI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/>
              <a:t>supported</a:t>
            </a:r>
            <a:r>
              <a:rPr dirty="0" spc="-30"/>
              <a:t> </a:t>
            </a:r>
            <a:r>
              <a:rPr dirty="0"/>
              <a:t>by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/>
              <a:t>number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/>
              <a:t>mature,</a:t>
            </a:r>
            <a:r>
              <a:rPr dirty="0" spc="-60"/>
              <a:t> </a:t>
            </a:r>
            <a:r>
              <a:rPr dirty="0" spc="-25"/>
              <a:t>open-</a:t>
            </a:r>
            <a:r>
              <a:rPr dirty="0"/>
              <a:t>source</a:t>
            </a:r>
            <a:r>
              <a:rPr dirty="0" spc="-40"/>
              <a:t> </a:t>
            </a:r>
            <a:r>
              <a:rPr dirty="0" spc="-10"/>
              <a:t>tools</a:t>
            </a:r>
          </a:p>
          <a:p>
            <a:pPr marL="265430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/>
              <a:t>Some</a:t>
            </a:r>
            <a:r>
              <a:rPr dirty="0" spc="-70"/>
              <a:t> </a:t>
            </a:r>
            <a:r>
              <a:rPr dirty="0"/>
              <a:t>widely</a:t>
            </a:r>
            <a:r>
              <a:rPr dirty="0" spc="-55"/>
              <a:t> </a:t>
            </a:r>
            <a:r>
              <a:rPr dirty="0"/>
              <a:t>used</a:t>
            </a:r>
            <a:r>
              <a:rPr dirty="0" spc="-45"/>
              <a:t> </a:t>
            </a:r>
            <a:r>
              <a:rPr dirty="0" spc="-25"/>
              <a:t>open-</a:t>
            </a:r>
            <a:r>
              <a:rPr dirty="0"/>
              <a:t>source</a:t>
            </a:r>
            <a:r>
              <a:rPr dirty="0" spc="-15"/>
              <a:t> </a:t>
            </a:r>
            <a:r>
              <a:rPr dirty="0"/>
              <a:t>tools</a:t>
            </a:r>
            <a:r>
              <a:rPr dirty="0" spc="-65"/>
              <a:t> </a:t>
            </a:r>
            <a:r>
              <a:rPr dirty="0"/>
              <a:t>are</a:t>
            </a:r>
            <a:r>
              <a:rPr dirty="0" spc="-60"/>
              <a:t> </a:t>
            </a:r>
            <a:r>
              <a:rPr dirty="0" spc="-10"/>
              <a:t>reported</a:t>
            </a:r>
            <a:r>
              <a:rPr dirty="0" spc="-55"/>
              <a:t> </a:t>
            </a:r>
            <a:r>
              <a:rPr dirty="0"/>
              <a:t>as</a:t>
            </a:r>
            <a:r>
              <a:rPr dirty="0" spc="-60"/>
              <a:t> </a:t>
            </a:r>
            <a:r>
              <a:rPr dirty="0" spc="-10"/>
              <a:t>follows:</a:t>
            </a:r>
          </a:p>
          <a:p>
            <a:pPr lvl="1" marL="7219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7219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Swagger</a:t>
            </a:r>
            <a:r>
              <a:rPr dirty="0" sz="2400" spc="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Editor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400" spc="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 spc="-3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https://swagger.io/tools/swagger-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editor/</a:t>
            </a:r>
            <a:endParaRPr sz="2400">
              <a:latin typeface="Calibri"/>
              <a:cs typeface="Calibri"/>
            </a:endParaRPr>
          </a:p>
          <a:p>
            <a:pPr lvl="1" marL="7219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219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Swagger</a:t>
            </a:r>
            <a:r>
              <a:rPr dirty="0" sz="2400" spc="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Codegen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400" spc="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 spc="-3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https://swagger.io/tools/swagger-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codegen/</a:t>
            </a:r>
            <a:endParaRPr sz="2400">
              <a:latin typeface="Calibri"/>
              <a:cs typeface="Calibri"/>
            </a:endParaRPr>
          </a:p>
          <a:p>
            <a:pPr lvl="1" marL="7219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7219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Swagger</a:t>
            </a:r>
            <a:r>
              <a:rPr dirty="0" sz="2400" spc="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UI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400" spc="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 spc="-3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https://swagger.io/tools/swagger-</a:t>
            </a:r>
            <a:r>
              <a:rPr dirty="0" u="sng" sz="24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ui/</a:t>
            </a:r>
            <a:endParaRPr sz="2400">
              <a:latin typeface="Calibri"/>
              <a:cs typeface="Calibri"/>
            </a:endParaRPr>
          </a:p>
          <a:p>
            <a:pPr marL="265430" marR="5080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pc="-45"/>
              <a:t>You</a:t>
            </a:r>
            <a:r>
              <a:rPr dirty="0" spc="-70"/>
              <a:t> </a:t>
            </a:r>
            <a:r>
              <a:rPr dirty="0"/>
              <a:t>can</a:t>
            </a:r>
            <a:r>
              <a:rPr dirty="0" spc="-50"/>
              <a:t> </a:t>
            </a:r>
            <a:r>
              <a:rPr dirty="0"/>
              <a:t>also</a:t>
            </a:r>
            <a:r>
              <a:rPr dirty="0" spc="-70"/>
              <a:t> </a:t>
            </a:r>
            <a:r>
              <a:rPr dirty="0"/>
              <a:t>check</a:t>
            </a:r>
            <a:r>
              <a:rPr dirty="0" spc="-50"/>
              <a:t> </a:t>
            </a:r>
            <a:r>
              <a:rPr dirty="0"/>
              <a:t>them</a:t>
            </a:r>
            <a:r>
              <a:rPr dirty="0" spc="-60"/>
              <a:t> </a:t>
            </a:r>
            <a:r>
              <a:rPr dirty="0"/>
              <a:t>out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/>
              <a:t>web</a:t>
            </a:r>
            <a:r>
              <a:rPr dirty="0" spc="-65"/>
              <a:t> </a:t>
            </a:r>
            <a:r>
              <a:rPr dirty="0" spc="-40"/>
              <a:t>browser,</a:t>
            </a:r>
            <a:r>
              <a:rPr dirty="0" spc="-45"/>
              <a:t> </a:t>
            </a:r>
            <a:r>
              <a:rPr dirty="0"/>
              <a:t>without</a:t>
            </a:r>
            <a:r>
              <a:rPr dirty="0" spc="-45"/>
              <a:t> </a:t>
            </a:r>
            <a:r>
              <a:rPr dirty="0" spc="-10"/>
              <a:t>downloading </a:t>
            </a:r>
            <a:r>
              <a:rPr dirty="0" spc="-10"/>
              <a:t>	</a:t>
            </a:r>
            <a:r>
              <a:rPr dirty="0"/>
              <a:t>anything:</a:t>
            </a:r>
            <a:r>
              <a:rPr dirty="0" spc="-150"/>
              <a:t> </a:t>
            </a:r>
            <a:r>
              <a:rPr dirty="0" u="sng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hlinkClick r:id="rId5"/>
              </a:rPr>
              <a:t>https://editor.swagger.io/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OPENAPI:</a:t>
            </a:r>
            <a:r>
              <a:rPr dirty="0" spc="-130"/>
              <a:t> </a:t>
            </a:r>
            <a:r>
              <a:rPr dirty="0"/>
              <a:t>SWAGGER</a:t>
            </a:r>
            <a:r>
              <a:rPr dirty="0" spc="-130"/>
              <a:t> </a:t>
            </a:r>
            <a:r>
              <a:rPr dirty="0" spc="-90"/>
              <a:t>EDITOR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088" y="1267967"/>
            <a:ext cx="9259823" cy="46116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992239" y="5954064"/>
            <a:ext cx="2703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Documentation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(Swagger</a:t>
            </a:r>
            <a:r>
              <a:rPr dirty="0" sz="1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UI)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42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3100832" y="5954064"/>
            <a:ext cx="12071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Specification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OPENAPI:</a:t>
            </a:r>
            <a:r>
              <a:rPr dirty="0" spc="-110"/>
              <a:t> </a:t>
            </a:r>
            <a:r>
              <a:rPr dirty="0" spc="-10"/>
              <a:t>CODEGEN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240010" cy="3392804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editor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toolbar,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generate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Client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generation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obviously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stubs</a:t>
            </a:r>
            <a:endParaRPr sz="2800">
              <a:latin typeface="Calibri"/>
              <a:cs typeface="Calibri"/>
            </a:endParaRPr>
          </a:p>
          <a:p>
            <a:pPr lvl="1" marL="696595" marR="1086485" indent="-227329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Supported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languages/frameworks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include: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ASP.NET,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Go,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Java,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JaxRS,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Micronaut,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Kotlin,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Node.js,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Python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(Flask),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Scala,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Spring.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 code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generation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handy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SDKs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our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tens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languages</a:t>
            </a:r>
            <a:endParaRPr sz="2800">
              <a:latin typeface="Calibri"/>
              <a:cs typeface="Calibri"/>
            </a:endParaRPr>
          </a:p>
          <a:p>
            <a:pPr lvl="1" marL="696595" marR="666750" indent="-227329">
              <a:lnSpc>
                <a:spcPts val="2590"/>
              </a:lnSpc>
              <a:spcBef>
                <a:spcPts val="52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Supported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languages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include: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C#,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Dart,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Go,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Java,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JavaScript,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Kotlin,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PHP,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Python,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R,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Ruby,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Scala,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Swift,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0"/>
              <a:t>OPENAPI-</a:t>
            </a:r>
            <a:r>
              <a:rPr dirty="0" spc="-55"/>
              <a:t>DRIVEN</a:t>
            </a:r>
            <a:r>
              <a:rPr dirty="0" spc="-125"/>
              <a:t> </a:t>
            </a:r>
            <a:r>
              <a:rPr dirty="0" spc="-10"/>
              <a:t>DEVELOPMENT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62235" cy="313817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Often,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developers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working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specification 	before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actual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approach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referred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OpenAPI-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driven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development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way,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exploit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generation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capabilities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fullest</a:t>
            </a:r>
            <a:endParaRPr sz="2800">
              <a:latin typeface="Calibri"/>
              <a:cs typeface="Calibri"/>
            </a:endParaRPr>
          </a:p>
          <a:p>
            <a:pPr marL="240029" marR="48069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approach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promotes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independence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teams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involved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project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(front-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back-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QA).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API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definition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keeps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stakeholders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aligned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GENERATING</a:t>
            </a:r>
            <a:r>
              <a:rPr dirty="0" spc="-80"/>
              <a:t> </a:t>
            </a:r>
            <a:r>
              <a:rPr dirty="0"/>
              <a:t>OPENAPI</a:t>
            </a:r>
            <a:r>
              <a:rPr dirty="0" spc="-50"/>
              <a:t> </a:t>
            </a:r>
            <a:r>
              <a:rPr dirty="0" spc="-125"/>
              <a:t>SPECS</a:t>
            </a:r>
            <a:r>
              <a:rPr dirty="0" spc="-50"/>
              <a:t> </a:t>
            </a:r>
            <a:r>
              <a:rPr dirty="0"/>
              <a:t>FOR</a:t>
            </a:r>
            <a:r>
              <a:rPr dirty="0" spc="-50"/>
              <a:t> </a:t>
            </a:r>
            <a:r>
              <a:rPr dirty="0"/>
              <a:t>OUR</a:t>
            </a:r>
            <a:r>
              <a:rPr dirty="0" spc="-25"/>
              <a:t> API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238740" cy="2713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Node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packages</a:t>
            </a:r>
            <a:endParaRPr sz="2800">
              <a:latin typeface="Calibri"/>
              <a:cs typeface="Calibri"/>
            </a:endParaRPr>
          </a:p>
          <a:p>
            <a:pPr marL="240029" marR="893444" indent="-227329">
              <a:lnSpc>
                <a:spcPts val="3020"/>
              </a:lnSpc>
              <a:spcBef>
                <a:spcPts val="1060"/>
              </a:spcBef>
              <a:buClr>
                <a:srgbClr val="111F3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swagger-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jsdoc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automatically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generates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OpenAPI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specifications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annotations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source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code.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5"/>
              </a:lnSpc>
              <a:spcBef>
                <a:spcPts val="620"/>
              </a:spcBef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swagger-</a:t>
            </a:r>
            <a:r>
              <a:rPr dirty="0" u="sng" sz="2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ui-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express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serves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automatically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generated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Swagger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UI</a:t>
            </a:r>
            <a:endParaRPr sz="2800">
              <a:latin typeface="Calibri"/>
              <a:cs typeface="Calibri"/>
            </a:endParaRPr>
          </a:p>
          <a:p>
            <a:pPr marL="241300" marR="5080">
              <a:lnSpc>
                <a:spcPts val="3020"/>
              </a:lnSpc>
              <a:spcBef>
                <a:spcPts val="219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documentation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existing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OpenAPI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specification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(we’ll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generated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swagger-jsdoc.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584191"/>
            <a:ext cx="10427335" cy="708660"/>
          </a:xfrm>
          <a:prstGeom prst="rect">
            <a:avLst/>
          </a:prstGeom>
          <a:solidFill>
            <a:srgbClr val="282C34"/>
          </a:solidFill>
          <a:ln w="12700">
            <a:solidFill>
              <a:srgbClr val="03070F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92075" marR="1685289">
              <a:lnSpc>
                <a:spcPct val="100000"/>
              </a:lnSpc>
              <a:spcBef>
                <a:spcPts val="265"/>
              </a:spcBef>
              <a:tabLst>
                <a:tab pos="1463675" algn="l"/>
              </a:tabLst>
            </a:pPr>
            <a:r>
              <a:rPr dirty="0" sz="2000">
                <a:solidFill>
                  <a:srgbClr val="E46363"/>
                </a:solidFill>
                <a:latin typeface="Consolas"/>
                <a:cs typeface="Consolas"/>
              </a:rPr>
              <a:t>@luigi</a:t>
            </a:r>
            <a:r>
              <a:rPr dirty="0" sz="2000" spc="-2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2000" spc="-50">
                <a:solidFill>
                  <a:srgbClr val="61EB8A"/>
                </a:solidFill>
                <a:latin typeface="Segoe UI Symbol"/>
                <a:cs typeface="Segoe UI Symbol"/>
              </a:rPr>
              <a:t>➜</a:t>
            </a:r>
            <a:r>
              <a:rPr dirty="0" sz="2000">
                <a:solidFill>
                  <a:srgbClr val="61EB8A"/>
                </a:solidFill>
                <a:latin typeface="Segoe UI Symbol"/>
                <a:cs typeface="Segoe UI Symbol"/>
              </a:rPr>
              <a:t>	</a:t>
            </a:r>
            <a:r>
              <a:rPr dirty="0" sz="2000">
                <a:solidFill>
                  <a:srgbClr val="55B6C2"/>
                </a:solidFill>
                <a:latin typeface="Consolas"/>
                <a:cs typeface="Consolas"/>
              </a:rPr>
              <a:t>express-</a:t>
            </a:r>
            <a:r>
              <a:rPr dirty="0" sz="2000" spc="-10">
                <a:solidFill>
                  <a:srgbClr val="55B6C2"/>
                </a:solidFill>
                <a:latin typeface="Consolas"/>
                <a:cs typeface="Consolas"/>
              </a:rPr>
              <a:t>hello-</a:t>
            </a:r>
            <a:r>
              <a:rPr dirty="0" sz="2000">
                <a:solidFill>
                  <a:srgbClr val="55B6C2"/>
                </a:solidFill>
                <a:latin typeface="Consolas"/>
                <a:cs typeface="Consolas"/>
              </a:rPr>
              <a:t>world</a:t>
            </a:r>
            <a:r>
              <a:rPr dirty="0" sz="2000" spc="-35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55B6C2"/>
                </a:solidFill>
                <a:latin typeface="Consolas"/>
                <a:cs typeface="Consolas"/>
              </a:rPr>
              <a:t>$</a:t>
            </a:r>
            <a:r>
              <a:rPr dirty="0" sz="2000" spc="15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E8C27B"/>
                </a:solidFill>
                <a:latin typeface="Consolas"/>
                <a:cs typeface="Consolas"/>
              </a:rPr>
              <a:t>npm</a:t>
            </a:r>
            <a:r>
              <a:rPr dirty="0" sz="2000" spc="-10">
                <a:solidFill>
                  <a:srgbClr val="E8C27B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20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FFFFFF"/>
                </a:solidFill>
                <a:latin typeface="Consolas"/>
                <a:cs typeface="Consolas"/>
              </a:rPr>
              <a:t>swagger-</a:t>
            </a:r>
            <a:r>
              <a:rPr dirty="0" sz="2000" spc="-10">
                <a:solidFill>
                  <a:srgbClr val="FFFFFF"/>
                </a:solidFill>
                <a:latin typeface="Consolas"/>
                <a:cs typeface="Consolas"/>
              </a:rPr>
              <a:t>jsdoc </a:t>
            </a:r>
            <a:r>
              <a:rPr dirty="0" sz="2000">
                <a:solidFill>
                  <a:srgbClr val="E46363"/>
                </a:solidFill>
                <a:latin typeface="Consolas"/>
                <a:cs typeface="Consolas"/>
              </a:rPr>
              <a:t>@luigi</a:t>
            </a:r>
            <a:r>
              <a:rPr dirty="0" sz="2000" spc="-2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2000" spc="-50">
                <a:solidFill>
                  <a:srgbClr val="61EB8A"/>
                </a:solidFill>
                <a:latin typeface="Segoe UI Symbol"/>
                <a:cs typeface="Segoe UI Symbol"/>
              </a:rPr>
              <a:t>➜</a:t>
            </a:r>
            <a:r>
              <a:rPr dirty="0" sz="2000">
                <a:solidFill>
                  <a:srgbClr val="61EB8A"/>
                </a:solidFill>
                <a:latin typeface="Segoe UI Symbol"/>
                <a:cs typeface="Segoe UI Symbol"/>
              </a:rPr>
              <a:t>	</a:t>
            </a:r>
            <a:r>
              <a:rPr dirty="0" sz="2000">
                <a:solidFill>
                  <a:srgbClr val="55B6C2"/>
                </a:solidFill>
                <a:latin typeface="Consolas"/>
                <a:cs typeface="Consolas"/>
              </a:rPr>
              <a:t>express-</a:t>
            </a:r>
            <a:r>
              <a:rPr dirty="0" sz="2000" spc="-10">
                <a:solidFill>
                  <a:srgbClr val="55B6C2"/>
                </a:solidFill>
                <a:latin typeface="Consolas"/>
                <a:cs typeface="Consolas"/>
              </a:rPr>
              <a:t>hello-</a:t>
            </a:r>
            <a:r>
              <a:rPr dirty="0" sz="2000">
                <a:solidFill>
                  <a:srgbClr val="55B6C2"/>
                </a:solidFill>
                <a:latin typeface="Consolas"/>
                <a:cs typeface="Consolas"/>
              </a:rPr>
              <a:t>world</a:t>
            </a:r>
            <a:r>
              <a:rPr dirty="0" sz="2000" spc="-40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55B6C2"/>
                </a:solidFill>
                <a:latin typeface="Consolas"/>
                <a:cs typeface="Consolas"/>
              </a:rPr>
              <a:t>$</a:t>
            </a:r>
            <a:r>
              <a:rPr dirty="0" sz="2000" spc="20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E8C27B"/>
                </a:solidFill>
                <a:latin typeface="Consolas"/>
                <a:cs typeface="Consolas"/>
              </a:rPr>
              <a:t>npm</a:t>
            </a:r>
            <a:r>
              <a:rPr dirty="0" sz="2000" spc="-5">
                <a:solidFill>
                  <a:srgbClr val="E8C27B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20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FFFFFF"/>
                </a:solidFill>
                <a:latin typeface="Consolas"/>
                <a:cs typeface="Consolas"/>
              </a:rPr>
              <a:t>swagger-</a:t>
            </a:r>
            <a:r>
              <a:rPr dirty="0" sz="2000" spc="-10">
                <a:solidFill>
                  <a:srgbClr val="FFFFFF"/>
                </a:solidFill>
                <a:latin typeface="Consolas"/>
                <a:cs typeface="Consolas"/>
              </a:rPr>
              <a:t>ui-express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GENERATING</a:t>
            </a:r>
            <a:r>
              <a:rPr dirty="0" spc="-80"/>
              <a:t> </a:t>
            </a:r>
            <a:r>
              <a:rPr dirty="0"/>
              <a:t>OPENAPI</a:t>
            </a:r>
            <a:r>
              <a:rPr dirty="0" spc="-50"/>
              <a:t> </a:t>
            </a:r>
            <a:r>
              <a:rPr dirty="0" spc="-125"/>
              <a:t>SPECS</a:t>
            </a:r>
            <a:r>
              <a:rPr dirty="0" spc="-50"/>
              <a:t> </a:t>
            </a:r>
            <a:r>
              <a:rPr dirty="0"/>
              <a:t>FOR</a:t>
            </a:r>
            <a:r>
              <a:rPr dirty="0" spc="-50"/>
              <a:t> </a:t>
            </a:r>
            <a:r>
              <a:rPr dirty="0"/>
              <a:t>OUR</a:t>
            </a:r>
            <a:r>
              <a:rPr dirty="0" spc="-25"/>
              <a:t> API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0" y="4524756"/>
                </a:moveTo>
                <a:lnTo>
                  <a:pt x="10427208" y="4524756"/>
                </a:lnTo>
                <a:lnTo>
                  <a:pt x="10427208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5340"/>
            <a:ext cx="9552305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generate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OpenAPI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spec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show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Swagger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UI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Initialize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swagger-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jsdoc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-&gt;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returns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validated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Swagger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spec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json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format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swaggerSpec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swaggerJSDoc({</a:t>
            </a:r>
            <a:endParaRPr sz="1800">
              <a:latin typeface="Consolas"/>
              <a:cs typeface="Consolas"/>
            </a:endParaRPr>
          </a:p>
          <a:p>
            <a:pPr marL="513715" marR="6898640" indent="-25146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definition: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openapi: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'3.1.0'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info: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763905" marR="514413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title: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'To-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do</a:t>
            </a:r>
            <a:r>
              <a:rPr dirty="0" sz="1800" spc="-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List</a:t>
            </a:r>
            <a:r>
              <a:rPr dirty="0" sz="1800" spc="-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REST</a:t>
            </a:r>
            <a:r>
              <a:rPr dirty="0" sz="1800" spc="-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API'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version: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'1.0.0'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51371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apis: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'./routes/*Router.js'</a:t>
            </a:r>
            <a:r>
              <a:rPr dirty="0" sz="1800">
                <a:latin typeface="Consolas"/>
                <a:cs typeface="Consolas"/>
              </a:rPr>
              <a:t>],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6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files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containing</a:t>
            </a:r>
            <a:r>
              <a:rPr dirty="0" sz="1800" spc="-6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annotations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//Swagger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UI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will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available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/api-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docs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app.use(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'/api-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docs'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swaggerUI.serve,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swaggerUI.setup(swaggerSpec));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42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GENERATING</a:t>
            </a:r>
            <a:r>
              <a:rPr dirty="0" spc="-80"/>
              <a:t> </a:t>
            </a:r>
            <a:r>
              <a:rPr dirty="0"/>
              <a:t>OPENAPI</a:t>
            </a:r>
            <a:r>
              <a:rPr dirty="0" spc="-50"/>
              <a:t> </a:t>
            </a:r>
            <a:r>
              <a:rPr dirty="0" spc="-125"/>
              <a:t>SPECS</a:t>
            </a:r>
            <a:r>
              <a:rPr dirty="0" spc="-50"/>
              <a:t> </a:t>
            </a:r>
            <a:r>
              <a:rPr dirty="0"/>
              <a:t>FOR</a:t>
            </a:r>
            <a:r>
              <a:rPr dirty="0" spc="-50"/>
              <a:t> </a:t>
            </a:r>
            <a:r>
              <a:rPr dirty="0"/>
              <a:t>OUR</a:t>
            </a:r>
            <a:r>
              <a:rPr dirty="0" spc="-25"/>
              <a:t> API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466088"/>
            <a:ext cx="10427335" cy="4800600"/>
          </a:xfrm>
          <a:custGeom>
            <a:avLst/>
            <a:gdLst/>
            <a:ahLst/>
            <a:cxnLst/>
            <a:rect l="l" t="t" r="r" b="b"/>
            <a:pathLst>
              <a:path w="10427335" h="4800600">
                <a:moveTo>
                  <a:pt x="0" y="4800600"/>
                </a:moveTo>
                <a:lnTo>
                  <a:pt x="10427208" y="4800600"/>
                </a:lnTo>
                <a:lnTo>
                  <a:pt x="10427208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485138"/>
            <a:ext cx="14039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/**</a:t>
            </a:r>
            <a:endParaRPr sz="1800">
              <a:latin typeface="Consolas"/>
              <a:cs typeface="Consolas"/>
            </a:endParaRPr>
          </a:p>
          <a:p>
            <a:pPr marL="13716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*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@swagger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99718" y="2033778"/>
            <a:ext cx="4650740" cy="3592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 indent="-374650">
              <a:lnSpc>
                <a:spcPct val="100000"/>
              </a:lnSpc>
              <a:spcBef>
                <a:spcPts val="100"/>
              </a:spcBef>
              <a:buChar char="*"/>
              <a:tabLst>
                <a:tab pos="374650" algn="l"/>
              </a:tabLst>
            </a:pP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/auth:</a:t>
            </a:r>
            <a:endParaRPr sz="1800">
              <a:latin typeface="Consolas"/>
              <a:cs typeface="Consolas"/>
            </a:endParaRPr>
          </a:p>
          <a:p>
            <a:pPr marL="626110" indent="-626110">
              <a:lnSpc>
                <a:spcPct val="100000"/>
              </a:lnSpc>
              <a:buChar char="*"/>
              <a:tabLst>
                <a:tab pos="626110" algn="l"/>
              </a:tabLst>
            </a:pP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post:</a:t>
            </a:r>
            <a:endParaRPr sz="1800">
              <a:latin typeface="Consolas"/>
              <a:cs typeface="Consolas"/>
            </a:endParaRPr>
          </a:p>
          <a:p>
            <a:pPr marL="877569" indent="-877569">
              <a:lnSpc>
                <a:spcPct val="100000"/>
              </a:lnSpc>
              <a:buChar char="*"/>
              <a:tabLst>
                <a:tab pos="877569" algn="l"/>
              </a:tabLst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description: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Authenticate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user</a:t>
            </a:r>
            <a:endParaRPr sz="1800">
              <a:latin typeface="Consolas"/>
              <a:cs typeface="Consolas"/>
            </a:endParaRPr>
          </a:p>
          <a:p>
            <a:pPr marL="877569" indent="-877569">
              <a:lnSpc>
                <a:spcPct val="100000"/>
              </a:lnSpc>
              <a:buChar char="*"/>
              <a:tabLst>
                <a:tab pos="877569" algn="l"/>
              </a:tabLst>
            </a:pP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requestBody:</a:t>
            </a:r>
            <a:endParaRPr sz="1800">
              <a:latin typeface="Consolas"/>
              <a:cs typeface="Consolas"/>
            </a:endParaRPr>
          </a:p>
          <a:p>
            <a:pPr marL="1127125" indent="-1127125">
              <a:lnSpc>
                <a:spcPct val="100000"/>
              </a:lnSpc>
              <a:buChar char="*"/>
              <a:tabLst>
                <a:tab pos="1127125" algn="l"/>
              </a:tabLst>
            </a:pP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content:</a:t>
            </a:r>
            <a:endParaRPr sz="1800">
              <a:latin typeface="Consolas"/>
              <a:cs typeface="Consolas"/>
            </a:endParaRPr>
          </a:p>
          <a:p>
            <a:pPr marL="1378585" indent="-1378585">
              <a:lnSpc>
                <a:spcPct val="100000"/>
              </a:lnSpc>
              <a:buChar char="*"/>
              <a:tabLst>
                <a:tab pos="1378585" algn="l"/>
              </a:tabLst>
            </a:pP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application/json:</a:t>
            </a:r>
            <a:endParaRPr sz="1800">
              <a:latin typeface="Consolas"/>
              <a:cs typeface="Consolas"/>
            </a:endParaRPr>
          </a:p>
          <a:p>
            <a:pPr marL="1628775" indent="-1628775">
              <a:lnSpc>
                <a:spcPct val="100000"/>
              </a:lnSpc>
              <a:buChar char="*"/>
              <a:tabLst>
                <a:tab pos="1628775" algn="l"/>
              </a:tabLst>
            </a:pP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schema:</a:t>
            </a:r>
            <a:endParaRPr sz="1800">
              <a:latin typeface="Consolas"/>
              <a:cs typeface="Consolas"/>
            </a:endParaRPr>
          </a:p>
          <a:p>
            <a:pPr marL="1878964" indent="-1878964">
              <a:lnSpc>
                <a:spcPct val="100000"/>
              </a:lnSpc>
              <a:buChar char="*"/>
              <a:tabLst>
                <a:tab pos="1878964" algn="l"/>
              </a:tabLst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type: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object</a:t>
            </a:r>
            <a:endParaRPr sz="1800">
              <a:latin typeface="Consolas"/>
              <a:cs typeface="Consolas"/>
            </a:endParaRPr>
          </a:p>
          <a:p>
            <a:pPr marL="1878964" indent="-1878964">
              <a:lnSpc>
                <a:spcPct val="100000"/>
              </a:lnSpc>
              <a:buChar char="*"/>
              <a:tabLst>
                <a:tab pos="1878964" algn="l"/>
              </a:tabLst>
            </a:pP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properties:</a:t>
            </a:r>
            <a:endParaRPr sz="1800">
              <a:latin typeface="Consolas"/>
              <a:cs typeface="Consolas"/>
            </a:endParaRPr>
          </a:p>
          <a:p>
            <a:pPr marL="2130425" indent="-2130425">
              <a:lnSpc>
                <a:spcPct val="100000"/>
              </a:lnSpc>
              <a:buChar char="*"/>
              <a:tabLst>
                <a:tab pos="2130425" algn="l"/>
              </a:tabLst>
            </a:pP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usr:</a:t>
            </a:r>
            <a:endParaRPr sz="1800">
              <a:latin typeface="Consolas"/>
              <a:cs typeface="Consolas"/>
            </a:endParaRPr>
          </a:p>
          <a:p>
            <a:pPr marL="2381885" indent="-2381885">
              <a:lnSpc>
                <a:spcPct val="100000"/>
              </a:lnSpc>
              <a:buChar char="*"/>
              <a:tabLst>
                <a:tab pos="2381885" algn="l"/>
              </a:tabLst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  <a:p>
            <a:pPr marL="2130425" indent="-2130425">
              <a:lnSpc>
                <a:spcPct val="100000"/>
              </a:lnSpc>
              <a:buChar char="*"/>
              <a:tabLst>
                <a:tab pos="2130425" algn="l"/>
              </a:tabLst>
            </a:pP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pwd:</a:t>
            </a:r>
            <a:endParaRPr sz="1800">
              <a:latin typeface="Consolas"/>
              <a:cs typeface="Consolas"/>
            </a:endParaRPr>
          </a:p>
          <a:p>
            <a:pPr marL="2381885" indent="-2381885">
              <a:lnSpc>
                <a:spcPct val="100000"/>
              </a:lnSpc>
              <a:buChar char="*"/>
              <a:tabLst>
                <a:tab pos="2381885" algn="l"/>
              </a:tabLst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type: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5600801"/>
            <a:ext cx="82994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authenticationRouter.post(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"/auth"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(req,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res)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{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512809" y="3402838"/>
            <a:ext cx="3022600" cy="927100"/>
            <a:chOff x="8512809" y="3402838"/>
            <a:chExt cx="3022600" cy="927100"/>
          </a:xfrm>
        </p:grpSpPr>
        <p:sp>
          <p:nvSpPr>
            <p:cNvPr id="8" name="object 8" descr=""/>
            <p:cNvSpPr/>
            <p:nvPr/>
          </p:nvSpPr>
          <p:spPr>
            <a:xfrm>
              <a:off x="8519159" y="3409188"/>
              <a:ext cx="3009900" cy="914400"/>
            </a:xfrm>
            <a:custGeom>
              <a:avLst/>
              <a:gdLst/>
              <a:ahLst/>
              <a:cxnLst/>
              <a:rect l="l" t="t" r="r" b="b"/>
              <a:pathLst>
                <a:path w="3009900" h="914400">
                  <a:moveTo>
                    <a:pt x="28575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2857500" y="914400"/>
                  </a:lnTo>
                  <a:lnTo>
                    <a:pt x="2905682" y="906633"/>
                  </a:lnTo>
                  <a:lnTo>
                    <a:pt x="2947519" y="885005"/>
                  </a:lnTo>
                  <a:lnTo>
                    <a:pt x="2980505" y="852019"/>
                  </a:lnTo>
                  <a:lnTo>
                    <a:pt x="3002133" y="810182"/>
                  </a:lnTo>
                  <a:lnTo>
                    <a:pt x="3009900" y="762000"/>
                  </a:lnTo>
                  <a:lnTo>
                    <a:pt x="3009900" y="152400"/>
                  </a:lnTo>
                  <a:lnTo>
                    <a:pt x="3002133" y="104217"/>
                  </a:lnTo>
                  <a:lnTo>
                    <a:pt x="2980505" y="62380"/>
                  </a:lnTo>
                  <a:lnTo>
                    <a:pt x="2947519" y="29394"/>
                  </a:lnTo>
                  <a:lnTo>
                    <a:pt x="2905682" y="7766"/>
                  </a:lnTo>
                  <a:lnTo>
                    <a:pt x="2857500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519159" y="3409188"/>
              <a:ext cx="3009900" cy="914400"/>
            </a:xfrm>
            <a:custGeom>
              <a:avLst/>
              <a:gdLst/>
              <a:ahLst/>
              <a:cxnLst/>
              <a:rect l="l" t="t" r="r" b="b"/>
              <a:pathLst>
                <a:path w="30099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857500" y="0"/>
                  </a:lnTo>
                  <a:lnTo>
                    <a:pt x="2905682" y="7766"/>
                  </a:lnTo>
                  <a:lnTo>
                    <a:pt x="2947519" y="29394"/>
                  </a:lnTo>
                  <a:lnTo>
                    <a:pt x="2980505" y="62380"/>
                  </a:lnTo>
                  <a:lnTo>
                    <a:pt x="3002133" y="104217"/>
                  </a:lnTo>
                  <a:lnTo>
                    <a:pt x="3009900" y="152400"/>
                  </a:lnTo>
                  <a:lnTo>
                    <a:pt x="3009900" y="762000"/>
                  </a:lnTo>
                  <a:lnTo>
                    <a:pt x="3002133" y="810182"/>
                  </a:lnTo>
                  <a:lnTo>
                    <a:pt x="2980505" y="852019"/>
                  </a:lnTo>
                  <a:lnTo>
                    <a:pt x="2947519" y="885005"/>
                  </a:lnTo>
                  <a:lnTo>
                    <a:pt x="2905682" y="906633"/>
                  </a:lnTo>
                  <a:lnTo>
                    <a:pt x="285750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660638" y="3426917"/>
            <a:ext cx="27298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Note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parts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Path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42</a:t>
            </a:fld>
          </a:p>
        </p:txBody>
      </p:sp>
      <p:sp>
        <p:nvSpPr>
          <p:cNvPr id="11" name="object 11" descr=""/>
          <p:cNvSpPr txBox="1"/>
          <p:nvPr/>
        </p:nvSpPr>
        <p:spPr>
          <a:xfrm>
            <a:off x="8774938" y="3701922"/>
            <a:ext cx="24999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 marR="5080" indent="-22288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specification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were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omitted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sake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brevity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GENERATING</a:t>
            </a:r>
            <a:r>
              <a:rPr dirty="0" spc="-80"/>
              <a:t> </a:t>
            </a:r>
            <a:r>
              <a:rPr dirty="0"/>
              <a:t>OPENAPI</a:t>
            </a:r>
            <a:r>
              <a:rPr dirty="0" spc="-50"/>
              <a:t> </a:t>
            </a:r>
            <a:r>
              <a:rPr dirty="0" spc="-125"/>
              <a:t>SPECS</a:t>
            </a:r>
            <a:r>
              <a:rPr dirty="0" spc="-50"/>
              <a:t> </a:t>
            </a:r>
            <a:r>
              <a:rPr dirty="0"/>
              <a:t>FOR</a:t>
            </a:r>
            <a:r>
              <a:rPr dirty="0" spc="-50"/>
              <a:t> </a:t>
            </a:r>
            <a:r>
              <a:rPr dirty="0"/>
              <a:t>OUR</a:t>
            </a:r>
            <a:r>
              <a:rPr dirty="0" spc="-25"/>
              <a:t> API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325423" y="1464183"/>
            <a:ext cx="3994150" cy="4818380"/>
            <a:chOff x="7325423" y="1464183"/>
            <a:chExt cx="3994150" cy="48183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5011" y="1473708"/>
              <a:ext cx="3974591" cy="479907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330185" y="1468945"/>
              <a:ext cx="3984625" cy="4808855"/>
            </a:xfrm>
            <a:custGeom>
              <a:avLst/>
              <a:gdLst/>
              <a:ahLst/>
              <a:cxnLst/>
              <a:rect l="l" t="t" r="r" b="b"/>
              <a:pathLst>
                <a:path w="3984625" h="4808855">
                  <a:moveTo>
                    <a:pt x="0" y="4808601"/>
                  </a:moveTo>
                  <a:lnTo>
                    <a:pt x="3984116" y="4808601"/>
                  </a:lnTo>
                  <a:lnTo>
                    <a:pt x="3984116" y="0"/>
                  </a:lnTo>
                  <a:lnTo>
                    <a:pt x="0" y="0"/>
                  </a:lnTo>
                  <a:lnTo>
                    <a:pt x="0" y="4808601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853058" y="2153030"/>
            <a:ext cx="5190490" cy="3440429"/>
            <a:chOff x="853058" y="2153030"/>
            <a:chExt cx="5190490" cy="3440429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583" y="2162555"/>
              <a:ext cx="5170932" cy="342137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57821" y="2157793"/>
              <a:ext cx="5180965" cy="3430904"/>
            </a:xfrm>
            <a:custGeom>
              <a:avLst/>
              <a:gdLst/>
              <a:ahLst/>
              <a:cxnLst/>
              <a:rect l="l" t="t" r="r" b="b"/>
              <a:pathLst>
                <a:path w="5180965" h="3430904">
                  <a:moveTo>
                    <a:pt x="0" y="3430904"/>
                  </a:moveTo>
                  <a:lnTo>
                    <a:pt x="5180457" y="3430904"/>
                  </a:lnTo>
                  <a:lnTo>
                    <a:pt x="5180457" y="0"/>
                  </a:lnTo>
                  <a:lnTo>
                    <a:pt x="0" y="0"/>
                  </a:lnTo>
                  <a:lnTo>
                    <a:pt x="0" y="3430904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42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51676" y="3549408"/>
            <a:ext cx="3197225" cy="2564765"/>
          </a:xfrm>
          <a:custGeom>
            <a:avLst/>
            <a:gdLst/>
            <a:ahLst/>
            <a:cxnLst/>
            <a:rect l="l" t="t" r="r" b="b"/>
            <a:pathLst>
              <a:path w="3197225" h="2564765">
                <a:moveTo>
                  <a:pt x="391439" y="219443"/>
                </a:moveTo>
                <a:lnTo>
                  <a:pt x="349440" y="187439"/>
                </a:lnTo>
                <a:lnTo>
                  <a:pt x="311251" y="154787"/>
                </a:lnTo>
                <a:lnTo>
                  <a:pt x="277329" y="120624"/>
                </a:lnTo>
                <a:lnTo>
                  <a:pt x="248094" y="84035"/>
                </a:lnTo>
                <a:lnTo>
                  <a:pt x="224002" y="44132"/>
                </a:lnTo>
                <a:lnTo>
                  <a:pt x="205511" y="0"/>
                </a:lnTo>
                <a:lnTo>
                  <a:pt x="181305" y="38862"/>
                </a:lnTo>
                <a:lnTo>
                  <a:pt x="153746" y="79044"/>
                </a:lnTo>
                <a:lnTo>
                  <a:pt x="123304" y="118859"/>
                </a:lnTo>
                <a:lnTo>
                  <a:pt x="90474" y="156654"/>
                </a:lnTo>
                <a:lnTo>
                  <a:pt x="55727" y="190741"/>
                </a:lnTo>
                <a:lnTo>
                  <a:pt x="19583" y="219443"/>
                </a:lnTo>
                <a:lnTo>
                  <a:pt x="66560" y="253288"/>
                </a:lnTo>
                <a:lnTo>
                  <a:pt x="107175" y="286029"/>
                </a:lnTo>
                <a:lnTo>
                  <a:pt x="141401" y="319316"/>
                </a:lnTo>
                <a:lnTo>
                  <a:pt x="169214" y="354799"/>
                </a:lnTo>
                <a:lnTo>
                  <a:pt x="190588" y="394119"/>
                </a:lnTo>
                <a:lnTo>
                  <a:pt x="205511" y="438899"/>
                </a:lnTo>
                <a:lnTo>
                  <a:pt x="226174" y="392722"/>
                </a:lnTo>
                <a:lnTo>
                  <a:pt x="252323" y="349580"/>
                </a:lnTo>
                <a:lnTo>
                  <a:pt x="282943" y="310083"/>
                </a:lnTo>
                <a:lnTo>
                  <a:pt x="317004" y="274815"/>
                </a:lnTo>
                <a:lnTo>
                  <a:pt x="353517" y="244411"/>
                </a:lnTo>
                <a:lnTo>
                  <a:pt x="391439" y="219443"/>
                </a:lnTo>
                <a:close/>
              </a:path>
              <a:path w="3197225" h="2564765">
                <a:moveTo>
                  <a:pt x="1653768" y="205803"/>
                </a:moveTo>
                <a:lnTo>
                  <a:pt x="1650263" y="146164"/>
                </a:lnTo>
                <a:lnTo>
                  <a:pt x="1634490" y="110032"/>
                </a:lnTo>
                <a:lnTo>
                  <a:pt x="1595399" y="91427"/>
                </a:lnTo>
                <a:lnTo>
                  <a:pt x="1575765" y="94437"/>
                </a:lnTo>
                <a:lnTo>
                  <a:pt x="1557439" y="107797"/>
                </a:lnTo>
                <a:lnTo>
                  <a:pt x="1544370" y="126669"/>
                </a:lnTo>
                <a:lnTo>
                  <a:pt x="1540535" y="146164"/>
                </a:lnTo>
                <a:lnTo>
                  <a:pt x="1541310" y="208064"/>
                </a:lnTo>
                <a:lnTo>
                  <a:pt x="1540357" y="259384"/>
                </a:lnTo>
                <a:lnTo>
                  <a:pt x="1536738" y="347840"/>
                </a:lnTo>
                <a:lnTo>
                  <a:pt x="1535887" y="393712"/>
                </a:lnTo>
                <a:lnTo>
                  <a:pt x="1536852" y="446532"/>
                </a:lnTo>
                <a:lnTo>
                  <a:pt x="1540535" y="510654"/>
                </a:lnTo>
                <a:lnTo>
                  <a:pt x="1557769" y="551649"/>
                </a:lnTo>
                <a:lnTo>
                  <a:pt x="1595399" y="565391"/>
                </a:lnTo>
                <a:lnTo>
                  <a:pt x="1617256" y="557580"/>
                </a:lnTo>
                <a:lnTo>
                  <a:pt x="1634540" y="546176"/>
                </a:lnTo>
                <a:lnTo>
                  <a:pt x="1645970" y="530694"/>
                </a:lnTo>
                <a:lnTo>
                  <a:pt x="1650263" y="510654"/>
                </a:lnTo>
                <a:lnTo>
                  <a:pt x="1644230" y="445566"/>
                </a:lnTo>
                <a:lnTo>
                  <a:pt x="1643392" y="391680"/>
                </a:lnTo>
                <a:lnTo>
                  <a:pt x="1645831" y="344881"/>
                </a:lnTo>
                <a:lnTo>
                  <a:pt x="1649641" y="301040"/>
                </a:lnTo>
                <a:lnTo>
                  <a:pt x="1652917" y="256057"/>
                </a:lnTo>
                <a:lnTo>
                  <a:pt x="1653768" y="205803"/>
                </a:lnTo>
                <a:close/>
              </a:path>
              <a:path w="3197225" h="2564765">
                <a:moveTo>
                  <a:pt x="3197123" y="2132800"/>
                </a:moveTo>
                <a:lnTo>
                  <a:pt x="3182620" y="2081999"/>
                </a:lnTo>
                <a:lnTo>
                  <a:pt x="3175419" y="2031199"/>
                </a:lnTo>
                <a:lnTo>
                  <a:pt x="3171037" y="1980399"/>
                </a:lnTo>
                <a:lnTo>
                  <a:pt x="3168675" y="1929599"/>
                </a:lnTo>
                <a:lnTo>
                  <a:pt x="3167545" y="1866099"/>
                </a:lnTo>
                <a:lnTo>
                  <a:pt x="3166846" y="1802599"/>
                </a:lnTo>
                <a:lnTo>
                  <a:pt x="3165779" y="1751799"/>
                </a:lnTo>
                <a:lnTo>
                  <a:pt x="3163557" y="1688299"/>
                </a:lnTo>
                <a:lnTo>
                  <a:pt x="3159391" y="1637499"/>
                </a:lnTo>
                <a:lnTo>
                  <a:pt x="3152470" y="1599399"/>
                </a:lnTo>
                <a:lnTo>
                  <a:pt x="3142005" y="1561299"/>
                </a:lnTo>
                <a:lnTo>
                  <a:pt x="3133433" y="1535899"/>
                </a:lnTo>
                <a:lnTo>
                  <a:pt x="3128314" y="1497799"/>
                </a:lnTo>
                <a:lnTo>
                  <a:pt x="3125914" y="1459699"/>
                </a:lnTo>
                <a:lnTo>
                  <a:pt x="3125444" y="1408899"/>
                </a:lnTo>
                <a:lnTo>
                  <a:pt x="3126181" y="1358099"/>
                </a:lnTo>
                <a:lnTo>
                  <a:pt x="3127337" y="1307299"/>
                </a:lnTo>
                <a:lnTo>
                  <a:pt x="3128162" y="1243799"/>
                </a:lnTo>
                <a:lnTo>
                  <a:pt x="3127921" y="1192999"/>
                </a:lnTo>
                <a:lnTo>
                  <a:pt x="3125825" y="1129499"/>
                </a:lnTo>
                <a:lnTo>
                  <a:pt x="3121152" y="1078699"/>
                </a:lnTo>
                <a:lnTo>
                  <a:pt x="3113113" y="1027899"/>
                </a:lnTo>
                <a:lnTo>
                  <a:pt x="3100971" y="977099"/>
                </a:lnTo>
                <a:lnTo>
                  <a:pt x="3083966" y="938999"/>
                </a:lnTo>
                <a:lnTo>
                  <a:pt x="3054604" y="888199"/>
                </a:lnTo>
                <a:lnTo>
                  <a:pt x="3033687" y="875499"/>
                </a:lnTo>
                <a:lnTo>
                  <a:pt x="2984030" y="875499"/>
                </a:lnTo>
                <a:lnTo>
                  <a:pt x="2969895" y="862799"/>
                </a:lnTo>
                <a:lnTo>
                  <a:pt x="2956331" y="875499"/>
                </a:lnTo>
                <a:lnTo>
                  <a:pt x="2944418" y="824699"/>
                </a:lnTo>
                <a:lnTo>
                  <a:pt x="2942983" y="799299"/>
                </a:lnTo>
                <a:lnTo>
                  <a:pt x="2942259" y="786599"/>
                </a:lnTo>
                <a:lnTo>
                  <a:pt x="2944241" y="748499"/>
                </a:lnTo>
                <a:lnTo>
                  <a:pt x="2944711" y="710399"/>
                </a:lnTo>
                <a:lnTo>
                  <a:pt x="2938043" y="659599"/>
                </a:lnTo>
                <a:lnTo>
                  <a:pt x="2908833" y="659599"/>
                </a:lnTo>
                <a:lnTo>
                  <a:pt x="2908833" y="1942299"/>
                </a:lnTo>
                <a:lnTo>
                  <a:pt x="2885490" y="1954999"/>
                </a:lnTo>
                <a:lnTo>
                  <a:pt x="2858960" y="1967699"/>
                </a:lnTo>
                <a:lnTo>
                  <a:pt x="2829369" y="1967699"/>
                </a:lnTo>
                <a:lnTo>
                  <a:pt x="2796908" y="1980399"/>
                </a:lnTo>
                <a:lnTo>
                  <a:pt x="2761742" y="1993099"/>
                </a:lnTo>
                <a:lnTo>
                  <a:pt x="2724023" y="2005799"/>
                </a:lnTo>
                <a:lnTo>
                  <a:pt x="2683929" y="2018499"/>
                </a:lnTo>
                <a:lnTo>
                  <a:pt x="2641612" y="2018499"/>
                </a:lnTo>
                <a:lnTo>
                  <a:pt x="2551023" y="2043899"/>
                </a:lnTo>
                <a:lnTo>
                  <a:pt x="2503055" y="2056599"/>
                </a:lnTo>
                <a:lnTo>
                  <a:pt x="2402649" y="2081999"/>
                </a:lnTo>
                <a:lnTo>
                  <a:pt x="2350541" y="2107400"/>
                </a:lnTo>
                <a:lnTo>
                  <a:pt x="2188527" y="2145500"/>
                </a:lnTo>
                <a:lnTo>
                  <a:pt x="2133181" y="2170900"/>
                </a:lnTo>
                <a:lnTo>
                  <a:pt x="2077453" y="2183600"/>
                </a:lnTo>
                <a:lnTo>
                  <a:pt x="1744103" y="2336000"/>
                </a:lnTo>
                <a:lnTo>
                  <a:pt x="1690268" y="2374100"/>
                </a:lnTo>
                <a:lnTo>
                  <a:pt x="1701380" y="2361400"/>
                </a:lnTo>
                <a:lnTo>
                  <a:pt x="1745869" y="2310600"/>
                </a:lnTo>
                <a:lnTo>
                  <a:pt x="1802955" y="2272500"/>
                </a:lnTo>
                <a:lnTo>
                  <a:pt x="1861172" y="2221700"/>
                </a:lnTo>
                <a:lnTo>
                  <a:pt x="1920201" y="2183600"/>
                </a:lnTo>
                <a:lnTo>
                  <a:pt x="2098662" y="2069299"/>
                </a:lnTo>
                <a:lnTo>
                  <a:pt x="2215388" y="2018499"/>
                </a:lnTo>
                <a:lnTo>
                  <a:pt x="2272068" y="1993099"/>
                </a:lnTo>
                <a:lnTo>
                  <a:pt x="2327160" y="1967699"/>
                </a:lnTo>
                <a:lnTo>
                  <a:pt x="2380335" y="1954999"/>
                </a:lnTo>
                <a:lnTo>
                  <a:pt x="2431237" y="1929599"/>
                </a:lnTo>
                <a:lnTo>
                  <a:pt x="2479548" y="1916899"/>
                </a:lnTo>
                <a:lnTo>
                  <a:pt x="2524912" y="1904199"/>
                </a:lnTo>
                <a:lnTo>
                  <a:pt x="2567000" y="1891499"/>
                </a:lnTo>
                <a:lnTo>
                  <a:pt x="2605468" y="1878799"/>
                </a:lnTo>
                <a:lnTo>
                  <a:pt x="2639974" y="1878799"/>
                </a:lnTo>
                <a:lnTo>
                  <a:pt x="2670175" y="1866099"/>
                </a:lnTo>
                <a:lnTo>
                  <a:pt x="2695727" y="1866099"/>
                </a:lnTo>
                <a:lnTo>
                  <a:pt x="2716301" y="1853399"/>
                </a:lnTo>
                <a:lnTo>
                  <a:pt x="2795447" y="1853399"/>
                </a:lnTo>
                <a:lnTo>
                  <a:pt x="2813964" y="1840699"/>
                </a:lnTo>
                <a:lnTo>
                  <a:pt x="2807068" y="1802599"/>
                </a:lnTo>
                <a:lnTo>
                  <a:pt x="2803055" y="1764499"/>
                </a:lnTo>
                <a:lnTo>
                  <a:pt x="2801061" y="1713699"/>
                </a:lnTo>
                <a:lnTo>
                  <a:pt x="2800210" y="1662899"/>
                </a:lnTo>
                <a:lnTo>
                  <a:pt x="2800096" y="1650199"/>
                </a:lnTo>
                <a:lnTo>
                  <a:pt x="2799981" y="1637499"/>
                </a:lnTo>
                <a:lnTo>
                  <a:pt x="2799880" y="1624799"/>
                </a:lnTo>
                <a:lnTo>
                  <a:pt x="2799765" y="1612099"/>
                </a:lnTo>
                <a:lnTo>
                  <a:pt x="2799651" y="1599399"/>
                </a:lnTo>
                <a:lnTo>
                  <a:pt x="2798534" y="1548599"/>
                </a:lnTo>
                <a:lnTo>
                  <a:pt x="2795981" y="1497799"/>
                </a:lnTo>
                <a:lnTo>
                  <a:pt x="2791142" y="1446999"/>
                </a:lnTo>
                <a:lnTo>
                  <a:pt x="2783154" y="1396199"/>
                </a:lnTo>
                <a:lnTo>
                  <a:pt x="2771165" y="1358099"/>
                </a:lnTo>
                <a:lnTo>
                  <a:pt x="2760624" y="1319999"/>
                </a:lnTo>
                <a:lnTo>
                  <a:pt x="2754338" y="1269199"/>
                </a:lnTo>
                <a:lnTo>
                  <a:pt x="2751302" y="1218399"/>
                </a:lnTo>
                <a:lnTo>
                  <a:pt x="2750489" y="1180299"/>
                </a:lnTo>
                <a:lnTo>
                  <a:pt x="2750655" y="1154899"/>
                </a:lnTo>
                <a:lnTo>
                  <a:pt x="2750731" y="1142199"/>
                </a:lnTo>
                <a:lnTo>
                  <a:pt x="2750820" y="1129499"/>
                </a:lnTo>
                <a:lnTo>
                  <a:pt x="2750896" y="1116799"/>
                </a:lnTo>
                <a:lnTo>
                  <a:pt x="2751531" y="1065999"/>
                </a:lnTo>
                <a:lnTo>
                  <a:pt x="2751417" y="1027899"/>
                </a:lnTo>
                <a:lnTo>
                  <a:pt x="2751378" y="1015199"/>
                </a:lnTo>
                <a:lnTo>
                  <a:pt x="2749435" y="964399"/>
                </a:lnTo>
                <a:lnTo>
                  <a:pt x="2744686" y="900899"/>
                </a:lnTo>
                <a:lnTo>
                  <a:pt x="2736138" y="850099"/>
                </a:lnTo>
                <a:lnTo>
                  <a:pt x="2722778" y="799299"/>
                </a:lnTo>
                <a:lnTo>
                  <a:pt x="2799359" y="799299"/>
                </a:lnTo>
                <a:lnTo>
                  <a:pt x="2814536" y="850099"/>
                </a:lnTo>
                <a:lnTo>
                  <a:pt x="2825699" y="888199"/>
                </a:lnTo>
                <a:lnTo>
                  <a:pt x="2833484" y="938999"/>
                </a:lnTo>
                <a:lnTo>
                  <a:pt x="2838488" y="977099"/>
                </a:lnTo>
                <a:lnTo>
                  <a:pt x="2841371" y="1015199"/>
                </a:lnTo>
                <a:lnTo>
                  <a:pt x="2842717" y="1065999"/>
                </a:lnTo>
                <a:lnTo>
                  <a:pt x="2843187" y="1104099"/>
                </a:lnTo>
                <a:lnTo>
                  <a:pt x="2843403" y="1154899"/>
                </a:lnTo>
                <a:lnTo>
                  <a:pt x="2843961" y="1205699"/>
                </a:lnTo>
                <a:lnTo>
                  <a:pt x="2845524" y="1256499"/>
                </a:lnTo>
                <a:lnTo>
                  <a:pt x="2848686" y="1307299"/>
                </a:lnTo>
                <a:lnTo>
                  <a:pt x="2854096" y="1370799"/>
                </a:lnTo>
                <a:lnTo>
                  <a:pt x="2860789" y="1434299"/>
                </a:lnTo>
                <a:lnTo>
                  <a:pt x="2866301" y="1485099"/>
                </a:lnTo>
                <a:lnTo>
                  <a:pt x="2870911" y="1535899"/>
                </a:lnTo>
                <a:lnTo>
                  <a:pt x="2874886" y="1586699"/>
                </a:lnTo>
                <a:lnTo>
                  <a:pt x="2882112" y="1675599"/>
                </a:lnTo>
                <a:lnTo>
                  <a:pt x="2885910" y="1726399"/>
                </a:lnTo>
                <a:lnTo>
                  <a:pt x="2890202" y="1777199"/>
                </a:lnTo>
                <a:lnTo>
                  <a:pt x="2895257" y="1827999"/>
                </a:lnTo>
                <a:lnTo>
                  <a:pt x="2901378" y="1878799"/>
                </a:lnTo>
                <a:lnTo>
                  <a:pt x="2908833" y="1942299"/>
                </a:lnTo>
                <a:lnTo>
                  <a:pt x="2908833" y="659599"/>
                </a:lnTo>
                <a:lnTo>
                  <a:pt x="2711856" y="659599"/>
                </a:lnTo>
                <a:lnTo>
                  <a:pt x="2702598" y="608799"/>
                </a:lnTo>
                <a:lnTo>
                  <a:pt x="2702077" y="583399"/>
                </a:lnTo>
                <a:lnTo>
                  <a:pt x="2701569" y="557999"/>
                </a:lnTo>
                <a:lnTo>
                  <a:pt x="2701442" y="545299"/>
                </a:lnTo>
                <a:lnTo>
                  <a:pt x="2701328" y="532599"/>
                </a:lnTo>
                <a:lnTo>
                  <a:pt x="2701213" y="519899"/>
                </a:lnTo>
                <a:lnTo>
                  <a:pt x="2701099" y="507199"/>
                </a:lnTo>
                <a:lnTo>
                  <a:pt x="2693568" y="469099"/>
                </a:lnTo>
                <a:lnTo>
                  <a:pt x="2682138" y="456399"/>
                </a:lnTo>
                <a:lnTo>
                  <a:pt x="2657119" y="456399"/>
                </a:lnTo>
                <a:lnTo>
                  <a:pt x="2657119" y="1713699"/>
                </a:lnTo>
                <a:lnTo>
                  <a:pt x="2631236" y="1726399"/>
                </a:lnTo>
                <a:lnTo>
                  <a:pt x="2573972" y="1726399"/>
                </a:lnTo>
                <a:lnTo>
                  <a:pt x="2542603" y="1739099"/>
                </a:lnTo>
                <a:lnTo>
                  <a:pt x="2509393" y="1739099"/>
                </a:lnTo>
                <a:lnTo>
                  <a:pt x="2437511" y="1764499"/>
                </a:lnTo>
                <a:lnTo>
                  <a:pt x="2398839" y="1777199"/>
                </a:lnTo>
                <a:lnTo>
                  <a:pt x="2358352" y="1789899"/>
                </a:lnTo>
                <a:lnTo>
                  <a:pt x="2316061" y="1802599"/>
                </a:lnTo>
                <a:lnTo>
                  <a:pt x="2271953" y="1827999"/>
                </a:lnTo>
                <a:lnTo>
                  <a:pt x="2226043" y="1840699"/>
                </a:lnTo>
                <a:lnTo>
                  <a:pt x="2178329" y="1866099"/>
                </a:lnTo>
                <a:lnTo>
                  <a:pt x="2128812" y="1891499"/>
                </a:lnTo>
                <a:lnTo>
                  <a:pt x="2077504" y="1916899"/>
                </a:lnTo>
                <a:lnTo>
                  <a:pt x="2024392" y="1954999"/>
                </a:lnTo>
                <a:lnTo>
                  <a:pt x="1969503" y="1980399"/>
                </a:lnTo>
                <a:lnTo>
                  <a:pt x="1912823" y="2018499"/>
                </a:lnTo>
                <a:lnTo>
                  <a:pt x="1854352" y="2056599"/>
                </a:lnTo>
                <a:lnTo>
                  <a:pt x="1794116" y="2094699"/>
                </a:lnTo>
                <a:lnTo>
                  <a:pt x="1732089" y="2132800"/>
                </a:lnTo>
                <a:lnTo>
                  <a:pt x="1668297" y="2183600"/>
                </a:lnTo>
                <a:lnTo>
                  <a:pt x="1663179" y="2145500"/>
                </a:lnTo>
                <a:lnTo>
                  <a:pt x="1663255" y="2132800"/>
                </a:lnTo>
                <a:lnTo>
                  <a:pt x="1663331" y="2120100"/>
                </a:lnTo>
                <a:lnTo>
                  <a:pt x="1663407" y="2107400"/>
                </a:lnTo>
                <a:lnTo>
                  <a:pt x="1663484" y="2094699"/>
                </a:lnTo>
                <a:lnTo>
                  <a:pt x="1667230" y="2056599"/>
                </a:lnTo>
                <a:lnTo>
                  <a:pt x="1672437" y="2005799"/>
                </a:lnTo>
                <a:lnTo>
                  <a:pt x="1677123" y="1967699"/>
                </a:lnTo>
                <a:lnTo>
                  <a:pt x="1679308" y="1904199"/>
                </a:lnTo>
                <a:lnTo>
                  <a:pt x="1677022" y="1840699"/>
                </a:lnTo>
                <a:lnTo>
                  <a:pt x="1668297" y="1777199"/>
                </a:lnTo>
                <a:lnTo>
                  <a:pt x="1660448" y="1713699"/>
                </a:lnTo>
                <a:lnTo>
                  <a:pt x="1658289" y="1662899"/>
                </a:lnTo>
                <a:lnTo>
                  <a:pt x="1660220" y="1612099"/>
                </a:lnTo>
                <a:lnTo>
                  <a:pt x="1664639" y="1561299"/>
                </a:lnTo>
                <a:lnTo>
                  <a:pt x="1669961" y="1523199"/>
                </a:lnTo>
                <a:lnTo>
                  <a:pt x="1674583" y="1485099"/>
                </a:lnTo>
                <a:lnTo>
                  <a:pt x="1676908" y="1434299"/>
                </a:lnTo>
                <a:lnTo>
                  <a:pt x="1675345" y="1396199"/>
                </a:lnTo>
                <a:lnTo>
                  <a:pt x="1668297" y="1345399"/>
                </a:lnTo>
                <a:lnTo>
                  <a:pt x="1660321" y="1294599"/>
                </a:lnTo>
                <a:lnTo>
                  <a:pt x="1658391" y="1243799"/>
                </a:lnTo>
                <a:lnTo>
                  <a:pt x="1660639" y="1180299"/>
                </a:lnTo>
                <a:lnTo>
                  <a:pt x="1665147" y="1116799"/>
                </a:lnTo>
                <a:lnTo>
                  <a:pt x="1670050" y="1065999"/>
                </a:lnTo>
                <a:lnTo>
                  <a:pt x="1673466" y="1015199"/>
                </a:lnTo>
                <a:lnTo>
                  <a:pt x="1673504" y="977099"/>
                </a:lnTo>
                <a:lnTo>
                  <a:pt x="1668297" y="938999"/>
                </a:lnTo>
                <a:lnTo>
                  <a:pt x="1706714" y="888199"/>
                </a:lnTo>
                <a:lnTo>
                  <a:pt x="1745361" y="850099"/>
                </a:lnTo>
                <a:lnTo>
                  <a:pt x="1784311" y="824699"/>
                </a:lnTo>
                <a:lnTo>
                  <a:pt x="1810524" y="799299"/>
                </a:lnTo>
                <a:lnTo>
                  <a:pt x="1823631" y="786599"/>
                </a:lnTo>
                <a:lnTo>
                  <a:pt x="1863382" y="761199"/>
                </a:lnTo>
                <a:lnTo>
                  <a:pt x="1903641" y="723099"/>
                </a:lnTo>
                <a:lnTo>
                  <a:pt x="1944471" y="697699"/>
                </a:lnTo>
                <a:lnTo>
                  <a:pt x="1985949" y="684999"/>
                </a:lnTo>
                <a:lnTo>
                  <a:pt x="2028126" y="659599"/>
                </a:lnTo>
                <a:lnTo>
                  <a:pt x="2071090" y="646899"/>
                </a:lnTo>
                <a:lnTo>
                  <a:pt x="2114893" y="621499"/>
                </a:lnTo>
                <a:lnTo>
                  <a:pt x="2205317" y="596099"/>
                </a:lnTo>
                <a:lnTo>
                  <a:pt x="2252078" y="596099"/>
                </a:lnTo>
                <a:lnTo>
                  <a:pt x="2299957" y="583399"/>
                </a:lnTo>
                <a:lnTo>
                  <a:pt x="2558567" y="583399"/>
                </a:lnTo>
                <a:lnTo>
                  <a:pt x="2574391" y="621499"/>
                </a:lnTo>
                <a:lnTo>
                  <a:pt x="2584475" y="646899"/>
                </a:lnTo>
                <a:lnTo>
                  <a:pt x="2589949" y="684999"/>
                </a:lnTo>
                <a:lnTo>
                  <a:pt x="2591955" y="723099"/>
                </a:lnTo>
                <a:lnTo>
                  <a:pt x="2591879" y="735799"/>
                </a:lnTo>
                <a:lnTo>
                  <a:pt x="2591803" y="748499"/>
                </a:lnTo>
                <a:lnTo>
                  <a:pt x="2591727" y="761199"/>
                </a:lnTo>
                <a:lnTo>
                  <a:pt x="2591651" y="773899"/>
                </a:lnTo>
                <a:lnTo>
                  <a:pt x="2590152" y="824699"/>
                </a:lnTo>
                <a:lnTo>
                  <a:pt x="2588615" y="875499"/>
                </a:lnTo>
                <a:lnTo>
                  <a:pt x="2588514" y="888199"/>
                </a:lnTo>
                <a:lnTo>
                  <a:pt x="2588399" y="900899"/>
                </a:lnTo>
                <a:lnTo>
                  <a:pt x="2588298" y="913599"/>
                </a:lnTo>
                <a:lnTo>
                  <a:pt x="2588183" y="926299"/>
                </a:lnTo>
                <a:lnTo>
                  <a:pt x="2590000" y="989799"/>
                </a:lnTo>
                <a:lnTo>
                  <a:pt x="2595194" y="1053299"/>
                </a:lnTo>
                <a:lnTo>
                  <a:pt x="2604922" y="1116799"/>
                </a:lnTo>
                <a:lnTo>
                  <a:pt x="2614498" y="1180299"/>
                </a:lnTo>
                <a:lnTo>
                  <a:pt x="2621013" y="1243799"/>
                </a:lnTo>
                <a:lnTo>
                  <a:pt x="2625090" y="1294599"/>
                </a:lnTo>
                <a:lnTo>
                  <a:pt x="2627363" y="1345399"/>
                </a:lnTo>
                <a:lnTo>
                  <a:pt x="2628481" y="1396199"/>
                </a:lnTo>
                <a:lnTo>
                  <a:pt x="2629065" y="1446999"/>
                </a:lnTo>
                <a:lnTo>
                  <a:pt x="2629751" y="1497799"/>
                </a:lnTo>
                <a:lnTo>
                  <a:pt x="2631186" y="1535899"/>
                </a:lnTo>
                <a:lnTo>
                  <a:pt x="2634005" y="1586699"/>
                </a:lnTo>
                <a:lnTo>
                  <a:pt x="2638844" y="1624799"/>
                </a:lnTo>
                <a:lnTo>
                  <a:pt x="2646337" y="1675599"/>
                </a:lnTo>
                <a:lnTo>
                  <a:pt x="2657119" y="1713699"/>
                </a:lnTo>
                <a:lnTo>
                  <a:pt x="2657119" y="456399"/>
                </a:lnTo>
                <a:lnTo>
                  <a:pt x="2638831" y="456399"/>
                </a:lnTo>
                <a:lnTo>
                  <a:pt x="2586342" y="443699"/>
                </a:lnTo>
                <a:lnTo>
                  <a:pt x="2386838" y="443699"/>
                </a:lnTo>
                <a:lnTo>
                  <a:pt x="2339238" y="456399"/>
                </a:lnTo>
                <a:lnTo>
                  <a:pt x="2292413" y="456399"/>
                </a:lnTo>
                <a:lnTo>
                  <a:pt x="2155964" y="494499"/>
                </a:lnTo>
                <a:lnTo>
                  <a:pt x="2111591" y="519899"/>
                </a:lnTo>
                <a:lnTo>
                  <a:pt x="2024138" y="545299"/>
                </a:lnTo>
                <a:lnTo>
                  <a:pt x="1895182" y="621499"/>
                </a:lnTo>
                <a:lnTo>
                  <a:pt x="1852523" y="634199"/>
                </a:lnTo>
                <a:lnTo>
                  <a:pt x="1767293" y="684999"/>
                </a:lnTo>
                <a:lnTo>
                  <a:pt x="1724609" y="723099"/>
                </a:lnTo>
                <a:lnTo>
                  <a:pt x="1595399" y="799299"/>
                </a:lnTo>
                <a:lnTo>
                  <a:pt x="1530477" y="758164"/>
                </a:lnTo>
                <a:lnTo>
                  <a:pt x="1530477" y="1053299"/>
                </a:lnTo>
                <a:lnTo>
                  <a:pt x="1530096" y="1116799"/>
                </a:lnTo>
                <a:lnTo>
                  <a:pt x="1527962" y="1154899"/>
                </a:lnTo>
                <a:lnTo>
                  <a:pt x="1524965" y="1205699"/>
                </a:lnTo>
                <a:lnTo>
                  <a:pt x="1522006" y="1243799"/>
                </a:lnTo>
                <a:lnTo>
                  <a:pt x="1519986" y="1281899"/>
                </a:lnTo>
                <a:lnTo>
                  <a:pt x="1519923" y="1294599"/>
                </a:lnTo>
                <a:lnTo>
                  <a:pt x="1519809" y="1319999"/>
                </a:lnTo>
                <a:lnTo>
                  <a:pt x="1522374" y="1370799"/>
                </a:lnTo>
                <a:lnTo>
                  <a:pt x="1525905" y="1408899"/>
                </a:lnTo>
                <a:lnTo>
                  <a:pt x="1527327" y="1459699"/>
                </a:lnTo>
                <a:lnTo>
                  <a:pt x="1527213" y="1497799"/>
                </a:lnTo>
                <a:lnTo>
                  <a:pt x="1526082" y="1548599"/>
                </a:lnTo>
                <a:lnTo>
                  <a:pt x="1524482" y="1599399"/>
                </a:lnTo>
                <a:lnTo>
                  <a:pt x="1522971" y="1650199"/>
                </a:lnTo>
                <a:lnTo>
                  <a:pt x="1522082" y="1700999"/>
                </a:lnTo>
                <a:lnTo>
                  <a:pt x="1522158" y="1713699"/>
                </a:lnTo>
                <a:lnTo>
                  <a:pt x="1522222" y="1726399"/>
                </a:lnTo>
                <a:lnTo>
                  <a:pt x="1522336" y="1866099"/>
                </a:lnTo>
                <a:lnTo>
                  <a:pt x="1521320" y="1916899"/>
                </a:lnTo>
                <a:lnTo>
                  <a:pt x="1520177" y="1967699"/>
                </a:lnTo>
                <a:lnTo>
                  <a:pt x="1519313" y="2018499"/>
                </a:lnTo>
                <a:lnTo>
                  <a:pt x="1519212" y="2043899"/>
                </a:lnTo>
                <a:lnTo>
                  <a:pt x="1519123" y="2069299"/>
                </a:lnTo>
                <a:lnTo>
                  <a:pt x="1519999" y="2120100"/>
                </a:lnTo>
                <a:lnTo>
                  <a:pt x="1522374" y="2183600"/>
                </a:lnTo>
                <a:lnTo>
                  <a:pt x="1500530" y="2168842"/>
                </a:lnTo>
                <a:lnTo>
                  <a:pt x="1500530" y="2361400"/>
                </a:lnTo>
                <a:lnTo>
                  <a:pt x="1324800" y="2247100"/>
                </a:lnTo>
                <a:lnTo>
                  <a:pt x="1266634" y="2221700"/>
                </a:lnTo>
                <a:lnTo>
                  <a:pt x="1208862" y="2183600"/>
                </a:lnTo>
                <a:lnTo>
                  <a:pt x="1180223" y="2170900"/>
                </a:lnTo>
                <a:lnTo>
                  <a:pt x="1038974" y="2107400"/>
                </a:lnTo>
                <a:lnTo>
                  <a:pt x="983869" y="2081999"/>
                </a:lnTo>
                <a:lnTo>
                  <a:pt x="929703" y="2069299"/>
                </a:lnTo>
                <a:lnTo>
                  <a:pt x="876592" y="2043899"/>
                </a:lnTo>
                <a:lnTo>
                  <a:pt x="773976" y="2018499"/>
                </a:lnTo>
                <a:lnTo>
                  <a:pt x="676910" y="1993099"/>
                </a:lnTo>
                <a:lnTo>
                  <a:pt x="630732" y="1980399"/>
                </a:lnTo>
                <a:lnTo>
                  <a:pt x="586270" y="1980399"/>
                </a:lnTo>
                <a:lnTo>
                  <a:pt x="543648" y="1967699"/>
                </a:lnTo>
                <a:lnTo>
                  <a:pt x="502958" y="1954999"/>
                </a:lnTo>
                <a:lnTo>
                  <a:pt x="427850" y="1954999"/>
                </a:lnTo>
                <a:lnTo>
                  <a:pt x="393661" y="1942299"/>
                </a:lnTo>
                <a:lnTo>
                  <a:pt x="281838" y="1942299"/>
                </a:lnTo>
                <a:lnTo>
                  <a:pt x="281000" y="1904199"/>
                </a:lnTo>
                <a:lnTo>
                  <a:pt x="284162" y="1866099"/>
                </a:lnTo>
                <a:lnTo>
                  <a:pt x="290398" y="1827999"/>
                </a:lnTo>
                <a:lnTo>
                  <a:pt x="298843" y="1789899"/>
                </a:lnTo>
                <a:lnTo>
                  <a:pt x="308584" y="1739099"/>
                </a:lnTo>
                <a:lnTo>
                  <a:pt x="318757" y="1688299"/>
                </a:lnTo>
                <a:lnTo>
                  <a:pt x="328460" y="1650199"/>
                </a:lnTo>
                <a:lnTo>
                  <a:pt x="336791" y="1586699"/>
                </a:lnTo>
                <a:lnTo>
                  <a:pt x="342874" y="1535899"/>
                </a:lnTo>
                <a:lnTo>
                  <a:pt x="345821" y="1472399"/>
                </a:lnTo>
                <a:lnTo>
                  <a:pt x="344728" y="1408899"/>
                </a:lnTo>
                <a:lnTo>
                  <a:pt x="338721" y="1345399"/>
                </a:lnTo>
                <a:lnTo>
                  <a:pt x="333349" y="1281899"/>
                </a:lnTo>
                <a:lnTo>
                  <a:pt x="332803" y="1231099"/>
                </a:lnTo>
                <a:lnTo>
                  <a:pt x="336207" y="1192999"/>
                </a:lnTo>
                <a:lnTo>
                  <a:pt x="342658" y="1154899"/>
                </a:lnTo>
                <a:lnTo>
                  <a:pt x="351269" y="1116799"/>
                </a:lnTo>
                <a:lnTo>
                  <a:pt x="361162" y="1078699"/>
                </a:lnTo>
                <a:lnTo>
                  <a:pt x="371436" y="1053299"/>
                </a:lnTo>
                <a:lnTo>
                  <a:pt x="381203" y="1015199"/>
                </a:lnTo>
                <a:lnTo>
                  <a:pt x="389572" y="977099"/>
                </a:lnTo>
                <a:lnTo>
                  <a:pt x="395655" y="938999"/>
                </a:lnTo>
                <a:lnTo>
                  <a:pt x="398564" y="900899"/>
                </a:lnTo>
                <a:lnTo>
                  <a:pt x="397408" y="850099"/>
                </a:lnTo>
                <a:lnTo>
                  <a:pt x="391312" y="799299"/>
                </a:lnTo>
                <a:lnTo>
                  <a:pt x="467893" y="799299"/>
                </a:lnTo>
                <a:lnTo>
                  <a:pt x="473494" y="850099"/>
                </a:lnTo>
                <a:lnTo>
                  <a:pt x="473557" y="900899"/>
                </a:lnTo>
                <a:lnTo>
                  <a:pt x="469226" y="951699"/>
                </a:lnTo>
                <a:lnTo>
                  <a:pt x="461645" y="989799"/>
                </a:lnTo>
                <a:lnTo>
                  <a:pt x="451967" y="1027899"/>
                </a:lnTo>
                <a:lnTo>
                  <a:pt x="441312" y="1065999"/>
                </a:lnTo>
                <a:lnTo>
                  <a:pt x="430847" y="1116799"/>
                </a:lnTo>
                <a:lnTo>
                  <a:pt x="421716" y="1154899"/>
                </a:lnTo>
                <a:lnTo>
                  <a:pt x="415061" y="1192999"/>
                </a:lnTo>
                <a:lnTo>
                  <a:pt x="412026" y="1243799"/>
                </a:lnTo>
                <a:lnTo>
                  <a:pt x="413753" y="1281899"/>
                </a:lnTo>
                <a:lnTo>
                  <a:pt x="429628" y="1383499"/>
                </a:lnTo>
                <a:lnTo>
                  <a:pt x="431241" y="1434299"/>
                </a:lnTo>
                <a:lnTo>
                  <a:pt x="427621" y="1485099"/>
                </a:lnTo>
                <a:lnTo>
                  <a:pt x="420166" y="1523199"/>
                </a:lnTo>
                <a:lnTo>
                  <a:pt x="410260" y="1561299"/>
                </a:lnTo>
                <a:lnTo>
                  <a:pt x="399275" y="1612099"/>
                </a:lnTo>
                <a:lnTo>
                  <a:pt x="388607" y="1650199"/>
                </a:lnTo>
                <a:lnTo>
                  <a:pt x="379628" y="1688299"/>
                </a:lnTo>
                <a:lnTo>
                  <a:pt x="373722" y="1739099"/>
                </a:lnTo>
                <a:lnTo>
                  <a:pt x="372287" y="1789899"/>
                </a:lnTo>
                <a:lnTo>
                  <a:pt x="376694" y="1840699"/>
                </a:lnTo>
                <a:lnTo>
                  <a:pt x="397789" y="1853399"/>
                </a:lnTo>
                <a:lnTo>
                  <a:pt x="446049" y="1853399"/>
                </a:lnTo>
                <a:lnTo>
                  <a:pt x="444271" y="1840699"/>
                </a:lnTo>
                <a:lnTo>
                  <a:pt x="447421" y="1840699"/>
                </a:lnTo>
                <a:lnTo>
                  <a:pt x="455256" y="1827999"/>
                </a:lnTo>
                <a:lnTo>
                  <a:pt x="483997" y="1827999"/>
                </a:lnTo>
                <a:lnTo>
                  <a:pt x="504418" y="1815299"/>
                </a:lnTo>
                <a:lnTo>
                  <a:pt x="620674" y="1815299"/>
                </a:lnTo>
                <a:lnTo>
                  <a:pt x="657161" y="1827999"/>
                </a:lnTo>
                <a:lnTo>
                  <a:pt x="696125" y="1827999"/>
                </a:lnTo>
                <a:lnTo>
                  <a:pt x="737336" y="1840699"/>
                </a:lnTo>
                <a:lnTo>
                  <a:pt x="780516" y="1853399"/>
                </a:lnTo>
                <a:lnTo>
                  <a:pt x="825461" y="1866099"/>
                </a:lnTo>
                <a:lnTo>
                  <a:pt x="919581" y="1891499"/>
                </a:lnTo>
                <a:lnTo>
                  <a:pt x="968273" y="1916899"/>
                </a:lnTo>
                <a:lnTo>
                  <a:pt x="1117981" y="1993099"/>
                </a:lnTo>
                <a:lnTo>
                  <a:pt x="1267942" y="2107400"/>
                </a:lnTo>
                <a:lnTo>
                  <a:pt x="1316850" y="2145500"/>
                </a:lnTo>
                <a:lnTo>
                  <a:pt x="1364805" y="2196300"/>
                </a:lnTo>
                <a:lnTo>
                  <a:pt x="1411566" y="2247100"/>
                </a:lnTo>
                <a:lnTo>
                  <a:pt x="1456893" y="2297900"/>
                </a:lnTo>
                <a:lnTo>
                  <a:pt x="1500530" y="2361400"/>
                </a:lnTo>
                <a:lnTo>
                  <a:pt x="1500530" y="2168842"/>
                </a:lnTo>
                <a:lnTo>
                  <a:pt x="1465986" y="2145500"/>
                </a:lnTo>
                <a:lnTo>
                  <a:pt x="1410093" y="2094699"/>
                </a:lnTo>
                <a:lnTo>
                  <a:pt x="1300124" y="2018499"/>
                </a:lnTo>
                <a:lnTo>
                  <a:pt x="1246225" y="1993099"/>
                </a:lnTo>
                <a:lnTo>
                  <a:pt x="1193190" y="1954999"/>
                </a:lnTo>
                <a:lnTo>
                  <a:pt x="1141082" y="1929599"/>
                </a:lnTo>
                <a:lnTo>
                  <a:pt x="1090002" y="1891499"/>
                </a:lnTo>
                <a:lnTo>
                  <a:pt x="1040041" y="1866099"/>
                </a:lnTo>
                <a:lnTo>
                  <a:pt x="991298" y="1840699"/>
                </a:lnTo>
                <a:lnTo>
                  <a:pt x="943851" y="1827999"/>
                </a:lnTo>
                <a:lnTo>
                  <a:pt x="920826" y="1815299"/>
                </a:lnTo>
                <a:lnTo>
                  <a:pt x="897788" y="1802599"/>
                </a:lnTo>
                <a:lnTo>
                  <a:pt x="853211" y="1789899"/>
                </a:lnTo>
                <a:lnTo>
                  <a:pt x="810209" y="1764499"/>
                </a:lnTo>
                <a:lnTo>
                  <a:pt x="768870" y="1751799"/>
                </a:lnTo>
                <a:lnTo>
                  <a:pt x="729272" y="1751799"/>
                </a:lnTo>
                <a:lnTo>
                  <a:pt x="691515" y="1739099"/>
                </a:lnTo>
                <a:lnTo>
                  <a:pt x="655701" y="1726399"/>
                </a:lnTo>
                <a:lnTo>
                  <a:pt x="533552" y="1726399"/>
                </a:lnTo>
                <a:lnTo>
                  <a:pt x="523214" y="1675599"/>
                </a:lnTo>
                <a:lnTo>
                  <a:pt x="518604" y="1624799"/>
                </a:lnTo>
                <a:lnTo>
                  <a:pt x="518668" y="1612099"/>
                </a:lnTo>
                <a:lnTo>
                  <a:pt x="518744" y="1599399"/>
                </a:lnTo>
                <a:lnTo>
                  <a:pt x="518807" y="1586699"/>
                </a:lnTo>
                <a:lnTo>
                  <a:pt x="522859" y="1535899"/>
                </a:lnTo>
                <a:lnTo>
                  <a:pt x="529831" y="1485099"/>
                </a:lnTo>
                <a:lnTo>
                  <a:pt x="538810" y="1434299"/>
                </a:lnTo>
                <a:lnTo>
                  <a:pt x="548843" y="1383499"/>
                </a:lnTo>
                <a:lnTo>
                  <a:pt x="559003" y="1332699"/>
                </a:lnTo>
                <a:lnTo>
                  <a:pt x="568363" y="1281899"/>
                </a:lnTo>
                <a:lnTo>
                  <a:pt x="575983" y="1231099"/>
                </a:lnTo>
                <a:lnTo>
                  <a:pt x="580923" y="1180299"/>
                </a:lnTo>
                <a:lnTo>
                  <a:pt x="585089" y="1142199"/>
                </a:lnTo>
                <a:lnTo>
                  <a:pt x="591248" y="1091399"/>
                </a:lnTo>
                <a:lnTo>
                  <a:pt x="598792" y="1053299"/>
                </a:lnTo>
                <a:lnTo>
                  <a:pt x="607136" y="1015199"/>
                </a:lnTo>
                <a:lnTo>
                  <a:pt x="615708" y="964399"/>
                </a:lnTo>
                <a:lnTo>
                  <a:pt x="623887" y="926299"/>
                </a:lnTo>
                <a:lnTo>
                  <a:pt x="631113" y="875499"/>
                </a:lnTo>
                <a:lnTo>
                  <a:pt x="636778" y="824699"/>
                </a:lnTo>
                <a:lnTo>
                  <a:pt x="640295" y="773899"/>
                </a:lnTo>
                <a:lnTo>
                  <a:pt x="641083" y="723099"/>
                </a:lnTo>
                <a:lnTo>
                  <a:pt x="638543" y="659599"/>
                </a:lnTo>
                <a:lnTo>
                  <a:pt x="632104" y="596099"/>
                </a:lnTo>
                <a:lnTo>
                  <a:pt x="693305" y="583399"/>
                </a:lnTo>
                <a:lnTo>
                  <a:pt x="859269" y="583399"/>
                </a:lnTo>
                <a:lnTo>
                  <a:pt x="909447" y="596099"/>
                </a:lnTo>
                <a:lnTo>
                  <a:pt x="957427" y="608799"/>
                </a:lnTo>
                <a:lnTo>
                  <a:pt x="1003427" y="621499"/>
                </a:lnTo>
                <a:lnTo>
                  <a:pt x="1047661" y="634199"/>
                </a:lnTo>
                <a:lnTo>
                  <a:pt x="1090371" y="646899"/>
                </a:lnTo>
                <a:lnTo>
                  <a:pt x="1131760" y="672299"/>
                </a:lnTo>
                <a:lnTo>
                  <a:pt x="1172070" y="697699"/>
                </a:lnTo>
                <a:lnTo>
                  <a:pt x="1211503" y="710399"/>
                </a:lnTo>
                <a:lnTo>
                  <a:pt x="1326807" y="786599"/>
                </a:lnTo>
                <a:lnTo>
                  <a:pt x="1364996" y="824699"/>
                </a:lnTo>
                <a:lnTo>
                  <a:pt x="1442300" y="875499"/>
                </a:lnTo>
                <a:lnTo>
                  <a:pt x="1481886" y="913599"/>
                </a:lnTo>
                <a:lnTo>
                  <a:pt x="1522374" y="938999"/>
                </a:lnTo>
                <a:lnTo>
                  <a:pt x="1528203" y="1002499"/>
                </a:lnTo>
                <a:lnTo>
                  <a:pt x="1530477" y="1053299"/>
                </a:lnTo>
                <a:lnTo>
                  <a:pt x="1530477" y="758164"/>
                </a:lnTo>
                <a:lnTo>
                  <a:pt x="1433207" y="697699"/>
                </a:lnTo>
                <a:lnTo>
                  <a:pt x="1349260" y="646899"/>
                </a:lnTo>
                <a:lnTo>
                  <a:pt x="1263370" y="596099"/>
                </a:lnTo>
                <a:lnTo>
                  <a:pt x="1219669" y="583399"/>
                </a:lnTo>
                <a:lnTo>
                  <a:pt x="1130744" y="532599"/>
                </a:lnTo>
                <a:lnTo>
                  <a:pt x="1085507" y="519899"/>
                </a:lnTo>
                <a:lnTo>
                  <a:pt x="1039736" y="494499"/>
                </a:lnTo>
                <a:lnTo>
                  <a:pt x="851293" y="443699"/>
                </a:lnTo>
                <a:lnTo>
                  <a:pt x="802805" y="443699"/>
                </a:lnTo>
                <a:lnTo>
                  <a:pt x="753757" y="430999"/>
                </a:lnTo>
                <a:lnTo>
                  <a:pt x="704151" y="430999"/>
                </a:lnTo>
                <a:lnTo>
                  <a:pt x="653961" y="443699"/>
                </a:lnTo>
                <a:lnTo>
                  <a:pt x="603186" y="443699"/>
                </a:lnTo>
                <a:lnTo>
                  <a:pt x="551840" y="456399"/>
                </a:lnTo>
                <a:lnTo>
                  <a:pt x="513867" y="456399"/>
                </a:lnTo>
                <a:lnTo>
                  <a:pt x="497103" y="469099"/>
                </a:lnTo>
                <a:lnTo>
                  <a:pt x="497001" y="494499"/>
                </a:lnTo>
                <a:lnTo>
                  <a:pt x="496912" y="519899"/>
                </a:lnTo>
                <a:lnTo>
                  <a:pt x="488048" y="570699"/>
                </a:lnTo>
                <a:lnTo>
                  <a:pt x="479132" y="608799"/>
                </a:lnTo>
                <a:lnTo>
                  <a:pt x="479044" y="621499"/>
                </a:lnTo>
                <a:lnTo>
                  <a:pt x="478967" y="634199"/>
                </a:lnTo>
                <a:lnTo>
                  <a:pt x="478891" y="646899"/>
                </a:lnTo>
                <a:lnTo>
                  <a:pt x="478815" y="659599"/>
                </a:lnTo>
                <a:lnTo>
                  <a:pt x="439280" y="659599"/>
                </a:lnTo>
                <a:lnTo>
                  <a:pt x="400596" y="646899"/>
                </a:lnTo>
                <a:lnTo>
                  <a:pt x="360883" y="646899"/>
                </a:lnTo>
                <a:lnTo>
                  <a:pt x="318287" y="659599"/>
                </a:lnTo>
                <a:lnTo>
                  <a:pt x="256311" y="659599"/>
                </a:lnTo>
                <a:lnTo>
                  <a:pt x="259181" y="710399"/>
                </a:lnTo>
                <a:lnTo>
                  <a:pt x="251206" y="748499"/>
                </a:lnTo>
                <a:lnTo>
                  <a:pt x="241211" y="811999"/>
                </a:lnTo>
                <a:lnTo>
                  <a:pt x="238023" y="875499"/>
                </a:lnTo>
                <a:lnTo>
                  <a:pt x="156921" y="875499"/>
                </a:lnTo>
                <a:lnTo>
                  <a:pt x="135496" y="888199"/>
                </a:lnTo>
                <a:lnTo>
                  <a:pt x="119735" y="913599"/>
                </a:lnTo>
                <a:lnTo>
                  <a:pt x="110388" y="938999"/>
                </a:lnTo>
                <a:lnTo>
                  <a:pt x="107759" y="989799"/>
                </a:lnTo>
                <a:lnTo>
                  <a:pt x="102463" y="1053299"/>
                </a:lnTo>
                <a:lnTo>
                  <a:pt x="95199" y="1104099"/>
                </a:lnTo>
                <a:lnTo>
                  <a:pt x="86677" y="1154899"/>
                </a:lnTo>
                <a:lnTo>
                  <a:pt x="77597" y="1205699"/>
                </a:lnTo>
                <a:lnTo>
                  <a:pt x="68656" y="1256499"/>
                </a:lnTo>
                <a:lnTo>
                  <a:pt x="60591" y="1307299"/>
                </a:lnTo>
                <a:lnTo>
                  <a:pt x="54076" y="1358099"/>
                </a:lnTo>
                <a:lnTo>
                  <a:pt x="49834" y="1396199"/>
                </a:lnTo>
                <a:lnTo>
                  <a:pt x="48577" y="1434299"/>
                </a:lnTo>
                <a:lnTo>
                  <a:pt x="50990" y="1472399"/>
                </a:lnTo>
                <a:lnTo>
                  <a:pt x="57810" y="1510499"/>
                </a:lnTo>
                <a:lnTo>
                  <a:pt x="64719" y="1535899"/>
                </a:lnTo>
                <a:lnTo>
                  <a:pt x="67424" y="1573999"/>
                </a:lnTo>
                <a:lnTo>
                  <a:pt x="66522" y="1624799"/>
                </a:lnTo>
                <a:lnTo>
                  <a:pt x="62661" y="1662899"/>
                </a:lnTo>
                <a:lnTo>
                  <a:pt x="56476" y="1726399"/>
                </a:lnTo>
                <a:lnTo>
                  <a:pt x="48602" y="1777199"/>
                </a:lnTo>
                <a:lnTo>
                  <a:pt x="39636" y="1827999"/>
                </a:lnTo>
                <a:lnTo>
                  <a:pt x="30251" y="1891499"/>
                </a:lnTo>
                <a:lnTo>
                  <a:pt x="21043" y="1942299"/>
                </a:lnTo>
                <a:lnTo>
                  <a:pt x="12674" y="2005799"/>
                </a:lnTo>
                <a:lnTo>
                  <a:pt x="5753" y="2069299"/>
                </a:lnTo>
                <a:lnTo>
                  <a:pt x="914" y="2120100"/>
                </a:lnTo>
                <a:lnTo>
                  <a:pt x="0" y="2145500"/>
                </a:lnTo>
                <a:lnTo>
                  <a:pt x="14605" y="2170900"/>
                </a:lnTo>
                <a:lnTo>
                  <a:pt x="37858" y="2196300"/>
                </a:lnTo>
                <a:lnTo>
                  <a:pt x="110083" y="2196300"/>
                </a:lnTo>
                <a:lnTo>
                  <a:pt x="146951" y="2183600"/>
                </a:lnTo>
                <a:lnTo>
                  <a:pt x="222504" y="2183600"/>
                </a:lnTo>
                <a:lnTo>
                  <a:pt x="261226" y="2170900"/>
                </a:lnTo>
                <a:lnTo>
                  <a:pt x="551548" y="2170900"/>
                </a:lnTo>
                <a:lnTo>
                  <a:pt x="595998" y="2183600"/>
                </a:lnTo>
                <a:lnTo>
                  <a:pt x="641235" y="2183600"/>
                </a:lnTo>
                <a:lnTo>
                  <a:pt x="734187" y="2209000"/>
                </a:lnTo>
                <a:lnTo>
                  <a:pt x="781926" y="2209000"/>
                </a:lnTo>
                <a:lnTo>
                  <a:pt x="830529" y="2234400"/>
                </a:lnTo>
                <a:lnTo>
                  <a:pt x="930402" y="2259800"/>
                </a:lnTo>
                <a:lnTo>
                  <a:pt x="981722" y="2285200"/>
                </a:lnTo>
                <a:lnTo>
                  <a:pt x="1087170" y="2336000"/>
                </a:lnTo>
                <a:lnTo>
                  <a:pt x="1196530" y="2386800"/>
                </a:lnTo>
                <a:lnTo>
                  <a:pt x="1252715" y="2424900"/>
                </a:lnTo>
                <a:lnTo>
                  <a:pt x="1309928" y="2463000"/>
                </a:lnTo>
                <a:lnTo>
                  <a:pt x="1368183" y="2501100"/>
                </a:lnTo>
                <a:lnTo>
                  <a:pt x="1427505" y="2539200"/>
                </a:lnTo>
                <a:lnTo>
                  <a:pt x="1446733" y="2551900"/>
                </a:lnTo>
                <a:lnTo>
                  <a:pt x="1465008" y="2551900"/>
                </a:lnTo>
                <a:lnTo>
                  <a:pt x="1484591" y="2564600"/>
                </a:lnTo>
                <a:lnTo>
                  <a:pt x="1711032" y="2564600"/>
                </a:lnTo>
                <a:lnTo>
                  <a:pt x="1731556" y="2551900"/>
                </a:lnTo>
                <a:lnTo>
                  <a:pt x="1750568" y="2551900"/>
                </a:lnTo>
                <a:lnTo>
                  <a:pt x="1766849" y="2539200"/>
                </a:lnTo>
                <a:lnTo>
                  <a:pt x="1826539" y="2513800"/>
                </a:lnTo>
                <a:lnTo>
                  <a:pt x="1885950" y="2475700"/>
                </a:lnTo>
                <a:lnTo>
                  <a:pt x="2119338" y="2374100"/>
                </a:lnTo>
                <a:lnTo>
                  <a:pt x="2176310" y="2348700"/>
                </a:lnTo>
                <a:lnTo>
                  <a:pt x="2288171" y="2323300"/>
                </a:lnTo>
                <a:lnTo>
                  <a:pt x="2342934" y="2297900"/>
                </a:lnTo>
                <a:lnTo>
                  <a:pt x="2449817" y="2272500"/>
                </a:lnTo>
                <a:lnTo>
                  <a:pt x="2501811" y="2272500"/>
                </a:lnTo>
                <a:lnTo>
                  <a:pt x="2651226" y="2234400"/>
                </a:lnTo>
                <a:lnTo>
                  <a:pt x="2744749" y="2234400"/>
                </a:lnTo>
                <a:lnTo>
                  <a:pt x="2789504" y="2221700"/>
                </a:lnTo>
                <a:lnTo>
                  <a:pt x="2874657" y="2221700"/>
                </a:lnTo>
                <a:lnTo>
                  <a:pt x="2914942" y="2209000"/>
                </a:lnTo>
                <a:lnTo>
                  <a:pt x="3148444" y="2209000"/>
                </a:lnTo>
                <a:lnTo>
                  <a:pt x="3172015" y="2183600"/>
                </a:lnTo>
                <a:lnTo>
                  <a:pt x="3188995" y="2158200"/>
                </a:lnTo>
                <a:lnTo>
                  <a:pt x="3197123" y="21328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0951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REFERENCES</a:t>
            </a:r>
            <a:r>
              <a:rPr dirty="0" spc="-35"/>
              <a:t> </a:t>
            </a:r>
            <a:r>
              <a:rPr dirty="0" spc="-180"/>
              <a:t>(1/2)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42</a:t>
            </a:fld>
          </a:p>
        </p:txBody>
      </p:sp>
      <p:sp>
        <p:nvSpPr>
          <p:cNvPr id="15" name="object 15" descr=""/>
          <p:cNvSpPr txBox="1"/>
          <p:nvPr/>
        </p:nvSpPr>
        <p:spPr>
          <a:xfrm>
            <a:off x="962050" y="1533220"/>
            <a:ext cx="9118600" cy="3211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8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Little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Book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Services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8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Kenneth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Lange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Freely</a:t>
            </a:r>
            <a:r>
              <a:rPr dirty="0" sz="1800" spc="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1800" spc="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1800" spc="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https://www.kennethlange.com/books/The-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Little-Book-on-REST-Services.pdf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design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guide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7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Google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Cloud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45"/>
              </a:lnSpc>
            </a:pP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https://cloud.google.com/apis/design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Relevant</a:t>
            </a:r>
            <a:r>
              <a:rPr dirty="0" sz="1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parts:</a:t>
            </a:r>
            <a:r>
              <a:rPr dirty="0" sz="1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Resource-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oriented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design,</a:t>
            </a:r>
            <a:r>
              <a:rPr dirty="0" sz="1800" spc="3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Resource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names.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5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Checklist</a:t>
            </a:r>
            <a:endParaRPr sz="2800">
              <a:latin typeface="Calibri"/>
              <a:cs typeface="Calibri"/>
            </a:endParaRPr>
          </a:p>
          <a:p>
            <a:pPr marL="241300" marR="4685030">
              <a:lnSpc>
                <a:spcPts val="1939"/>
              </a:lnSpc>
              <a:spcBef>
                <a:spcPts val="175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Kenneth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Lange 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https://kennethlange.com/rest-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api-checklist/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51676" y="3549408"/>
            <a:ext cx="3197225" cy="2564765"/>
          </a:xfrm>
          <a:custGeom>
            <a:avLst/>
            <a:gdLst/>
            <a:ahLst/>
            <a:cxnLst/>
            <a:rect l="l" t="t" r="r" b="b"/>
            <a:pathLst>
              <a:path w="3197225" h="2564765">
                <a:moveTo>
                  <a:pt x="391439" y="219443"/>
                </a:moveTo>
                <a:lnTo>
                  <a:pt x="349440" y="187439"/>
                </a:lnTo>
                <a:lnTo>
                  <a:pt x="311251" y="154787"/>
                </a:lnTo>
                <a:lnTo>
                  <a:pt x="277329" y="120624"/>
                </a:lnTo>
                <a:lnTo>
                  <a:pt x="248094" y="84035"/>
                </a:lnTo>
                <a:lnTo>
                  <a:pt x="224002" y="44132"/>
                </a:lnTo>
                <a:lnTo>
                  <a:pt x="205511" y="0"/>
                </a:lnTo>
                <a:lnTo>
                  <a:pt x="181305" y="38862"/>
                </a:lnTo>
                <a:lnTo>
                  <a:pt x="153746" y="79044"/>
                </a:lnTo>
                <a:lnTo>
                  <a:pt x="123304" y="118859"/>
                </a:lnTo>
                <a:lnTo>
                  <a:pt x="90474" y="156654"/>
                </a:lnTo>
                <a:lnTo>
                  <a:pt x="55727" y="190741"/>
                </a:lnTo>
                <a:lnTo>
                  <a:pt x="19583" y="219443"/>
                </a:lnTo>
                <a:lnTo>
                  <a:pt x="66560" y="253288"/>
                </a:lnTo>
                <a:lnTo>
                  <a:pt x="107175" y="286029"/>
                </a:lnTo>
                <a:lnTo>
                  <a:pt x="141401" y="319316"/>
                </a:lnTo>
                <a:lnTo>
                  <a:pt x="169214" y="354799"/>
                </a:lnTo>
                <a:lnTo>
                  <a:pt x="190588" y="394119"/>
                </a:lnTo>
                <a:lnTo>
                  <a:pt x="205511" y="438899"/>
                </a:lnTo>
                <a:lnTo>
                  <a:pt x="226174" y="392722"/>
                </a:lnTo>
                <a:lnTo>
                  <a:pt x="252323" y="349580"/>
                </a:lnTo>
                <a:lnTo>
                  <a:pt x="282943" y="310083"/>
                </a:lnTo>
                <a:lnTo>
                  <a:pt x="317004" y="274815"/>
                </a:lnTo>
                <a:lnTo>
                  <a:pt x="353517" y="244411"/>
                </a:lnTo>
                <a:lnTo>
                  <a:pt x="391439" y="219443"/>
                </a:lnTo>
                <a:close/>
              </a:path>
              <a:path w="3197225" h="2564765">
                <a:moveTo>
                  <a:pt x="1653768" y="205803"/>
                </a:moveTo>
                <a:lnTo>
                  <a:pt x="1650263" y="146164"/>
                </a:lnTo>
                <a:lnTo>
                  <a:pt x="1634490" y="110032"/>
                </a:lnTo>
                <a:lnTo>
                  <a:pt x="1595399" y="91427"/>
                </a:lnTo>
                <a:lnTo>
                  <a:pt x="1575765" y="94437"/>
                </a:lnTo>
                <a:lnTo>
                  <a:pt x="1557439" y="107797"/>
                </a:lnTo>
                <a:lnTo>
                  <a:pt x="1544370" y="126669"/>
                </a:lnTo>
                <a:lnTo>
                  <a:pt x="1540535" y="146164"/>
                </a:lnTo>
                <a:lnTo>
                  <a:pt x="1541310" y="208064"/>
                </a:lnTo>
                <a:lnTo>
                  <a:pt x="1540357" y="259384"/>
                </a:lnTo>
                <a:lnTo>
                  <a:pt x="1536738" y="347840"/>
                </a:lnTo>
                <a:lnTo>
                  <a:pt x="1535887" y="393712"/>
                </a:lnTo>
                <a:lnTo>
                  <a:pt x="1536852" y="446532"/>
                </a:lnTo>
                <a:lnTo>
                  <a:pt x="1540535" y="510654"/>
                </a:lnTo>
                <a:lnTo>
                  <a:pt x="1557769" y="551649"/>
                </a:lnTo>
                <a:lnTo>
                  <a:pt x="1595399" y="565391"/>
                </a:lnTo>
                <a:lnTo>
                  <a:pt x="1617256" y="557580"/>
                </a:lnTo>
                <a:lnTo>
                  <a:pt x="1634540" y="546176"/>
                </a:lnTo>
                <a:lnTo>
                  <a:pt x="1645970" y="530694"/>
                </a:lnTo>
                <a:lnTo>
                  <a:pt x="1650263" y="510654"/>
                </a:lnTo>
                <a:lnTo>
                  <a:pt x="1644230" y="445566"/>
                </a:lnTo>
                <a:lnTo>
                  <a:pt x="1643392" y="391680"/>
                </a:lnTo>
                <a:lnTo>
                  <a:pt x="1645831" y="344881"/>
                </a:lnTo>
                <a:lnTo>
                  <a:pt x="1649641" y="301040"/>
                </a:lnTo>
                <a:lnTo>
                  <a:pt x="1652917" y="256057"/>
                </a:lnTo>
                <a:lnTo>
                  <a:pt x="1653768" y="205803"/>
                </a:lnTo>
                <a:close/>
              </a:path>
              <a:path w="3197225" h="2564765">
                <a:moveTo>
                  <a:pt x="3197123" y="2132800"/>
                </a:moveTo>
                <a:lnTo>
                  <a:pt x="3182620" y="2081999"/>
                </a:lnTo>
                <a:lnTo>
                  <a:pt x="3175419" y="2031199"/>
                </a:lnTo>
                <a:lnTo>
                  <a:pt x="3171037" y="1980399"/>
                </a:lnTo>
                <a:lnTo>
                  <a:pt x="3168675" y="1929599"/>
                </a:lnTo>
                <a:lnTo>
                  <a:pt x="3167545" y="1866099"/>
                </a:lnTo>
                <a:lnTo>
                  <a:pt x="3166846" y="1802599"/>
                </a:lnTo>
                <a:lnTo>
                  <a:pt x="3165779" y="1751799"/>
                </a:lnTo>
                <a:lnTo>
                  <a:pt x="3163557" y="1688299"/>
                </a:lnTo>
                <a:lnTo>
                  <a:pt x="3159391" y="1637499"/>
                </a:lnTo>
                <a:lnTo>
                  <a:pt x="3152470" y="1599399"/>
                </a:lnTo>
                <a:lnTo>
                  <a:pt x="3142005" y="1561299"/>
                </a:lnTo>
                <a:lnTo>
                  <a:pt x="3133433" y="1535899"/>
                </a:lnTo>
                <a:lnTo>
                  <a:pt x="3128314" y="1497799"/>
                </a:lnTo>
                <a:lnTo>
                  <a:pt x="3125914" y="1459699"/>
                </a:lnTo>
                <a:lnTo>
                  <a:pt x="3125444" y="1408899"/>
                </a:lnTo>
                <a:lnTo>
                  <a:pt x="3126181" y="1358099"/>
                </a:lnTo>
                <a:lnTo>
                  <a:pt x="3127337" y="1307299"/>
                </a:lnTo>
                <a:lnTo>
                  <a:pt x="3128162" y="1243799"/>
                </a:lnTo>
                <a:lnTo>
                  <a:pt x="3127921" y="1192999"/>
                </a:lnTo>
                <a:lnTo>
                  <a:pt x="3125825" y="1129499"/>
                </a:lnTo>
                <a:lnTo>
                  <a:pt x="3121152" y="1078699"/>
                </a:lnTo>
                <a:lnTo>
                  <a:pt x="3113113" y="1027899"/>
                </a:lnTo>
                <a:lnTo>
                  <a:pt x="3100971" y="977099"/>
                </a:lnTo>
                <a:lnTo>
                  <a:pt x="3083966" y="938999"/>
                </a:lnTo>
                <a:lnTo>
                  <a:pt x="3054604" y="888199"/>
                </a:lnTo>
                <a:lnTo>
                  <a:pt x="3033687" y="875499"/>
                </a:lnTo>
                <a:lnTo>
                  <a:pt x="2984030" y="875499"/>
                </a:lnTo>
                <a:lnTo>
                  <a:pt x="2969895" y="862799"/>
                </a:lnTo>
                <a:lnTo>
                  <a:pt x="2956331" y="875499"/>
                </a:lnTo>
                <a:lnTo>
                  <a:pt x="2944418" y="824699"/>
                </a:lnTo>
                <a:lnTo>
                  <a:pt x="2942983" y="799299"/>
                </a:lnTo>
                <a:lnTo>
                  <a:pt x="2942259" y="786599"/>
                </a:lnTo>
                <a:lnTo>
                  <a:pt x="2944241" y="748499"/>
                </a:lnTo>
                <a:lnTo>
                  <a:pt x="2944711" y="710399"/>
                </a:lnTo>
                <a:lnTo>
                  <a:pt x="2938043" y="659599"/>
                </a:lnTo>
                <a:lnTo>
                  <a:pt x="2908833" y="659599"/>
                </a:lnTo>
                <a:lnTo>
                  <a:pt x="2908833" y="1942299"/>
                </a:lnTo>
                <a:lnTo>
                  <a:pt x="2885490" y="1954999"/>
                </a:lnTo>
                <a:lnTo>
                  <a:pt x="2858960" y="1967699"/>
                </a:lnTo>
                <a:lnTo>
                  <a:pt x="2829369" y="1967699"/>
                </a:lnTo>
                <a:lnTo>
                  <a:pt x="2796908" y="1980399"/>
                </a:lnTo>
                <a:lnTo>
                  <a:pt x="2761742" y="1993099"/>
                </a:lnTo>
                <a:lnTo>
                  <a:pt x="2724023" y="2005799"/>
                </a:lnTo>
                <a:lnTo>
                  <a:pt x="2683929" y="2018499"/>
                </a:lnTo>
                <a:lnTo>
                  <a:pt x="2641612" y="2018499"/>
                </a:lnTo>
                <a:lnTo>
                  <a:pt x="2551023" y="2043899"/>
                </a:lnTo>
                <a:lnTo>
                  <a:pt x="2503055" y="2056599"/>
                </a:lnTo>
                <a:lnTo>
                  <a:pt x="2402649" y="2081999"/>
                </a:lnTo>
                <a:lnTo>
                  <a:pt x="2350541" y="2107400"/>
                </a:lnTo>
                <a:lnTo>
                  <a:pt x="2188527" y="2145500"/>
                </a:lnTo>
                <a:lnTo>
                  <a:pt x="2133181" y="2170900"/>
                </a:lnTo>
                <a:lnTo>
                  <a:pt x="2077453" y="2183600"/>
                </a:lnTo>
                <a:lnTo>
                  <a:pt x="1744103" y="2336000"/>
                </a:lnTo>
                <a:lnTo>
                  <a:pt x="1690268" y="2374100"/>
                </a:lnTo>
                <a:lnTo>
                  <a:pt x="1701380" y="2361400"/>
                </a:lnTo>
                <a:lnTo>
                  <a:pt x="1745869" y="2310600"/>
                </a:lnTo>
                <a:lnTo>
                  <a:pt x="1802955" y="2272500"/>
                </a:lnTo>
                <a:lnTo>
                  <a:pt x="1861172" y="2221700"/>
                </a:lnTo>
                <a:lnTo>
                  <a:pt x="1920201" y="2183600"/>
                </a:lnTo>
                <a:lnTo>
                  <a:pt x="2098662" y="2069299"/>
                </a:lnTo>
                <a:lnTo>
                  <a:pt x="2215388" y="2018499"/>
                </a:lnTo>
                <a:lnTo>
                  <a:pt x="2272068" y="1993099"/>
                </a:lnTo>
                <a:lnTo>
                  <a:pt x="2327160" y="1967699"/>
                </a:lnTo>
                <a:lnTo>
                  <a:pt x="2380335" y="1954999"/>
                </a:lnTo>
                <a:lnTo>
                  <a:pt x="2431237" y="1929599"/>
                </a:lnTo>
                <a:lnTo>
                  <a:pt x="2479548" y="1916899"/>
                </a:lnTo>
                <a:lnTo>
                  <a:pt x="2524912" y="1904199"/>
                </a:lnTo>
                <a:lnTo>
                  <a:pt x="2567000" y="1891499"/>
                </a:lnTo>
                <a:lnTo>
                  <a:pt x="2605468" y="1878799"/>
                </a:lnTo>
                <a:lnTo>
                  <a:pt x="2639974" y="1878799"/>
                </a:lnTo>
                <a:lnTo>
                  <a:pt x="2670175" y="1866099"/>
                </a:lnTo>
                <a:lnTo>
                  <a:pt x="2695727" y="1866099"/>
                </a:lnTo>
                <a:lnTo>
                  <a:pt x="2716301" y="1853399"/>
                </a:lnTo>
                <a:lnTo>
                  <a:pt x="2795447" y="1853399"/>
                </a:lnTo>
                <a:lnTo>
                  <a:pt x="2813964" y="1840699"/>
                </a:lnTo>
                <a:lnTo>
                  <a:pt x="2807068" y="1802599"/>
                </a:lnTo>
                <a:lnTo>
                  <a:pt x="2803055" y="1764499"/>
                </a:lnTo>
                <a:lnTo>
                  <a:pt x="2801061" y="1713699"/>
                </a:lnTo>
                <a:lnTo>
                  <a:pt x="2800210" y="1662899"/>
                </a:lnTo>
                <a:lnTo>
                  <a:pt x="2800096" y="1650199"/>
                </a:lnTo>
                <a:lnTo>
                  <a:pt x="2799981" y="1637499"/>
                </a:lnTo>
                <a:lnTo>
                  <a:pt x="2799880" y="1624799"/>
                </a:lnTo>
                <a:lnTo>
                  <a:pt x="2799765" y="1612099"/>
                </a:lnTo>
                <a:lnTo>
                  <a:pt x="2799651" y="1599399"/>
                </a:lnTo>
                <a:lnTo>
                  <a:pt x="2798534" y="1548599"/>
                </a:lnTo>
                <a:lnTo>
                  <a:pt x="2795981" y="1497799"/>
                </a:lnTo>
                <a:lnTo>
                  <a:pt x="2791142" y="1446999"/>
                </a:lnTo>
                <a:lnTo>
                  <a:pt x="2783154" y="1396199"/>
                </a:lnTo>
                <a:lnTo>
                  <a:pt x="2771165" y="1358099"/>
                </a:lnTo>
                <a:lnTo>
                  <a:pt x="2760624" y="1319999"/>
                </a:lnTo>
                <a:lnTo>
                  <a:pt x="2754338" y="1269199"/>
                </a:lnTo>
                <a:lnTo>
                  <a:pt x="2751302" y="1218399"/>
                </a:lnTo>
                <a:lnTo>
                  <a:pt x="2750489" y="1180299"/>
                </a:lnTo>
                <a:lnTo>
                  <a:pt x="2750655" y="1154899"/>
                </a:lnTo>
                <a:lnTo>
                  <a:pt x="2750731" y="1142199"/>
                </a:lnTo>
                <a:lnTo>
                  <a:pt x="2750820" y="1129499"/>
                </a:lnTo>
                <a:lnTo>
                  <a:pt x="2750896" y="1116799"/>
                </a:lnTo>
                <a:lnTo>
                  <a:pt x="2751531" y="1065999"/>
                </a:lnTo>
                <a:lnTo>
                  <a:pt x="2751417" y="1027899"/>
                </a:lnTo>
                <a:lnTo>
                  <a:pt x="2751378" y="1015199"/>
                </a:lnTo>
                <a:lnTo>
                  <a:pt x="2749435" y="964399"/>
                </a:lnTo>
                <a:lnTo>
                  <a:pt x="2744686" y="900899"/>
                </a:lnTo>
                <a:lnTo>
                  <a:pt x="2736138" y="850099"/>
                </a:lnTo>
                <a:lnTo>
                  <a:pt x="2722778" y="799299"/>
                </a:lnTo>
                <a:lnTo>
                  <a:pt x="2799359" y="799299"/>
                </a:lnTo>
                <a:lnTo>
                  <a:pt x="2814536" y="850099"/>
                </a:lnTo>
                <a:lnTo>
                  <a:pt x="2825699" y="888199"/>
                </a:lnTo>
                <a:lnTo>
                  <a:pt x="2833484" y="938999"/>
                </a:lnTo>
                <a:lnTo>
                  <a:pt x="2838488" y="977099"/>
                </a:lnTo>
                <a:lnTo>
                  <a:pt x="2841371" y="1015199"/>
                </a:lnTo>
                <a:lnTo>
                  <a:pt x="2842717" y="1065999"/>
                </a:lnTo>
                <a:lnTo>
                  <a:pt x="2843187" y="1104099"/>
                </a:lnTo>
                <a:lnTo>
                  <a:pt x="2843403" y="1154899"/>
                </a:lnTo>
                <a:lnTo>
                  <a:pt x="2843961" y="1205699"/>
                </a:lnTo>
                <a:lnTo>
                  <a:pt x="2845524" y="1256499"/>
                </a:lnTo>
                <a:lnTo>
                  <a:pt x="2848686" y="1307299"/>
                </a:lnTo>
                <a:lnTo>
                  <a:pt x="2854096" y="1370799"/>
                </a:lnTo>
                <a:lnTo>
                  <a:pt x="2860789" y="1434299"/>
                </a:lnTo>
                <a:lnTo>
                  <a:pt x="2866301" y="1485099"/>
                </a:lnTo>
                <a:lnTo>
                  <a:pt x="2870911" y="1535899"/>
                </a:lnTo>
                <a:lnTo>
                  <a:pt x="2874886" y="1586699"/>
                </a:lnTo>
                <a:lnTo>
                  <a:pt x="2882112" y="1675599"/>
                </a:lnTo>
                <a:lnTo>
                  <a:pt x="2885910" y="1726399"/>
                </a:lnTo>
                <a:lnTo>
                  <a:pt x="2890202" y="1777199"/>
                </a:lnTo>
                <a:lnTo>
                  <a:pt x="2895257" y="1827999"/>
                </a:lnTo>
                <a:lnTo>
                  <a:pt x="2901378" y="1878799"/>
                </a:lnTo>
                <a:lnTo>
                  <a:pt x="2908833" y="1942299"/>
                </a:lnTo>
                <a:lnTo>
                  <a:pt x="2908833" y="659599"/>
                </a:lnTo>
                <a:lnTo>
                  <a:pt x="2711856" y="659599"/>
                </a:lnTo>
                <a:lnTo>
                  <a:pt x="2702598" y="608799"/>
                </a:lnTo>
                <a:lnTo>
                  <a:pt x="2702077" y="583399"/>
                </a:lnTo>
                <a:lnTo>
                  <a:pt x="2701569" y="557999"/>
                </a:lnTo>
                <a:lnTo>
                  <a:pt x="2701442" y="545299"/>
                </a:lnTo>
                <a:lnTo>
                  <a:pt x="2701328" y="532599"/>
                </a:lnTo>
                <a:lnTo>
                  <a:pt x="2701213" y="519899"/>
                </a:lnTo>
                <a:lnTo>
                  <a:pt x="2701099" y="507199"/>
                </a:lnTo>
                <a:lnTo>
                  <a:pt x="2693568" y="469099"/>
                </a:lnTo>
                <a:lnTo>
                  <a:pt x="2682138" y="456399"/>
                </a:lnTo>
                <a:lnTo>
                  <a:pt x="2657119" y="456399"/>
                </a:lnTo>
                <a:lnTo>
                  <a:pt x="2657119" y="1713699"/>
                </a:lnTo>
                <a:lnTo>
                  <a:pt x="2631236" y="1726399"/>
                </a:lnTo>
                <a:lnTo>
                  <a:pt x="2573972" y="1726399"/>
                </a:lnTo>
                <a:lnTo>
                  <a:pt x="2542603" y="1739099"/>
                </a:lnTo>
                <a:lnTo>
                  <a:pt x="2509393" y="1739099"/>
                </a:lnTo>
                <a:lnTo>
                  <a:pt x="2437511" y="1764499"/>
                </a:lnTo>
                <a:lnTo>
                  <a:pt x="2398839" y="1777199"/>
                </a:lnTo>
                <a:lnTo>
                  <a:pt x="2358352" y="1789899"/>
                </a:lnTo>
                <a:lnTo>
                  <a:pt x="2316061" y="1802599"/>
                </a:lnTo>
                <a:lnTo>
                  <a:pt x="2271953" y="1827999"/>
                </a:lnTo>
                <a:lnTo>
                  <a:pt x="2226043" y="1840699"/>
                </a:lnTo>
                <a:lnTo>
                  <a:pt x="2178329" y="1866099"/>
                </a:lnTo>
                <a:lnTo>
                  <a:pt x="2128812" y="1891499"/>
                </a:lnTo>
                <a:lnTo>
                  <a:pt x="2077504" y="1916899"/>
                </a:lnTo>
                <a:lnTo>
                  <a:pt x="2024392" y="1954999"/>
                </a:lnTo>
                <a:lnTo>
                  <a:pt x="1969503" y="1980399"/>
                </a:lnTo>
                <a:lnTo>
                  <a:pt x="1912823" y="2018499"/>
                </a:lnTo>
                <a:lnTo>
                  <a:pt x="1854352" y="2056599"/>
                </a:lnTo>
                <a:lnTo>
                  <a:pt x="1794116" y="2094699"/>
                </a:lnTo>
                <a:lnTo>
                  <a:pt x="1732089" y="2132800"/>
                </a:lnTo>
                <a:lnTo>
                  <a:pt x="1668297" y="2183600"/>
                </a:lnTo>
                <a:lnTo>
                  <a:pt x="1663179" y="2145500"/>
                </a:lnTo>
                <a:lnTo>
                  <a:pt x="1663255" y="2132800"/>
                </a:lnTo>
                <a:lnTo>
                  <a:pt x="1663331" y="2120100"/>
                </a:lnTo>
                <a:lnTo>
                  <a:pt x="1663407" y="2107400"/>
                </a:lnTo>
                <a:lnTo>
                  <a:pt x="1663484" y="2094699"/>
                </a:lnTo>
                <a:lnTo>
                  <a:pt x="1667230" y="2056599"/>
                </a:lnTo>
                <a:lnTo>
                  <a:pt x="1672437" y="2005799"/>
                </a:lnTo>
                <a:lnTo>
                  <a:pt x="1677123" y="1967699"/>
                </a:lnTo>
                <a:lnTo>
                  <a:pt x="1679308" y="1904199"/>
                </a:lnTo>
                <a:lnTo>
                  <a:pt x="1677022" y="1840699"/>
                </a:lnTo>
                <a:lnTo>
                  <a:pt x="1668297" y="1777199"/>
                </a:lnTo>
                <a:lnTo>
                  <a:pt x="1660448" y="1713699"/>
                </a:lnTo>
                <a:lnTo>
                  <a:pt x="1658289" y="1662899"/>
                </a:lnTo>
                <a:lnTo>
                  <a:pt x="1660220" y="1612099"/>
                </a:lnTo>
                <a:lnTo>
                  <a:pt x="1664639" y="1561299"/>
                </a:lnTo>
                <a:lnTo>
                  <a:pt x="1669961" y="1523199"/>
                </a:lnTo>
                <a:lnTo>
                  <a:pt x="1674583" y="1485099"/>
                </a:lnTo>
                <a:lnTo>
                  <a:pt x="1676908" y="1434299"/>
                </a:lnTo>
                <a:lnTo>
                  <a:pt x="1675345" y="1396199"/>
                </a:lnTo>
                <a:lnTo>
                  <a:pt x="1668297" y="1345399"/>
                </a:lnTo>
                <a:lnTo>
                  <a:pt x="1660321" y="1294599"/>
                </a:lnTo>
                <a:lnTo>
                  <a:pt x="1658391" y="1243799"/>
                </a:lnTo>
                <a:lnTo>
                  <a:pt x="1660639" y="1180299"/>
                </a:lnTo>
                <a:lnTo>
                  <a:pt x="1665147" y="1116799"/>
                </a:lnTo>
                <a:lnTo>
                  <a:pt x="1670050" y="1065999"/>
                </a:lnTo>
                <a:lnTo>
                  <a:pt x="1673466" y="1015199"/>
                </a:lnTo>
                <a:lnTo>
                  <a:pt x="1673504" y="977099"/>
                </a:lnTo>
                <a:lnTo>
                  <a:pt x="1668297" y="938999"/>
                </a:lnTo>
                <a:lnTo>
                  <a:pt x="1706714" y="888199"/>
                </a:lnTo>
                <a:lnTo>
                  <a:pt x="1745361" y="850099"/>
                </a:lnTo>
                <a:lnTo>
                  <a:pt x="1784311" y="824699"/>
                </a:lnTo>
                <a:lnTo>
                  <a:pt x="1810524" y="799299"/>
                </a:lnTo>
                <a:lnTo>
                  <a:pt x="1823631" y="786599"/>
                </a:lnTo>
                <a:lnTo>
                  <a:pt x="1863382" y="761199"/>
                </a:lnTo>
                <a:lnTo>
                  <a:pt x="1903641" y="723099"/>
                </a:lnTo>
                <a:lnTo>
                  <a:pt x="1944471" y="697699"/>
                </a:lnTo>
                <a:lnTo>
                  <a:pt x="1985949" y="684999"/>
                </a:lnTo>
                <a:lnTo>
                  <a:pt x="2028126" y="659599"/>
                </a:lnTo>
                <a:lnTo>
                  <a:pt x="2071090" y="646899"/>
                </a:lnTo>
                <a:lnTo>
                  <a:pt x="2114893" y="621499"/>
                </a:lnTo>
                <a:lnTo>
                  <a:pt x="2205317" y="596099"/>
                </a:lnTo>
                <a:lnTo>
                  <a:pt x="2252078" y="596099"/>
                </a:lnTo>
                <a:lnTo>
                  <a:pt x="2299957" y="583399"/>
                </a:lnTo>
                <a:lnTo>
                  <a:pt x="2558567" y="583399"/>
                </a:lnTo>
                <a:lnTo>
                  <a:pt x="2574391" y="621499"/>
                </a:lnTo>
                <a:lnTo>
                  <a:pt x="2584475" y="646899"/>
                </a:lnTo>
                <a:lnTo>
                  <a:pt x="2589949" y="684999"/>
                </a:lnTo>
                <a:lnTo>
                  <a:pt x="2591955" y="723099"/>
                </a:lnTo>
                <a:lnTo>
                  <a:pt x="2591879" y="735799"/>
                </a:lnTo>
                <a:lnTo>
                  <a:pt x="2591803" y="748499"/>
                </a:lnTo>
                <a:lnTo>
                  <a:pt x="2591727" y="761199"/>
                </a:lnTo>
                <a:lnTo>
                  <a:pt x="2591651" y="773899"/>
                </a:lnTo>
                <a:lnTo>
                  <a:pt x="2590152" y="824699"/>
                </a:lnTo>
                <a:lnTo>
                  <a:pt x="2588615" y="875499"/>
                </a:lnTo>
                <a:lnTo>
                  <a:pt x="2588514" y="888199"/>
                </a:lnTo>
                <a:lnTo>
                  <a:pt x="2588399" y="900899"/>
                </a:lnTo>
                <a:lnTo>
                  <a:pt x="2588298" y="913599"/>
                </a:lnTo>
                <a:lnTo>
                  <a:pt x="2588183" y="926299"/>
                </a:lnTo>
                <a:lnTo>
                  <a:pt x="2590000" y="989799"/>
                </a:lnTo>
                <a:lnTo>
                  <a:pt x="2595194" y="1053299"/>
                </a:lnTo>
                <a:lnTo>
                  <a:pt x="2604922" y="1116799"/>
                </a:lnTo>
                <a:lnTo>
                  <a:pt x="2614498" y="1180299"/>
                </a:lnTo>
                <a:lnTo>
                  <a:pt x="2621013" y="1243799"/>
                </a:lnTo>
                <a:lnTo>
                  <a:pt x="2625090" y="1294599"/>
                </a:lnTo>
                <a:lnTo>
                  <a:pt x="2627363" y="1345399"/>
                </a:lnTo>
                <a:lnTo>
                  <a:pt x="2628481" y="1396199"/>
                </a:lnTo>
                <a:lnTo>
                  <a:pt x="2629065" y="1446999"/>
                </a:lnTo>
                <a:lnTo>
                  <a:pt x="2629751" y="1497799"/>
                </a:lnTo>
                <a:lnTo>
                  <a:pt x="2631186" y="1535899"/>
                </a:lnTo>
                <a:lnTo>
                  <a:pt x="2634005" y="1586699"/>
                </a:lnTo>
                <a:lnTo>
                  <a:pt x="2638844" y="1624799"/>
                </a:lnTo>
                <a:lnTo>
                  <a:pt x="2646337" y="1675599"/>
                </a:lnTo>
                <a:lnTo>
                  <a:pt x="2657119" y="1713699"/>
                </a:lnTo>
                <a:lnTo>
                  <a:pt x="2657119" y="456399"/>
                </a:lnTo>
                <a:lnTo>
                  <a:pt x="2638831" y="456399"/>
                </a:lnTo>
                <a:lnTo>
                  <a:pt x="2586342" y="443699"/>
                </a:lnTo>
                <a:lnTo>
                  <a:pt x="2386838" y="443699"/>
                </a:lnTo>
                <a:lnTo>
                  <a:pt x="2339238" y="456399"/>
                </a:lnTo>
                <a:lnTo>
                  <a:pt x="2292413" y="456399"/>
                </a:lnTo>
                <a:lnTo>
                  <a:pt x="2155964" y="494499"/>
                </a:lnTo>
                <a:lnTo>
                  <a:pt x="2111591" y="519899"/>
                </a:lnTo>
                <a:lnTo>
                  <a:pt x="2024138" y="545299"/>
                </a:lnTo>
                <a:lnTo>
                  <a:pt x="1895182" y="621499"/>
                </a:lnTo>
                <a:lnTo>
                  <a:pt x="1852523" y="634199"/>
                </a:lnTo>
                <a:lnTo>
                  <a:pt x="1767293" y="684999"/>
                </a:lnTo>
                <a:lnTo>
                  <a:pt x="1724609" y="723099"/>
                </a:lnTo>
                <a:lnTo>
                  <a:pt x="1595399" y="799299"/>
                </a:lnTo>
                <a:lnTo>
                  <a:pt x="1530477" y="758164"/>
                </a:lnTo>
                <a:lnTo>
                  <a:pt x="1530477" y="1053299"/>
                </a:lnTo>
                <a:lnTo>
                  <a:pt x="1530096" y="1116799"/>
                </a:lnTo>
                <a:lnTo>
                  <a:pt x="1527962" y="1154899"/>
                </a:lnTo>
                <a:lnTo>
                  <a:pt x="1524965" y="1205699"/>
                </a:lnTo>
                <a:lnTo>
                  <a:pt x="1522006" y="1243799"/>
                </a:lnTo>
                <a:lnTo>
                  <a:pt x="1519986" y="1281899"/>
                </a:lnTo>
                <a:lnTo>
                  <a:pt x="1519923" y="1294599"/>
                </a:lnTo>
                <a:lnTo>
                  <a:pt x="1519809" y="1319999"/>
                </a:lnTo>
                <a:lnTo>
                  <a:pt x="1522374" y="1370799"/>
                </a:lnTo>
                <a:lnTo>
                  <a:pt x="1525905" y="1408899"/>
                </a:lnTo>
                <a:lnTo>
                  <a:pt x="1527327" y="1459699"/>
                </a:lnTo>
                <a:lnTo>
                  <a:pt x="1527213" y="1497799"/>
                </a:lnTo>
                <a:lnTo>
                  <a:pt x="1526082" y="1548599"/>
                </a:lnTo>
                <a:lnTo>
                  <a:pt x="1524482" y="1599399"/>
                </a:lnTo>
                <a:lnTo>
                  <a:pt x="1522971" y="1650199"/>
                </a:lnTo>
                <a:lnTo>
                  <a:pt x="1522082" y="1700999"/>
                </a:lnTo>
                <a:lnTo>
                  <a:pt x="1522158" y="1713699"/>
                </a:lnTo>
                <a:lnTo>
                  <a:pt x="1522222" y="1726399"/>
                </a:lnTo>
                <a:lnTo>
                  <a:pt x="1522336" y="1866099"/>
                </a:lnTo>
                <a:lnTo>
                  <a:pt x="1521320" y="1916899"/>
                </a:lnTo>
                <a:lnTo>
                  <a:pt x="1520177" y="1967699"/>
                </a:lnTo>
                <a:lnTo>
                  <a:pt x="1519313" y="2018499"/>
                </a:lnTo>
                <a:lnTo>
                  <a:pt x="1519212" y="2043899"/>
                </a:lnTo>
                <a:lnTo>
                  <a:pt x="1519123" y="2069299"/>
                </a:lnTo>
                <a:lnTo>
                  <a:pt x="1519999" y="2120100"/>
                </a:lnTo>
                <a:lnTo>
                  <a:pt x="1522374" y="2183600"/>
                </a:lnTo>
                <a:lnTo>
                  <a:pt x="1500530" y="2168842"/>
                </a:lnTo>
                <a:lnTo>
                  <a:pt x="1500530" y="2361400"/>
                </a:lnTo>
                <a:lnTo>
                  <a:pt x="1324800" y="2247100"/>
                </a:lnTo>
                <a:lnTo>
                  <a:pt x="1266634" y="2221700"/>
                </a:lnTo>
                <a:lnTo>
                  <a:pt x="1208862" y="2183600"/>
                </a:lnTo>
                <a:lnTo>
                  <a:pt x="1180223" y="2170900"/>
                </a:lnTo>
                <a:lnTo>
                  <a:pt x="1038974" y="2107400"/>
                </a:lnTo>
                <a:lnTo>
                  <a:pt x="983869" y="2081999"/>
                </a:lnTo>
                <a:lnTo>
                  <a:pt x="929703" y="2069299"/>
                </a:lnTo>
                <a:lnTo>
                  <a:pt x="876592" y="2043899"/>
                </a:lnTo>
                <a:lnTo>
                  <a:pt x="773976" y="2018499"/>
                </a:lnTo>
                <a:lnTo>
                  <a:pt x="676910" y="1993099"/>
                </a:lnTo>
                <a:lnTo>
                  <a:pt x="630732" y="1980399"/>
                </a:lnTo>
                <a:lnTo>
                  <a:pt x="586270" y="1980399"/>
                </a:lnTo>
                <a:lnTo>
                  <a:pt x="543648" y="1967699"/>
                </a:lnTo>
                <a:lnTo>
                  <a:pt x="502958" y="1954999"/>
                </a:lnTo>
                <a:lnTo>
                  <a:pt x="427850" y="1954999"/>
                </a:lnTo>
                <a:lnTo>
                  <a:pt x="393661" y="1942299"/>
                </a:lnTo>
                <a:lnTo>
                  <a:pt x="281838" y="1942299"/>
                </a:lnTo>
                <a:lnTo>
                  <a:pt x="281000" y="1904199"/>
                </a:lnTo>
                <a:lnTo>
                  <a:pt x="284162" y="1866099"/>
                </a:lnTo>
                <a:lnTo>
                  <a:pt x="290398" y="1827999"/>
                </a:lnTo>
                <a:lnTo>
                  <a:pt x="298843" y="1789899"/>
                </a:lnTo>
                <a:lnTo>
                  <a:pt x="308584" y="1739099"/>
                </a:lnTo>
                <a:lnTo>
                  <a:pt x="318757" y="1688299"/>
                </a:lnTo>
                <a:lnTo>
                  <a:pt x="328460" y="1650199"/>
                </a:lnTo>
                <a:lnTo>
                  <a:pt x="336791" y="1586699"/>
                </a:lnTo>
                <a:lnTo>
                  <a:pt x="342874" y="1535899"/>
                </a:lnTo>
                <a:lnTo>
                  <a:pt x="345821" y="1472399"/>
                </a:lnTo>
                <a:lnTo>
                  <a:pt x="344728" y="1408899"/>
                </a:lnTo>
                <a:lnTo>
                  <a:pt x="338721" y="1345399"/>
                </a:lnTo>
                <a:lnTo>
                  <a:pt x="333349" y="1281899"/>
                </a:lnTo>
                <a:lnTo>
                  <a:pt x="332803" y="1231099"/>
                </a:lnTo>
                <a:lnTo>
                  <a:pt x="336207" y="1192999"/>
                </a:lnTo>
                <a:lnTo>
                  <a:pt x="342658" y="1154899"/>
                </a:lnTo>
                <a:lnTo>
                  <a:pt x="351269" y="1116799"/>
                </a:lnTo>
                <a:lnTo>
                  <a:pt x="361162" y="1078699"/>
                </a:lnTo>
                <a:lnTo>
                  <a:pt x="371436" y="1053299"/>
                </a:lnTo>
                <a:lnTo>
                  <a:pt x="381203" y="1015199"/>
                </a:lnTo>
                <a:lnTo>
                  <a:pt x="389572" y="977099"/>
                </a:lnTo>
                <a:lnTo>
                  <a:pt x="395655" y="938999"/>
                </a:lnTo>
                <a:lnTo>
                  <a:pt x="398564" y="900899"/>
                </a:lnTo>
                <a:lnTo>
                  <a:pt x="397408" y="850099"/>
                </a:lnTo>
                <a:lnTo>
                  <a:pt x="391312" y="799299"/>
                </a:lnTo>
                <a:lnTo>
                  <a:pt x="467893" y="799299"/>
                </a:lnTo>
                <a:lnTo>
                  <a:pt x="473494" y="850099"/>
                </a:lnTo>
                <a:lnTo>
                  <a:pt x="473557" y="900899"/>
                </a:lnTo>
                <a:lnTo>
                  <a:pt x="469226" y="951699"/>
                </a:lnTo>
                <a:lnTo>
                  <a:pt x="461645" y="989799"/>
                </a:lnTo>
                <a:lnTo>
                  <a:pt x="451967" y="1027899"/>
                </a:lnTo>
                <a:lnTo>
                  <a:pt x="441312" y="1065999"/>
                </a:lnTo>
                <a:lnTo>
                  <a:pt x="430847" y="1116799"/>
                </a:lnTo>
                <a:lnTo>
                  <a:pt x="421716" y="1154899"/>
                </a:lnTo>
                <a:lnTo>
                  <a:pt x="415061" y="1192999"/>
                </a:lnTo>
                <a:lnTo>
                  <a:pt x="412026" y="1243799"/>
                </a:lnTo>
                <a:lnTo>
                  <a:pt x="413753" y="1281899"/>
                </a:lnTo>
                <a:lnTo>
                  <a:pt x="429628" y="1383499"/>
                </a:lnTo>
                <a:lnTo>
                  <a:pt x="431241" y="1434299"/>
                </a:lnTo>
                <a:lnTo>
                  <a:pt x="427621" y="1485099"/>
                </a:lnTo>
                <a:lnTo>
                  <a:pt x="420166" y="1523199"/>
                </a:lnTo>
                <a:lnTo>
                  <a:pt x="410260" y="1561299"/>
                </a:lnTo>
                <a:lnTo>
                  <a:pt x="399275" y="1612099"/>
                </a:lnTo>
                <a:lnTo>
                  <a:pt x="388607" y="1650199"/>
                </a:lnTo>
                <a:lnTo>
                  <a:pt x="379628" y="1688299"/>
                </a:lnTo>
                <a:lnTo>
                  <a:pt x="373722" y="1739099"/>
                </a:lnTo>
                <a:lnTo>
                  <a:pt x="372287" y="1789899"/>
                </a:lnTo>
                <a:lnTo>
                  <a:pt x="376694" y="1840699"/>
                </a:lnTo>
                <a:lnTo>
                  <a:pt x="397789" y="1853399"/>
                </a:lnTo>
                <a:lnTo>
                  <a:pt x="446049" y="1853399"/>
                </a:lnTo>
                <a:lnTo>
                  <a:pt x="444271" y="1840699"/>
                </a:lnTo>
                <a:lnTo>
                  <a:pt x="447421" y="1840699"/>
                </a:lnTo>
                <a:lnTo>
                  <a:pt x="455256" y="1827999"/>
                </a:lnTo>
                <a:lnTo>
                  <a:pt x="483997" y="1827999"/>
                </a:lnTo>
                <a:lnTo>
                  <a:pt x="504418" y="1815299"/>
                </a:lnTo>
                <a:lnTo>
                  <a:pt x="620674" y="1815299"/>
                </a:lnTo>
                <a:lnTo>
                  <a:pt x="657161" y="1827999"/>
                </a:lnTo>
                <a:lnTo>
                  <a:pt x="696125" y="1827999"/>
                </a:lnTo>
                <a:lnTo>
                  <a:pt x="737336" y="1840699"/>
                </a:lnTo>
                <a:lnTo>
                  <a:pt x="780516" y="1853399"/>
                </a:lnTo>
                <a:lnTo>
                  <a:pt x="825461" y="1866099"/>
                </a:lnTo>
                <a:lnTo>
                  <a:pt x="919581" y="1891499"/>
                </a:lnTo>
                <a:lnTo>
                  <a:pt x="968273" y="1916899"/>
                </a:lnTo>
                <a:lnTo>
                  <a:pt x="1117981" y="1993099"/>
                </a:lnTo>
                <a:lnTo>
                  <a:pt x="1267942" y="2107400"/>
                </a:lnTo>
                <a:lnTo>
                  <a:pt x="1316850" y="2145500"/>
                </a:lnTo>
                <a:lnTo>
                  <a:pt x="1364805" y="2196300"/>
                </a:lnTo>
                <a:lnTo>
                  <a:pt x="1411566" y="2247100"/>
                </a:lnTo>
                <a:lnTo>
                  <a:pt x="1456893" y="2297900"/>
                </a:lnTo>
                <a:lnTo>
                  <a:pt x="1500530" y="2361400"/>
                </a:lnTo>
                <a:lnTo>
                  <a:pt x="1500530" y="2168842"/>
                </a:lnTo>
                <a:lnTo>
                  <a:pt x="1465986" y="2145500"/>
                </a:lnTo>
                <a:lnTo>
                  <a:pt x="1410093" y="2094699"/>
                </a:lnTo>
                <a:lnTo>
                  <a:pt x="1300124" y="2018499"/>
                </a:lnTo>
                <a:lnTo>
                  <a:pt x="1246225" y="1993099"/>
                </a:lnTo>
                <a:lnTo>
                  <a:pt x="1193190" y="1954999"/>
                </a:lnTo>
                <a:lnTo>
                  <a:pt x="1141082" y="1929599"/>
                </a:lnTo>
                <a:lnTo>
                  <a:pt x="1090002" y="1891499"/>
                </a:lnTo>
                <a:lnTo>
                  <a:pt x="1040041" y="1866099"/>
                </a:lnTo>
                <a:lnTo>
                  <a:pt x="991298" y="1840699"/>
                </a:lnTo>
                <a:lnTo>
                  <a:pt x="943851" y="1827999"/>
                </a:lnTo>
                <a:lnTo>
                  <a:pt x="920826" y="1815299"/>
                </a:lnTo>
                <a:lnTo>
                  <a:pt x="897788" y="1802599"/>
                </a:lnTo>
                <a:lnTo>
                  <a:pt x="853211" y="1789899"/>
                </a:lnTo>
                <a:lnTo>
                  <a:pt x="810209" y="1764499"/>
                </a:lnTo>
                <a:lnTo>
                  <a:pt x="768870" y="1751799"/>
                </a:lnTo>
                <a:lnTo>
                  <a:pt x="729272" y="1751799"/>
                </a:lnTo>
                <a:lnTo>
                  <a:pt x="691515" y="1739099"/>
                </a:lnTo>
                <a:lnTo>
                  <a:pt x="655701" y="1726399"/>
                </a:lnTo>
                <a:lnTo>
                  <a:pt x="533552" y="1726399"/>
                </a:lnTo>
                <a:lnTo>
                  <a:pt x="523214" y="1675599"/>
                </a:lnTo>
                <a:lnTo>
                  <a:pt x="518604" y="1624799"/>
                </a:lnTo>
                <a:lnTo>
                  <a:pt x="518668" y="1612099"/>
                </a:lnTo>
                <a:lnTo>
                  <a:pt x="518744" y="1599399"/>
                </a:lnTo>
                <a:lnTo>
                  <a:pt x="518807" y="1586699"/>
                </a:lnTo>
                <a:lnTo>
                  <a:pt x="522859" y="1535899"/>
                </a:lnTo>
                <a:lnTo>
                  <a:pt x="529831" y="1485099"/>
                </a:lnTo>
                <a:lnTo>
                  <a:pt x="538810" y="1434299"/>
                </a:lnTo>
                <a:lnTo>
                  <a:pt x="548843" y="1383499"/>
                </a:lnTo>
                <a:lnTo>
                  <a:pt x="559003" y="1332699"/>
                </a:lnTo>
                <a:lnTo>
                  <a:pt x="568363" y="1281899"/>
                </a:lnTo>
                <a:lnTo>
                  <a:pt x="575983" y="1231099"/>
                </a:lnTo>
                <a:lnTo>
                  <a:pt x="580923" y="1180299"/>
                </a:lnTo>
                <a:lnTo>
                  <a:pt x="585089" y="1142199"/>
                </a:lnTo>
                <a:lnTo>
                  <a:pt x="591248" y="1091399"/>
                </a:lnTo>
                <a:lnTo>
                  <a:pt x="598792" y="1053299"/>
                </a:lnTo>
                <a:lnTo>
                  <a:pt x="607136" y="1015199"/>
                </a:lnTo>
                <a:lnTo>
                  <a:pt x="615708" y="964399"/>
                </a:lnTo>
                <a:lnTo>
                  <a:pt x="623887" y="926299"/>
                </a:lnTo>
                <a:lnTo>
                  <a:pt x="631113" y="875499"/>
                </a:lnTo>
                <a:lnTo>
                  <a:pt x="636778" y="824699"/>
                </a:lnTo>
                <a:lnTo>
                  <a:pt x="640295" y="773899"/>
                </a:lnTo>
                <a:lnTo>
                  <a:pt x="641083" y="723099"/>
                </a:lnTo>
                <a:lnTo>
                  <a:pt x="638543" y="659599"/>
                </a:lnTo>
                <a:lnTo>
                  <a:pt x="632104" y="596099"/>
                </a:lnTo>
                <a:lnTo>
                  <a:pt x="693305" y="583399"/>
                </a:lnTo>
                <a:lnTo>
                  <a:pt x="859269" y="583399"/>
                </a:lnTo>
                <a:lnTo>
                  <a:pt x="909447" y="596099"/>
                </a:lnTo>
                <a:lnTo>
                  <a:pt x="957427" y="608799"/>
                </a:lnTo>
                <a:lnTo>
                  <a:pt x="1003427" y="621499"/>
                </a:lnTo>
                <a:lnTo>
                  <a:pt x="1047661" y="634199"/>
                </a:lnTo>
                <a:lnTo>
                  <a:pt x="1090371" y="646899"/>
                </a:lnTo>
                <a:lnTo>
                  <a:pt x="1131760" y="672299"/>
                </a:lnTo>
                <a:lnTo>
                  <a:pt x="1172070" y="697699"/>
                </a:lnTo>
                <a:lnTo>
                  <a:pt x="1211503" y="710399"/>
                </a:lnTo>
                <a:lnTo>
                  <a:pt x="1326807" y="786599"/>
                </a:lnTo>
                <a:lnTo>
                  <a:pt x="1364996" y="824699"/>
                </a:lnTo>
                <a:lnTo>
                  <a:pt x="1442300" y="875499"/>
                </a:lnTo>
                <a:lnTo>
                  <a:pt x="1481886" y="913599"/>
                </a:lnTo>
                <a:lnTo>
                  <a:pt x="1522374" y="938999"/>
                </a:lnTo>
                <a:lnTo>
                  <a:pt x="1528203" y="1002499"/>
                </a:lnTo>
                <a:lnTo>
                  <a:pt x="1530477" y="1053299"/>
                </a:lnTo>
                <a:lnTo>
                  <a:pt x="1530477" y="758164"/>
                </a:lnTo>
                <a:lnTo>
                  <a:pt x="1433207" y="697699"/>
                </a:lnTo>
                <a:lnTo>
                  <a:pt x="1349260" y="646899"/>
                </a:lnTo>
                <a:lnTo>
                  <a:pt x="1263370" y="596099"/>
                </a:lnTo>
                <a:lnTo>
                  <a:pt x="1219669" y="583399"/>
                </a:lnTo>
                <a:lnTo>
                  <a:pt x="1130744" y="532599"/>
                </a:lnTo>
                <a:lnTo>
                  <a:pt x="1085507" y="519899"/>
                </a:lnTo>
                <a:lnTo>
                  <a:pt x="1039736" y="494499"/>
                </a:lnTo>
                <a:lnTo>
                  <a:pt x="851293" y="443699"/>
                </a:lnTo>
                <a:lnTo>
                  <a:pt x="802805" y="443699"/>
                </a:lnTo>
                <a:lnTo>
                  <a:pt x="753757" y="430999"/>
                </a:lnTo>
                <a:lnTo>
                  <a:pt x="704151" y="430999"/>
                </a:lnTo>
                <a:lnTo>
                  <a:pt x="653961" y="443699"/>
                </a:lnTo>
                <a:lnTo>
                  <a:pt x="603186" y="443699"/>
                </a:lnTo>
                <a:lnTo>
                  <a:pt x="551840" y="456399"/>
                </a:lnTo>
                <a:lnTo>
                  <a:pt x="513867" y="456399"/>
                </a:lnTo>
                <a:lnTo>
                  <a:pt x="497103" y="469099"/>
                </a:lnTo>
                <a:lnTo>
                  <a:pt x="497001" y="494499"/>
                </a:lnTo>
                <a:lnTo>
                  <a:pt x="496912" y="519899"/>
                </a:lnTo>
                <a:lnTo>
                  <a:pt x="488048" y="570699"/>
                </a:lnTo>
                <a:lnTo>
                  <a:pt x="479132" y="608799"/>
                </a:lnTo>
                <a:lnTo>
                  <a:pt x="479044" y="621499"/>
                </a:lnTo>
                <a:lnTo>
                  <a:pt x="478967" y="634199"/>
                </a:lnTo>
                <a:lnTo>
                  <a:pt x="478891" y="646899"/>
                </a:lnTo>
                <a:lnTo>
                  <a:pt x="478815" y="659599"/>
                </a:lnTo>
                <a:lnTo>
                  <a:pt x="439280" y="659599"/>
                </a:lnTo>
                <a:lnTo>
                  <a:pt x="400596" y="646899"/>
                </a:lnTo>
                <a:lnTo>
                  <a:pt x="360883" y="646899"/>
                </a:lnTo>
                <a:lnTo>
                  <a:pt x="318287" y="659599"/>
                </a:lnTo>
                <a:lnTo>
                  <a:pt x="256311" y="659599"/>
                </a:lnTo>
                <a:lnTo>
                  <a:pt x="259181" y="710399"/>
                </a:lnTo>
                <a:lnTo>
                  <a:pt x="251206" y="748499"/>
                </a:lnTo>
                <a:lnTo>
                  <a:pt x="241211" y="811999"/>
                </a:lnTo>
                <a:lnTo>
                  <a:pt x="238023" y="875499"/>
                </a:lnTo>
                <a:lnTo>
                  <a:pt x="156921" y="875499"/>
                </a:lnTo>
                <a:lnTo>
                  <a:pt x="135496" y="888199"/>
                </a:lnTo>
                <a:lnTo>
                  <a:pt x="119735" y="913599"/>
                </a:lnTo>
                <a:lnTo>
                  <a:pt x="110388" y="938999"/>
                </a:lnTo>
                <a:lnTo>
                  <a:pt x="107759" y="989799"/>
                </a:lnTo>
                <a:lnTo>
                  <a:pt x="102463" y="1053299"/>
                </a:lnTo>
                <a:lnTo>
                  <a:pt x="95199" y="1104099"/>
                </a:lnTo>
                <a:lnTo>
                  <a:pt x="86677" y="1154899"/>
                </a:lnTo>
                <a:lnTo>
                  <a:pt x="77597" y="1205699"/>
                </a:lnTo>
                <a:lnTo>
                  <a:pt x="68656" y="1256499"/>
                </a:lnTo>
                <a:lnTo>
                  <a:pt x="60591" y="1307299"/>
                </a:lnTo>
                <a:lnTo>
                  <a:pt x="54076" y="1358099"/>
                </a:lnTo>
                <a:lnTo>
                  <a:pt x="49834" y="1396199"/>
                </a:lnTo>
                <a:lnTo>
                  <a:pt x="48577" y="1434299"/>
                </a:lnTo>
                <a:lnTo>
                  <a:pt x="50990" y="1472399"/>
                </a:lnTo>
                <a:lnTo>
                  <a:pt x="57810" y="1510499"/>
                </a:lnTo>
                <a:lnTo>
                  <a:pt x="64719" y="1535899"/>
                </a:lnTo>
                <a:lnTo>
                  <a:pt x="67424" y="1573999"/>
                </a:lnTo>
                <a:lnTo>
                  <a:pt x="66522" y="1624799"/>
                </a:lnTo>
                <a:lnTo>
                  <a:pt x="62661" y="1662899"/>
                </a:lnTo>
                <a:lnTo>
                  <a:pt x="56476" y="1726399"/>
                </a:lnTo>
                <a:lnTo>
                  <a:pt x="48602" y="1777199"/>
                </a:lnTo>
                <a:lnTo>
                  <a:pt x="39636" y="1827999"/>
                </a:lnTo>
                <a:lnTo>
                  <a:pt x="30251" y="1891499"/>
                </a:lnTo>
                <a:lnTo>
                  <a:pt x="21043" y="1942299"/>
                </a:lnTo>
                <a:lnTo>
                  <a:pt x="12674" y="2005799"/>
                </a:lnTo>
                <a:lnTo>
                  <a:pt x="5753" y="2069299"/>
                </a:lnTo>
                <a:lnTo>
                  <a:pt x="914" y="2120100"/>
                </a:lnTo>
                <a:lnTo>
                  <a:pt x="0" y="2145500"/>
                </a:lnTo>
                <a:lnTo>
                  <a:pt x="14605" y="2170900"/>
                </a:lnTo>
                <a:lnTo>
                  <a:pt x="37858" y="2196300"/>
                </a:lnTo>
                <a:lnTo>
                  <a:pt x="110083" y="2196300"/>
                </a:lnTo>
                <a:lnTo>
                  <a:pt x="146951" y="2183600"/>
                </a:lnTo>
                <a:lnTo>
                  <a:pt x="222504" y="2183600"/>
                </a:lnTo>
                <a:lnTo>
                  <a:pt x="261226" y="2170900"/>
                </a:lnTo>
                <a:lnTo>
                  <a:pt x="551548" y="2170900"/>
                </a:lnTo>
                <a:lnTo>
                  <a:pt x="595998" y="2183600"/>
                </a:lnTo>
                <a:lnTo>
                  <a:pt x="641235" y="2183600"/>
                </a:lnTo>
                <a:lnTo>
                  <a:pt x="734187" y="2209000"/>
                </a:lnTo>
                <a:lnTo>
                  <a:pt x="781926" y="2209000"/>
                </a:lnTo>
                <a:lnTo>
                  <a:pt x="830529" y="2234400"/>
                </a:lnTo>
                <a:lnTo>
                  <a:pt x="930402" y="2259800"/>
                </a:lnTo>
                <a:lnTo>
                  <a:pt x="981722" y="2285200"/>
                </a:lnTo>
                <a:lnTo>
                  <a:pt x="1087170" y="2336000"/>
                </a:lnTo>
                <a:lnTo>
                  <a:pt x="1196530" y="2386800"/>
                </a:lnTo>
                <a:lnTo>
                  <a:pt x="1252715" y="2424900"/>
                </a:lnTo>
                <a:lnTo>
                  <a:pt x="1309928" y="2463000"/>
                </a:lnTo>
                <a:lnTo>
                  <a:pt x="1368183" y="2501100"/>
                </a:lnTo>
                <a:lnTo>
                  <a:pt x="1427505" y="2539200"/>
                </a:lnTo>
                <a:lnTo>
                  <a:pt x="1446733" y="2551900"/>
                </a:lnTo>
                <a:lnTo>
                  <a:pt x="1465008" y="2551900"/>
                </a:lnTo>
                <a:lnTo>
                  <a:pt x="1484591" y="2564600"/>
                </a:lnTo>
                <a:lnTo>
                  <a:pt x="1711032" y="2564600"/>
                </a:lnTo>
                <a:lnTo>
                  <a:pt x="1731556" y="2551900"/>
                </a:lnTo>
                <a:lnTo>
                  <a:pt x="1750568" y="2551900"/>
                </a:lnTo>
                <a:lnTo>
                  <a:pt x="1766849" y="2539200"/>
                </a:lnTo>
                <a:lnTo>
                  <a:pt x="1826539" y="2513800"/>
                </a:lnTo>
                <a:lnTo>
                  <a:pt x="1885950" y="2475700"/>
                </a:lnTo>
                <a:lnTo>
                  <a:pt x="2119338" y="2374100"/>
                </a:lnTo>
                <a:lnTo>
                  <a:pt x="2176310" y="2348700"/>
                </a:lnTo>
                <a:lnTo>
                  <a:pt x="2288171" y="2323300"/>
                </a:lnTo>
                <a:lnTo>
                  <a:pt x="2342934" y="2297900"/>
                </a:lnTo>
                <a:lnTo>
                  <a:pt x="2449817" y="2272500"/>
                </a:lnTo>
                <a:lnTo>
                  <a:pt x="2501811" y="2272500"/>
                </a:lnTo>
                <a:lnTo>
                  <a:pt x="2651226" y="2234400"/>
                </a:lnTo>
                <a:lnTo>
                  <a:pt x="2744749" y="2234400"/>
                </a:lnTo>
                <a:lnTo>
                  <a:pt x="2789504" y="2221700"/>
                </a:lnTo>
                <a:lnTo>
                  <a:pt x="2874657" y="2221700"/>
                </a:lnTo>
                <a:lnTo>
                  <a:pt x="2914942" y="2209000"/>
                </a:lnTo>
                <a:lnTo>
                  <a:pt x="3148444" y="2209000"/>
                </a:lnTo>
                <a:lnTo>
                  <a:pt x="3172015" y="2183600"/>
                </a:lnTo>
                <a:lnTo>
                  <a:pt x="3188995" y="2158200"/>
                </a:lnTo>
                <a:lnTo>
                  <a:pt x="3197123" y="21328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0951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REFERENCES</a:t>
            </a:r>
            <a:r>
              <a:rPr dirty="0" spc="-35"/>
              <a:t> </a:t>
            </a:r>
            <a:r>
              <a:rPr dirty="0" spc="-180"/>
              <a:t>(2/2)</a:t>
            </a: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75" y="2880360"/>
            <a:ext cx="589026" cy="480822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75" y="4872228"/>
            <a:ext cx="589026" cy="480822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962050" y="1533220"/>
            <a:ext cx="10322560" cy="39357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8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OpenAPI</a:t>
            </a:r>
            <a:endParaRPr sz="2800">
              <a:latin typeface="Calibri"/>
              <a:cs typeface="Calibri"/>
            </a:endParaRPr>
          </a:p>
          <a:p>
            <a:pPr marL="241300" marR="7505700">
              <a:lnSpc>
                <a:spcPts val="1939"/>
              </a:lnSpc>
              <a:spcBef>
                <a:spcPts val="175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Official</a:t>
            </a:r>
            <a:r>
              <a:rPr dirty="0" sz="1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Website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https://www.openapis.org/</a:t>
            </a:r>
            <a:endParaRPr sz="1800">
              <a:latin typeface="Calibri"/>
              <a:cs typeface="Calibri"/>
            </a:endParaRPr>
          </a:p>
          <a:p>
            <a:pPr marL="241300" marR="1224280">
              <a:lnSpc>
                <a:spcPts val="1939"/>
              </a:lnSpc>
              <a:spcBef>
                <a:spcPts val="10"/>
              </a:spcBef>
            </a:pP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https://learn.openapis.org/</a:t>
            </a:r>
            <a:r>
              <a:rPr dirty="0" sz="1800" spc="34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(Recommended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reads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link: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Getting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started,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Introduction)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https://spec.openapis.org/oas/v3.1.0</a:t>
            </a:r>
            <a:r>
              <a:rPr dirty="0" sz="18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(Full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specification</a:t>
            </a:r>
            <a:r>
              <a:rPr dirty="0" sz="1800" spc="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OpenAPI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3.1.0)</a:t>
            </a:r>
            <a:endParaRPr sz="1800">
              <a:latin typeface="Calibri"/>
              <a:cs typeface="Calibri"/>
            </a:endParaRPr>
          </a:p>
          <a:p>
            <a:pPr marL="554990">
              <a:lnSpc>
                <a:spcPts val="182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Technologies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course,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OpenAPI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specification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standard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is,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why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3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been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introduced,</a:t>
            </a:r>
            <a:r>
              <a:rPr dirty="0" sz="1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for.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1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required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learn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write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OpenAPI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specification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scratch.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Documentation: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Secret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Great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Developer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Experience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7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Ebook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Smartbear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4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1800" spc="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1800" spc="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https://swagger.io/resources/ebooks/api-documentation-the-secret-to-a-great-api-developer-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50"/>
              </a:lnSpc>
            </a:pP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experience</a:t>
            </a:r>
            <a:r>
              <a:rPr dirty="0" sz="1800" spc="3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archived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</a:rPr>
              <a:t>here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41300" marR="1058545" indent="313690">
              <a:lnSpc>
                <a:spcPts val="1930"/>
              </a:lnSpc>
              <a:spcBef>
                <a:spcPts val="155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Interesting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read.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1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required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Technologies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course,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useful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better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understand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challenges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designing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documenting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API.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42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51676" y="3549408"/>
            <a:ext cx="3197225" cy="2564765"/>
          </a:xfrm>
          <a:custGeom>
            <a:avLst/>
            <a:gdLst/>
            <a:ahLst/>
            <a:cxnLst/>
            <a:rect l="l" t="t" r="r" b="b"/>
            <a:pathLst>
              <a:path w="3197225" h="2564765">
                <a:moveTo>
                  <a:pt x="391439" y="219443"/>
                </a:moveTo>
                <a:lnTo>
                  <a:pt x="349440" y="187439"/>
                </a:lnTo>
                <a:lnTo>
                  <a:pt x="311251" y="154787"/>
                </a:lnTo>
                <a:lnTo>
                  <a:pt x="277329" y="120624"/>
                </a:lnTo>
                <a:lnTo>
                  <a:pt x="248094" y="84035"/>
                </a:lnTo>
                <a:lnTo>
                  <a:pt x="224002" y="44132"/>
                </a:lnTo>
                <a:lnTo>
                  <a:pt x="205511" y="0"/>
                </a:lnTo>
                <a:lnTo>
                  <a:pt x="181305" y="38862"/>
                </a:lnTo>
                <a:lnTo>
                  <a:pt x="153746" y="79044"/>
                </a:lnTo>
                <a:lnTo>
                  <a:pt x="123304" y="118859"/>
                </a:lnTo>
                <a:lnTo>
                  <a:pt x="90474" y="156654"/>
                </a:lnTo>
                <a:lnTo>
                  <a:pt x="55727" y="190741"/>
                </a:lnTo>
                <a:lnTo>
                  <a:pt x="19583" y="219443"/>
                </a:lnTo>
                <a:lnTo>
                  <a:pt x="66560" y="253288"/>
                </a:lnTo>
                <a:lnTo>
                  <a:pt x="107175" y="286029"/>
                </a:lnTo>
                <a:lnTo>
                  <a:pt x="141401" y="319316"/>
                </a:lnTo>
                <a:lnTo>
                  <a:pt x="169214" y="354799"/>
                </a:lnTo>
                <a:lnTo>
                  <a:pt x="190588" y="394119"/>
                </a:lnTo>
                <a:lnTo>
                  <a:pt x="205511" y="438899"/>
                </a:lnTo>
                <a:lnTo>
                  <a:pt x="226174" y="392722"/>
                </a:lnTo>
                <a:lnTo>
                  <a:pt x="252323" y="349580"/>
                </a:lnTo>
                <a:lnTo>
                  <a:pt x="282943" y="310083"/>
                </a:lnTo>
                <a:lnTo>
                  <a:pt x="317004" y="274815"/>
                </a:lnTo>
                <a:lnTo>
                  <a:pt x="353517" y="244411"/>
                </a:lnTo>
                <a:lnTo>
                  <a:pt x="391439" y="219443"/>
                </a:lnTo>
                <a:close/>
              </a:path>
              <a:path w="3197225" h="2564765">
                <a:moveTo>
                  <a:pt x="1653768" y="205803"/>
                </a:moveTo>
                <a:lnTo>
                  <a:pt x="1650263" y="146164"/>
                </a:lnTo>
                <a:lnTo>
                  <a:pt x="1634490" y="110032"/>
                </a:lnTo>
                <a:lnTo>
                  <a:pt x="1595399" y="91427"/>
                </a:lnTo>
                <a:lnTo>
                  <a:pt x="1575765" y="94437"/>
                </a:lnTo>
                <a:lnTo>
                  <a:pt x="1557439" y="107797"/>
                </a:lnTo>
                <a:lnTo>
                  <a:pt x="1544370" y="126669"/>
                </a:lnTo>
                <a:lnTo>
                  <a:pt x="1540535" y="146164"/>
                </a:lnTo>
                <a:lnTo>
                  <a:pt x="1541310" y="208064"/>
                </a:lnTo>
                <a:lnTo>
                  <a:pt x="1540357" y="259384"/>
                </a:lnTo>
                <a:lnTo>
                  <a:pt x="1536738" y="347840"/>
                </a:lnTo>
                <a:lnTo>
                  <a:pt x="1535887" y="393712"/>
                </a:lnTo>
                <a:lnTo>
                  <a:pt x="1536852" y="446532"/>
                </a:lnTo>
                <a:lnTo>
                  <a:pt x="1540535" y="510654"/>
                </a:lnTo>
                <a:lnTo>
                  <a:pt x="1557769" y="551649"/>
                </a:lnTo>
                <a:lnTo>
                  <a:pt x="1595399" y="565391"/>
                </a:lnTo>
                <a:lnTo>
                  <a:pt x="1617256" y="557580"/>
                </a:lnTo>
                <a:lnTo>
                  <a:pt x="1634540" y="546176"/>
                </a:lnTo>
                <a:lnTo>
                  <a:pt x="1645970" y="530694"/>
                </a:lnTo>
                <a:lnTo>
                  <a:pt x="1650263" y="510654"/>
                </a:lnTo>
                <a:lnTo>
                  <a:pt x="1644230" y="445566"/>
                </a:lnTo>
                <a:lnTo>
                  <a:pt x="1643392" y="391680"/>
                </a:lnTo>
                <a:lnTo>
                  <a:pt x="1645831" y="344881"/>
                </a:lnTo>
                <a:lnTo>
                  <a:pt x="1649641" y="301040"/>
                </a:lnTo>
                <a:lnTo>
                  <a:pt x="1652917" y="256057"/>
                </a:lnTo>
                <a:lnTo>
                  <a:pt x="1653768" y="205803"/>
                </a:lnTo>
                <a:close/>
              </a:path>
              <a:path w="3197225" h="2564765">
                <a:moveTo>
                  <a:pt x="3197123" y="2132800"/>
                </a:moveTo>
                <a:lnTo>
                  <a:pt x="3182620" y="2081999"/>
                </a:lnTo>
                <a:lnTo>
                  <a:pt x="3175419" y="2031199"/>
                </a:lnTo>
                <a:lnTo>
                  <a:pt x="3171037" y="1980399"/>
                </a:lnTo>
                <a:lnTo>
                  <a:pt x="3168675" y="1929599"/>
                </a:lnTo>
                <a:lnTo>
                  <a:pt x="3167545" y="1866099"/>
                </a:lnTo>
                <a:lnTo>
                  <a:pt x="3166846" y="1802599"/>
                </a:lnTo>
                <a:lnTo>
                  <a:pt x="3165779" y="1751799"/>
                </a:lnTo>
                <a:lnTo>
                  <a:pt x="3163557" y="1688299"/>
                </a:lnTo>
                <a:lnTo>
                  <a:pt x="3159391" y="1637499"/>
                </a:lnTo>
                <a:lnTo>
                  <a:pt x="3152470" y="1599399"/>
                </a:lnTo>
                <a:lnTo>
                  <a:pt x="3142005" y="1561299"/>
                </a:lnTo>
                <a:lnTo>
                  <a:pt x="3133433" y="1535899"/>
                </a:lnTo>
                <a:lnTo>
                  <a:pt x="3128314" y="1497799"/>
                </a:lnTo>
                <a:lnTo>
                  <a:pt x="3125914" y="1459699"/>
                </a:lnTo>
                <a:lnTo>
                  <a:pt x="3125444" y="1408899"/>
                </a:lnTo>
                <a:lnTo>
                  <a:pt x="3126181" y="1358099"/>
                </a:lnTo>
                <a:lnTo>
                  <a:pt x="3127337" y="1307299"/>
                </a:lnTo>
                <a:lnTo>
                  <a:pt x="3128162" y="1243799"/>
                </a:lnTo>
                <a:lnTo>
                  <a:pt x="3127921" y="1192999"/>
                </a:lnTo>
                <a:lnTo>
                  <a:pt x="3125825" y="1129499"/>
                </a:lnTo>
                <a:lnTo>
                  <a:pt x="3121152" y="1078699"/>
                </a:lnTo>
                <a:lnTo>
                  <a:pt x="3113113" y="1027899"/>
                </a:lnTo>
                <a:lnTo>
                  <a:pt x="3100971" y="977099"/>
                </a:lnTo>
                <a:lnTo>
                  <a:pt x="3083966" y="938999"/>
                </a:lnTo>
                <a:lnTo>
                  <a:pt x="3054604" y="888199"/>
                </a:lnTo>
                <a:lnTo>
                  <a:pt x="3033687" y="875499"/>
                </a:lnTo>
                <a:lnTo>
                  <a:pt x="2984030" y="875499"/>
                </a:lnTo>
                <a:lnTo>
                  <a:pt x="2969895" y="862799"/>
                </a:lnTo>
                <a:lnTo>
                  <a:pt x="2956331" y="875499"/>
                </a:lnTo>
                <a:lnTo>
                  <a:pt x="2944418" y="824699"/>
                </a:lnTo>
                <a:lnTo>
                  <a:pt x="2942983" y="799299"/>
                </a:lnTo>
                <a:lnTo>
                  <a:pt x="2942259" y="786599"/>
                </a:lnTo>
                <a:lnTo>
                  <a:pt x="2944241" y="748499"/>
                </a:lnTo>
                <a:lnTo>
                  <a:pt x="2944711" y="710399"/>
                </a:lnTo>
                <a:lnTo>
                  <a:pt x="2938043" y="659599"/>
                </a:lnTo>
                <a:lnTo>
                  <a:pt x="2908833" y="659599"/>
                </a:lnTo>
                <a:lnTo>
                  <a:pt x="2908833" y="1942299"/>
                </a:lnTo>
                <a:lnTo>
                  <a:pt x="2885490" y="1954999"/>
                </a:lnTo>
                <a:lnTo>
                  <a:pt x="2858960" y="1967699"/>
                </a:lnTo>
                <a:lnTo>
                  <a:pt x="2829369" y="1967699"/>
                </a:lnTo>
                <a:lnTo>
                  <a:pt x="2796908" y="1980399"/>
                </a:lnTo>
                <a:lnTo>
                  <a:pt x="2761742" y="1993099"/>
                </a:lnTo>
                <a:lnTo>
                  <a:pt x="2724023" y="2005799"/>
                </a:lnTo>
                <a:lnTo>
                  <a:pt x="2683929" y="2018499"/>
                </a:lnTo>
                <a:lnTo>
                  <a:pt x="2641612" y="2018499"/>
                </a:lnTo>
                <a:lnTo>
                  <a:pt x="2551023" y="2043899"/>
                </a:lnTo>
                <a:lnTo>
                  <a:pt x="2503055" y="2056599"/>
                </a:lnTo>
                <a:lnTo>
                  <a:pt x="2402649" y="2081999"/>
                </a:lnTo>
                <a:lnTo>
                  <a:pt x="2350541" y="2107400"/>
                </a:lnTo>
                <a:lnTo>
                  <a:pt x="2188527" y="2145500"/>
                </a:lnTo>
                <a:lnTo>
                  <a:pt x="2133181" y="2170900"/>
                </a:lnTo>
                <a:lnTo>
                  <a:pt x="2077453" y="2183600"/>
                </a:lnTo>
                <a:lnTo>
                  <a:pt x="1744103" y="2336000"/>
                </a:lnTo>
                <a:lnTo>
                  <a:pt x="1690268" y="2374100"/>
                </a:lnTo>
                <a:lnTo>
                  <a:pt x="1701380" y="2361400"/>
                </a:lnTo>
                <a:lnTo>
                  <a:pt x="1745869" y="2310600"/>
                </a:lnTo>
                <a:lnTo>
                  <a:pt x="1802955" y="2272500"/>
                </a:lnTo>
                <a:lnTo>
                  <a:pt x="1861172" y="2221700"/>
                </a:lnTo>
                <a:lnTo>
                  <a:pt x="1920201" y="2183600"/>
                </a:lnTo>
                <a:lnTo>
                  <a:pt x="2098662" y="2069299"/>
                </a:lnTo>
                <a:lnTo>
                  <a:pt x="2215388" y="2018499"/>
                </a:lnTo>
                <a:lnTo>
                  <a:pt x="2272068" y="1993099"/>
                </a:lnTo>
                <a:lnTo>
                  <a:pt x="2327160" y="1967699"/>
                </a:lnTo>
                <a:lnTo>
                  <a:pt x="2380335" y="1954999"/>
                </a:lnTo>
                <a:lnTo>
                  <a:pt x="2431237" y="1929599"/>
                </a:lnTo>
                <a:lnTo>
                  <a:pt x="2479548" y="1916899"/>
                </a:lnTo>
                <a:lnTo>
                  <a:pt x="2524912" y="1904199"/>
                </a:lnTo>
                <a:lnTo>
                  <a:pt x="2567000" y="1891499"/>
                </a:lnTo>
                <a:lnTo>
                  <a:pt x="2605468" y="1878799"/>
                </a:lnTo>
                <a:lnTo>
                  <a:pt x="2639974" y="1878799"/>
                </a:lnTo>
                <a:lnTo>
                  <a:pt x="2670175" y="1866099"/>
                </a:lnTo>
                <a:lnTo>
                  <a:pt x="2695727" y="1866099"/>
                </a:lnTo>
                <a:lnTo>
                  <a:pt x="2716301" y="1853399"/>
                </a:lnTo>
                <a:lnTo>
                  <a:pt x="2795447" y="1853399"/>
                </a:lnTo>
                <a:lnTo>
                  <a:pt x="2813964" y="1840699"/>
                </a:lnTo>
                <a:lnTo>
                  <a:pt x="2807068" y="1802599"/>
                </a:lnTo>
                <a:lnTo>
                  <a:pt x="2803055" y="1764499"/>
                </a:lnTo>
                <a:lnTo>
                  <a:pt x="2801061" y="1713699"/>
                </a:lnTo>
                <a:lnTo>
                  <a:pt x="2800210" y="1662899"/>
                </a:lnTo>
                <a:lnTo>
                  <a:pt x="2800096" y="1650199"/>
                </a:lnTo>
                <a:lnTo>
                  <a:pt x="2799981" y="1637499"/>
                </a:lnTo>
                <a:lnTo>
                  <a:pt x="2799880" y="1624799"/>
                </a:lnTo>
                <a:lnTo>
                  <a:pt x="2799765" y="1612099"/>
                </a:lnTo>
                <a:lnTo>
                  <a:pt x="2799651" y="1599399"/>
                </a:lnTo>
                <a:lnTo>
                  <a:pt x="2798534" y="1548599"/>
                </a:lnTo>
                <a:lnTo>
                  <a:pt x="2795981" y="1497799"/>
                </a:lnTo>
                <a:lnTo>
                  <a:pt x="2791142" y="1446999"/>
                </a:lnTo>
                <a:lnTo>
                  <a:pt x="2783154" y="1396199"/>
                </a:lnTo>
                <a:lnTo>
                  <a:pt x="2771165" y="1358099"/>
                </a:lnTo>
                <a:lnTo>
                  <a:pt x="2760624" y="1319999"/>
                </a:lnTo>
                <a:lnTo>
                  <a:pt x="2754338" y="1269199"/>
                </a:lnTo>
                <a:lnTo>
                  <a:pt x="2751302" y="1218399"/>
                </a:lnTo>
                <a:lnTo>
                  <a:pt x="2750489" y="1180299"/>
                </a:lnTo>
                <a:lnTo>
                  <a:pt x="2750655" y="1154899"/>
                </a:lnTo>
                <a:lnTo>
                  <a:pt x="2750731" y="1142199"/>
                </a:lnTo>
                <a:lnTo>
                  <a:pt x="2750820" y="1129499"/>
                </a:lnTo>
                <a:lnTo>
                  <a:pt x="2750896" y="1116799"/>
                </a:lnTo>
                <a:lnTo>
                  <a:pt x="2751531" y="1065999"/>
                </a:lnTo>
                <a:lnTo>
                  <a:pt x="2751417" y="1027899"/>
                </a:lnTo>
                <a:lnTo>
                  <a:pt x="2751378" y="1015199"/>
                </a:lnTo>
                <a:lnTo>
                  <a:pt x="2749435" y="964399"/>
                </a:lnTo>
                <a:lnTo>
                  <a:pt x="2744686" y="900899"/>
                </a:lnTo>
                <a:lnTo>
                  <a:pt x="2736138" y="850099"/>
                </a:lnTo>
                <a:lnTo>
                  <a:pt x="2722778" y="799299"/>
                </a:lnTo>
                <a:lnTo>
                  <a:pt x="2799359" y="799299"/>
                </a:lnTo>
                <a:lnTo>
                  <a:pt x="2814536" y="850099"/>
                </a:lnTo>
                <a:lnTo>
                  <a:pt x="2825699" y="888199"/>
                </a:lnTo>
                <a:lnTo>
                  <a:pt x="2833484" y="938999"/>
                </a:lnTo>
                <a:lnTo>
                  <a:pt x="2838488" y="977099"/>
                </a:lnTo>
                <a:lnTo>
                  <a:pt x="2841371" y="1015199"/>
                </a:lnTo>
                <a:lnTo>
                  <a:pt x="2842717" y="1065999"/>
                </a:lnTo>
                <a:lnTo>
                  <a:pt x="2843187" y="1104099"/>
                </a:lnTo>
                <a:lnTo>
                  <a:pt x="2843403" y="1154899"/>
                </a:lnTo>
                <a:lnTo>
                  <a:pt x="2843961" y="1205699"/>
                </a:lnTo>
                <a:lnTo>
                  <a:pt x="2845524" y="1256499"/>
                </a:lnTo>
                <a:lnTo>
                  <a:pt x="2848686" y="1307299"/>
                </a:lnTo>
                <a:lnTo>
                  <a:pt x="2854096" y="1370799"/>
                </a:lnTo>
                <a:lnTo>
                  <a:pt x="2860789" y="1434299"/>
                </a:lnTo>
                <a:lnTo>
                  <a:pt x="2866301" y="1485099"/>
                </a:lnTo>
                <a:lnTo>
                  <a:pt x="2870911" y="1535899"/>
                </a:lnTo>
                <a:lnTo>
                  <a:pt x="2874886" y="1586699"/>
                </a:lnTo>
                <a:lnTo>
                  <a:pt x="2882112" y="1675599"/>
                </a:lnTo>
                <a:lnTo>
                  <a:pt x="2885910" y="1726399"/>
                </a:lnTo>
                <a:lnTo>
                  <a:pt x="2890202" y="1777199"/>
                </a:lnTo>
                <a:lnTo>
                  <a:pt x="2895257" y="1827999"/>
                </a:lnTo>
                <a:lnTo>
                  <a:pt x="2901378" y="1878799"/>
                </a:lnTo>
                <a:lnTo>
                  <a:pt x="2908833" y="1942299"/>
                </a:lnTo>
                <a:lnTo>
                  <a:pt x="2908833" y="659599"/>
                </a:lnTo>
                <a:lnTo>
                  <a:pt x="2711856" y="659599"/>
                </a:lnTo>
                <a:lnTo>
                  <a:pt x="2702598" y="608799"/>
                </a:lnTo>
                <a:lnTo>
                  <a:pt x="2702077" y="583399"/>
                </a:lnTo>
                <a:lnTo>
                  <a:pt x="2701569" y="557999"/>
                </a:lnTo>
                <a:lnTo>
                  <a:pt x="2701442" y="545299"/>
                </a:lnTo>
                <a:lnTo>
                  <a:pt x="2701328" y="532599"/>
                </a:lnTo>
                <a:lnTo>
                  <a:pt x="2701213" y="519899"/>
                </a:lnTo>
                <a:lnTo>
                  <a:pt x="2701099" y="507199"/>
                </a:lnTo>
                <a:lnTo>
                  <a:pt x="2693568" y="469099"/>
                </a:lnTo>
                <a:lnTo>
                  <a:pt x="2682138" y="456399"/>
                </a:lnTo>
                <a:lnTo>
                  <a:pt x="2657119" y="456399"/>
                </a:lnTo>
                <a:lnTo>
                  <a:pt x="2657119" y="1713699"/>
                </a:lnTo>
                <a:lnTo>
                  <a:pt x="2631236" y="1726399"/>
                </a:lnTo>
                <a:lnTo>
                  <a:pt x="2573972" y="1726399"/>
                </a:lnTo>
                <a:lnTo>
                  <a:pt x="2542603" y="1739099"/>
                </a:lnTo>
                <a:lnTo>
                  <a:pt x="2509393" y="1739099"/>
                </a:lnTo>
                <a:lnTo>
                  <a:pt x="2437511" y="1764499"/>
                </a:lnTo>
                <a:lnTo>
                  <a:pt x="2398839" y="1777199"/>
                </a:lnTo>
                <a:lnTo>
                  <a:pt x="2358352" y="1789899"/>
                </a:lnTo>
                <a:lnTo>
                  <a:pt x="2316061" y="1802599"/>
                </a:lnTo>
                <a:lnTo>
                  <a:pt x="2271953" y="1827999"/>
                </a:lnTo>
                <a:lnTo>
                  <a:pt x="2226043" y="1840699"/>
                </a:lnTo>
                <a:lnTo>
                  <a:pt x="2178329" y="1866099"/>
                </a:lnTo>
                <a:lnTo>
                  <a:pt x="2128812" y="1891499"/>
                </a:lnTo>
                <a:lnTo>
                  <a:pt x="2077504" y="1916899"/>
                </a:lnTo>
                <a:lnTo>
                  <a:pt x="2024392" y="1954999"/>
                </a:lnTo>
                <a:lnTo>
                  <a:pt x="1969503" y="1980399"/>
                </a:lnTo>
                <a:lnTo>
                  <a:pt x="1912823" y="2018499"/>
                </a:lnTo>
                <a:lnTo>
                  <a:pt x="1854352" y="2056599"/>
                </a:lnTo>
                <a:lnTo>
                  <a:pt x="1794116" y="2094699"/>
                </a:lnTo>
                <a:lnTo>
                  <a:pt x="1732089" y="2132800"/>
                </a:lnTo>
                <a:lnTo>
                  <a:pt x="1668297" y="2183600"/>
                </a:lnTo>
                <a:lnTo>
                  <a:pt x="1663179" y="2145500"/>
                </a:lnTo>
                <a:lnTo>
                  <a:pt x="1663255" y="2132800"/>
                </a:lnTo>
                <a:lnTo>
                  <a:pt x="1663331" y="2120100"/>
                </a:lnTo>
                <a:lnTo>
                  <a:pt x="1663407" y="2107400"/>
                </a:lnTo>
                <a:lnTo>
                  <a:pt x="1663484" y="2094699"/>
                </a:lnTo>
                <a:lnTo>
                  <a:pt x="1667230" y="2056599"/>
                </a:lnTo>
                <a:lnTo>
                  <a:pt x="1672437" y="2005799"/>
                </a:lnTo>
                <a:lnTo>
                  <a:pt x="1677123" y="1967699"/>
                </a:lnTo>
                <a:lnTo>
                  <a:pt x="1679308" y="1904199"/>
                </a:lnTo>
                <a:lnTo>
                  <a:pt x="1677022" y="1840699"/>
                </a:lnTo>
                <a:lnTo>
                  <a:pt x="1668297" y="1777199"/>
                </a:lnTo>
                <a:lnTo>
                  <a:pt x="1660448" y="1713699"/>
                </a:lnTo>
                <a:lnTo>
                  <a:pt x="1658289" y="1662899"/>
                </a:lnTo>
                <a:lnTo>
                  <a:pt x="1660220" y="1612099"/>
                </a:lnTo>
                <a:lnTo>
                  <a:pt x="1664639" y="1561299"/>
                </a:lnTo>
                <a:lnTo>
                  <a:pt x="1669961" y="1523199"/>
                </a:lnTo>
                <a:lnTo>
                  <a:pt x="1674583" y="1485099"/>
                </a:lnTo>
                <a:lnTo>
                  <a:pt x="1676908" y="1434299"/>
                </a:lnTo>
                <a:lnTo>
                  <a:pt x="1675345" y="1396199"/>
                </a:lnTo>
                <a:lnTo>
                  <a:pt x="1668297" y="1345399"/>
                </a:lnTo>
                <a:lnTo>
                  <a:pt x="1660321" y="1294599"/>
                </a:lnTo>
                <a:lnTo>
                  <a:pt x="1658391" y="1243799"/>
                </a:lnTo>
                <a:lnTo>
                  <a:pt x="1660639" y="1180299"/>
                </a:lnTo>
                <a:lnTo>
                  <a:pt x="1665147" y="1116799"/>
                </a:lnTo>
                <a:lnTo>
                  <a:pt x="1670050" y="1065999"/>
                </a:lnTo>
                <a:lnTo>
                  <a:pt x="1673466" y="1015199"/>
                </a:lnTo>
                <a:lnTo>
                  <a:pt x="1673504" y="977099"/>
                </a:lnTo>
                <a:lnTo>
                  <a:pt x="1668297" y="938999"/>
                </a:lnTo>
                <a:lnTo>
                  <a:pt x="1706714" y="888199"/>
                </a:lnTo>
                <a:lnTo>
                  <a:pt x="1745361" y="850099"/>
                </a:lnTo>
                <a:lnTo>
                  <a:pt x="1784311" y="824699"/>
                </a:lnTo>
                <a:lnTo>
                  <a:pt x="1810524" y="799299"/>
                </a:lnTo>
                <a:lnTo>
                  <a:pt x="1823631" y="786599"/>
                </a:lnTo>
                <a:lnTo>
                  <a:pt x="1863382" y="761199"/>
                </a:lnTo>
                <a:lnTo>
                  <a:pt x="1903641" y="723099"/>
                </a:lnTo>
                <a:lnTo>
                  <a:pt x="1944471" y="697699"/>
                </a:lnTo>
                <a:lnTo>
                  <a:pt x="1985949" y="684999"/>
                </a:lnTo>
                <a:lnTo>
                  <a:pt x="2028126" y="659599"/>
                </a:lnTo>
                <a:lnTo>
                  <a:pt x="2071090" y="646899"/>
                </a:lnTo>
                <a:lnTo>
                  <a:pt x="2114893" y="621499"/>
                </a:lnTo>
                <a:lnTo>
                  <a:pt x="2205317" y="596099"/>
                </a:lnTo>
                <a:lnTo>
                  <a:pt x="2252078" y="596099"/>
                </a:lnTo>
                <a:lnTo>
                  <a:pt x="2299957" y="583399"/>
                </a:lnTo>
                <a:lnTo>
                  <a:pt x="2558567" y="583399"/>
                </a:lnTo>
                <a:lnTo>
                  <a:pt x="2574391" y="621499"/>
                </a:lnTo>
                <a:lnTo>
                  <a:pt x="2584475" y="646899"/>
                </a:lnTo>
                <a:lnTo>
                  <a:pt x="2589949" y="684999"/>
                </a:lnTo>
                <a:lnTo>
                  <a:pt x="2591955" y="723099"/>
                </a:lnTo>
                <a:lnTo>
                  <a:pt x="2591879" y="735799"/>
                </a:lnTo>
                <a:lnTo>
                  <a:pt x="2591803" y="748499"/>
                </a:lnTo>
                <a:lnTo>
                  <a:pt x="2591727" y="761199"/>
                </a:lnTo>
                <a:lnTo>
                  <a:pt x="2591651" y="773899"/>
                </a:lnTo>
                <a:lnTo>
                  <a:pt x="2590152" y="824699"/>
                </a:lnTo>
                <a:lnTo>
                  <a:pt x="2588615" y="875499"/>
                </a:lnTo>
                <a:lnTo>
                  <a:pt x="2588514" y="888199"/>
                </a:lnTo>
                <a:lnTo>
                  <a:pt x="2588399" y="900899"/>
                </a:lnTo>
                <a:lnTo>
                  <a:pt x="2588298" y="913599"/>
                </a:lnTo>
                <a:lnTo>
                  <a:pt x="2588183" y="926299"/>
                </a:lnTo>
                <a:lnTo>
                  <a:pt x="2590000" y="989799"/>
                </a:lnTo>
                <a:lnTo>
                  <a:pt x="2595194" y="1053299"/>
                </a:lnTo>
                <a:lnTo>
                  <a:pt x="2604922" y="1116799"/>
                </a:lnTo>
                <a:lnTo>
                  <a:pt x="2614498" y="1180299"/>
                </a:lnTo>
                <a:lnTo>
                  <a:pt x="2621013" y="1243799"/>
                </a:lnTo>
                <a:lnTo>
                  <a:pt x="2625090" y="1294599"/>
                </a:lnTo>
                <a:lnTo>
                  <a:pt x="2627363" y="1345399"/>
                </a:lnTo>
                <a:lnTo>
                  <a:pt x="2628481" y="1396199"/>
                </a:lnTo>
                <a:lnTo>
                  <a:pt x="2629065" y="1446999"/>
                </a:lnTo>
                <a:lnTo>
                  <a:pt x="2629751" y="1497799"/>
                </a:lnTo>
                <a:lnTo>
                  <a:pt x="2631186" y="1535899"/>
                </a:lnTo>
                <a:lnTo>
                  <a:pt x="2634005" y="1586699"/>
                </a:lnTo>
                <a:lnTo>
                  <a:pt x="2638844" y="1624799"/>
                </a:lnTo>
                <a:lnTo>
                  <a:pt x="2646337" y="1675599"/>
                </a:lnTo>
                <a:lnTo>
                  <a:pt x="2657119" y="1713699"/>
                </a:lnTo>
                <a:lnTo>
                  <a:pt x="2657119" y="456399"/>
                </a:lnTo>
                <a:lnTo>
                  <a:pt x="2638831" y="456399"/>
                </a:lnTo>
                <a:lnTo>
                  <a:pt x="2586342" y="443699"/>
                </a:lnTo>
                <a:lnTo>
                  <a:pt x="2386838" y="443699"/>
                </a:lnTo>
                <a:lnTo>
                  <a:pt x="2339238" y="456399"/>
                </a:lnTo>
                <a:lnTo>
                  <a:pt x="2292413" y="456399"/>
                </a:lnTo>
                <a:lnTo>
                  <a:pt x="2155964" y="494499"/>
                </a:lnTo>
                <a:lnTo>
                  <a:pt x="2111591" y="519899"/>
                </a:lnTo>
                <a:lnTo>
                  <a:pt x="2024138" y="545299"/>
                </a:lnTo>
                <a:lnTo>
                  <a:pt x="1895182" y="621499"/>
                </a:lnTo>
                <a:lnTo>
                  <a:pt x="1852523" y="634199"/>
                </a:lnTo>
                <a:lnTo>
                  <a:pt x="1767293" y="684999"/>
                </a:lnTo>
                <a:lnTo>
                  <a:pt x="1724609" y="723099"/>
                </a:lnTo>
                <a:lnTo>
                  <a:pt x="1595399" y="799299"/>
                </a:lnTo>
                <a:lnTo>
                  <a:pt x="1530477" y="758164"/>
                </a:lnTo>
                <a:lnTo>
                  <a:pt x="1530477" y="1053299"/>
                </a:lnTo>
                <a:lnTo>
                  <a:pt x="1530096" y="1116799"/>
                </a:lnTo>
                <a:lnTo>
                  <a:pt x="1527962" y="1154899"/>
                </a:lnTo>
                <a:lnTo>
                  <a:pt x="1524965" y="1205699"/>
                </a:lnTo>
                <a:lnTo>
                  <a:pt x="1522006" y="1243799"/>
                </a:lnTo>
                <a:lnTo>
                  <a:pt x="1519986" y="1281899"/>
                </a:lnTo>
                <a:lnTo>
                  <a:pt x="1519923" y="1294599"/>
                </a:lnTo>
                <a:lnTo>
                  <a:pt x="1519809" y="1319999"/>
                </a:lnTo>
                <a:lnTo>
                  <a:pt x="1522374" y="1370799"/>
                </a:lnTo>
                <a:lnTo>
                  <a:pt x="1525905" y="1408899"/>
                </a:lnTo>
                <a:lnTo>
                  <a:pt x="1527327" y="1459699"/>
                </a:lnTo>
                <a:lnTo>
                  <a:pt x="1527213" y="1497799"/>
                </a:lnTo>
                <a:lnTo>
                  <a:pt x="1526082" y="1548599"/>
                </a:lnTo>
                <a:lnTo>
                  <a:pt x="1524482" y="1599399"/>
                </a:lnTo>
                <a:lnTo>
                  <a:pt x="1522971" y="1650199"/>
                </a:lnTo>
                <a:lnTo>
                  <a:pt x="1522082" y="1700999"/>
                </a:lnTo>
                <a:lnTo>
                  <a:pt x="1522158" y="1713699"/>
                </a:lnTo>
                <a:lnTo>
                  <a:pt x="1522222" y="1726399"/>
                </a:lnTo>
                <a:lnTo>
                  <a:pt x="1522336" y="1866099"/>
                </a:lnTo>
                <a:lnTo>
                  <a:pt x="1521320" y="1916899"/>
                </a:lnTo>
                <a:lnTo>
                  <a:pt x="1520177" y="1967699"/>
                </a:lnTo>
                <a:lnTo>
                  <a:pt x="1519313" y="2018499"/>
                </a:lnTo>
                <a:lnTo>
                  <a:pt x="1519212" y="2043899"/>
                </a:lnTo>
                <a:lnTo>
                  <a:pt x="1519123" y="2069299"/>
                </a:lnTo>
                <a:lnTo>
                  <a:pt x="1519999" y="2120100"/>
                </a:lnTo>
                <a:lnTo>
                  <a:pt x="1522374" y="2183600"/>
                </a:lnTo>
                <a:lnTo>
                  <a:pt x="1500530" y="2168842"/>
                </a:lnTo>
                <a:lnTo>
                  <a:pt x="1500530" y="2361400"/>
                </a:lnTo>
                <a:lnTo>
                  <a:pt x="1324800" y="2247100"/>
                </a:lnTo>
                <a:lnTo>
                  <a:pt x="1266634" y="2221700"/>
                </a:lnTo>
                <a:lnTo>
                  <a:pt x="1208862" y="2183600"/>
                </a:lnTo>
                <a:lnTo>
                  <a:pt x="1180223" y="2170900"/>
                </a:lnTo>
                <a:lnTo>
                  <a:pt x="1038974" y="2107400"/>
                </a:lnTo>
                <a:lnTo>
                  <a:pt x="983869" y="2081999"/>
                </a:lnTo>
                <a:lnTo>
                  <a:pt x="929703" y="2069299"/>
                </a:lnTo>
                <a:lnTo>
                  <a:pt x="876592" y="2043899"/>
                </a:lnTo>
                <a:lnTo>
                  <a:pt x="773976" y="2018499"/>
                </a:lnTo>
                <a:lnTo>
                  <a:pt x="676910" y="1993099"/>
                </a:lnTo>
                <a:lnTo>
                  <a:pt x="630732" y="1980399"/>
                </a:lnTo>
                <a:lnTo>
                  <a:pt x="586270" y="1980399"/>
                </a:lnTo>
                <a:lnTo>
                  <a:pt x="543648" y="1967699"/>
                </a:lnTo>
                <a:lnTo>
                  <a:pt x="502958" y="1954999"/>
                </a:lnTo>
                <a:lnTo>
                  <a:pt x="427850" y="1954999"/>
                </a:lnTo>
                <a:lnTo>
                  <a:pt x="393661" y="1942299"/>
                </a:lnTo>
                <a:lnTo>
                  <a:pt x="281838" y="1942299"/>
                </a:lnTo>
                <a:lnTo>
                  <a:pt x="281000" y="1904199"/>
                </a:lnTo>
                <a:lnTo>
                  <a:pt x="284162" y="1866099"/>
                </a:lnTo>
                <a:lnTo>
                  <a:pt x="290398" y="1827999"/>
                </a:lnTo>
                <a:lnTo>
                  <a:pt x="298843" y="1789899"/>
                </a:lnTo>
                <a:lnTo>
                  <a:pt x="308584" y="1739099"/>
                </a:lnTo>
                <a:lnTo>
                  <a:pt x="318757" y="1688299"/>
                </a:lnTo>
                <a:lnTo>
                  <a:pt x="328460" y="1650199"/>
                </a:lnTo>
                <a:lnTo>
                  <a:pt x="336791" y="1586699"/>
                </a:lnTo>
                <a:lnTo>
                  <a:pt x="342874" y="1535899"/>
                </a:lnTo>
                <a:lnTo>
                  <a:pt x="345821" y="1472399"/>
                </a:lnTo>
                <a:lnTo>
                  <a:pt x="344728" y="1408899"/>
                </a:lnTo>
                <a:lnTo>
                  <a:pt x="338721" y="1345399"/>
                </a:lnTo>
                <a:lnTo>
                  <a:pt x="333349" y="1281899"/>
                </a:lnTo>
                <a:lnTo>
                  <a:pt x="332803" y="1231099"/>
                </a:lnTo>
                <a:lnTo>
                  <a:pt x="336207" y="1192999"/>
                </a:lnTo>
                <a:lnTo>
                  <a:pt x="342658" y="1154899"/>
                </a:lnTo>
                <a:lnTo>
                  <a:pt x="351269" y="1116799"/>
                </a:lnTo>
                <a:lnTo>
                  <a:pt x="361162" y="1078699"/>
                </a:lnTo>
                <a:lnTo>
                  <a:pt x="371436" y="1053299"/>
                </a:lnTo>
                <a:lnTo>
                  <a:pt x="381203" y="1015199"/>
                </a:lnTo>
                <a:lnTo>
                  <a:pt x="389572" y="977099"/>
                </a:lnTo>
                <a:lnTo>
                  <a:pt x="395655" y="938999"/>
                </a:lnTo>
                <a:lnTo>
                  <a:pt x="398564" y="900899"/>
                </a:lnTo>
                <a:lnTo>
                  <a:pt x="397408" y="850099"/>
                </a:lnTo>
                <a:lnTo>
                  <a:pt x="391312" y="799299"/>
                </a:lnTo>
                <a:lnTo>
                  <a:pt x="467893" y="799299"/>
                </a:lnTo>
                <a:lnTo>
                  <a:pt x="473494" y="850099"/>
                </a:lnTo>
                <a:lnTo>
                  <a:pt x="473557" y="900899"/>
                </a:lnTo>
                <a:lnTo>
                  <a:pt x="469226" y="951699"/>
                </a:lnTo>
                <a:lnTo>
                  <a:pt x="461645" y="989799"/>
                </a:lnTo>
                <a:lnTo>
                  <a:pt x="451967" y="1027899"/>
                </a:lnTo>
                <a:lnTo>
                  <a:pt x="441312" y="1065999"/>
                </a:lnTo>
                <a:lnTo>
                  <a:pt x="430847" y="1116799"/>
                </a:lnTo>
                <a:lnTo>
                  <a:pt x="421716" y="1154899"/>
                </a:lnTo>
                <a:lnTo>
                  <a:pt x="415061" y="1192999"/>
                </a:lnTo>
                <a:lnTo>
                  <a:pt x="412026" y="1243799"/>
                </a:lnTo>
                <a:lnTo>
                  <a:pt x="413753" y="1281899"/>
                </a:lnTo>
                <a:lnTo>
                  <a:pt x="429628" y="1383499"/>
                </a:lnTo>
                <a:lnTo>
                  <a:pt x="431241" y="1434299"/>
                </a:lnTo>
                <a:lnTo>
                  <a:pt x="427621" y="1485099"/>
                </a:lnTo>
                <a:lnTo>
                  <a:pt x="420166" y="1523199"/>
                </a:lnTo>
                <a:lnTo>
                  <a:pt x="410260" y="1561299"/>
                </a:lnTo>
                <a:lnTo>
                  <a:pt x="399275" y="1612099"/>
                </a:lnTo>
                <a:lnTo>
                  <a:pt x="388607" y="1650199"/>
                </a:lnTo>
                <a:lnTo>
                  <a:pt x="379628" y="1688299"/>
                </a:lnTo>
                <a:lnTo>
                  <a:pt x="373722" y="1739099"/>
                </a:lnTo>
                <a:lnTo>
                  <a:pt x="372287" y="1789899"/>
                </a:lnTo>
                <a:lnTo>
                  <a:pt x="376694" y="1840699"/>
                </a:lnTo>
                <a:lnTo>
                  <a:pt x="397789" y="1853399"/>
                </a:lnTo>
                <a:lnTo>
                  <a:pt x="446049" y="1853399"/>
                </a:lnTo>
                <a:lnTo>
                  <a:pt x="444271" y="1840699"/>
                </a:lnTo>
                <a:lnTo>
                  <a:pt x="447421" y="1840699"/>
                </a:lnTo>
                <a:lnTo>
                  <a:pt x="455256" y="1827999"/>
                </a:lnTo>
                <a:lnTo>
                  <a:pt x="483997" y="1827999"/>
                </a:lnTo>
                <a:lnTo>
                  <a:pt x="504418" y="1815299"/>
                </a:lnTo>
                <a:lnTo>
                  <a:pt x="620674" y="1815299"/>
                </a:lnTo>
                <a:lnTo>
                  <a:pt x="657161" y="1827999"/>
                </a:lnTo>
                <a:lnTo>
                  <a:pt x="696125" y="1827999"/>
                </a:lnTo>
                <a:lnTo>
                  <a:pt x="737336" y="1840699"/>
                </a:lnTo>
                <a:lnTo>
                  <a:pt x="780516" y="1853399"/>
                </a:lnTo>
                <a:lnTo>
                  <a:pt x="825461" y="1866099"/>
                </a:lnTo>
                <a:lnTo>
                  <a:pt x="919581" y="1891499"/>
                </a:lnTo>
                <a:lnTo>
                  <a:pt x="968273" y="1916899"/>
                </a:lnTo>
                <a:lnTo>
                  <a:pt x="1117981" y="1993099"/>
                </a:lnTo>
                <a:lnTo>
                  <a:pt x="1267942" y="2107400"/>
                </a:lnTo>
                <a:lnTo>
                  <a:pt x="1316850" y="2145500"/>
                </a:lnTo>
                <a:lnTo>
                  <a:pt x="1364805" y="2196300"/>
                </a:lnTo>
                <a:lnTo>
                  <a:pt x="1411566" y="2247100"/>
                </a:lnTo>
                <a:lnTo>
                  <a:pt x="1456893" y="2297900"/>
                </a:lnTo>
                <a:lnTo>
                  <a:pt x="1500530" y="2361400"/>
                </a:lnTo>
                <a:lnTo>
                  <a:pt x="1500530" y="2168842"/>
                </a:lnTo>
                <a:lnTo>
                  <a:pt x="1465986" y="2145500"/>
                </a:lnTo>
                <a:lnTo>
                  <a:pt x="1410093" y="2094699"/>
                </a:lnTo>
                <a:lnTo>
                  <a:pt x="1300124" y="2018499"/>
                </a:lnTo>
                <a:lnTo>
                  <a:pt x="1246225" y="1993099"/>
                </a:lnTo>
                <a:lnTo>
                  <a:pt x="1193190" y="1954999"/>
                </a:lnTo>
                <a:lnTo>
                  <a:pt x="1141082" y="1929599"/>
                </a:lnTo>
                <a:lnTo>
                  <a:pt x="1090002" y="1891499"/>
                </a:lnTo>
                <a:lnTo>
                  <a:pt x="1040041" y="1866099"/>
                </a:lnTo>
                <a:lnTo>
                  <a:pt x="991298" y="1840699"/>
                </a:lnTo>
                <a:lnTo>
                  <a:pt x="943851" y="1827999"/>
                </a:lnTo>
                <a:lnTo>
                  <a:pt x="920826" y="1815299"/>
                </a:lnTo>
                <a:lnTo>
                  <a:pt x="897788" y="1802599"/>
                </a:lnTo>
                <a:lnTo>
                  <a:pt x="853211" y="1789899"/>
                </a:lnTo>
                <a:lnTo>
                  <a:pt x="810209" y="1764499"/>
                </a:lnTo>
                <a:lnTo>
                  <a:pt x="768870" y="1751799"/>
                </a:lnTo>
                <a:lnTo>
                  <a:pt x="729272" y="1751799"/>
                </a:lnTo>
                <a:lnTo>
                  <a:pt x="691515" y="1739099"/>
                </a:lnTo>
                <a:lnTo>
                  <a:pt x="655701" y="1726399"/>
                </a:lnTo>
                <a:lnTo>
                  <a:pt x="533552" y="1726399"/>
                </a:lnTo>
                <a:lnTo>
                  <a:pt x="523214" y="1675599"/>
                </a:lnTo>
                <a:lnTo>
                  <a:pt x="518604" y="1624799"/>
                </a:lnTo>
                <a:lnTo>
                  <a:pt x="518668" y="1612099"/>
                </a:lnTo>
                <a:lnTo>
                  <a:pt x="518744" y="1599399"/>
                </a:lnTo>
                <a:lnTo>
                  <a:pt x="518807" y="1586699"/>
                </a:lnTo>
                <a:lnTo>
                  <a:pt x="522859" y="1535899"/>
                </a:lnTo>
                <a:lnTo>
                  <a:pt x="529831" y="1485099"/>
                </a:lnTo>
                <a:lnTo>
                  <a:pt x="538810" y="1434299"/>
                </a:lnTo>
                <a:lnTo>
                  <a:pt x="548843" y="1383499"/>
                </a:lnTo>
                <a:lnTo>
                  <a:pt x="559003" y="1332699"/>
                </a:lnTo>
                <a:lnTo>
                  <a:pt x="568363" y="1281899"/>
                </a:lnTo>
                <a:lnTo>
                  <a:pt x="575983" y="1231099"/>
                </a:lnTo>
                <a:lnTo>
                  <a:pt x="580923" y="1180299"/>
                </a:lnTo>
                <a:lnTo>
                  <a:pt x="585089" y="1142199"/>
                </a:lnTo>
                <a:lnTo>
                  <a:pt x="591248" y="1091399"/>
                </a:lnTo>
                <a:lnTo>
                  <a:pt x="598792" y="1053299"/>
                </a:lnTo>
                <a:lnTo>
                  <a:pt x="607136" y="1015199"/>
                </a:lnTo>
                <a:lnTo>
                  <a:pt x="615708" y="964399"/>
                </a:lnTo>
                <a:lnTo>
                  <a:pt x="623887" y="926299"/>
                </a:lnTo>
                <a:lnTo>
                  <a:pt x="631113" y="875499"/>
                </a:lnTo>
                <a:lnTo>
                  <a:pt x="636778" y="824699"/>
                </a:lnTo>
                <a:lnTo>
                  <a:pt x="640295" y="773899"/>
                </a:lnTo>
                <a:lnTo>
                  <a:pt x="641083" y="723099"/>
                </a:lnTo>
                <a:lnTo>
                  <a:pt x="638543" y="659599"/>
                </a:lnTo>
                <a:lnTo>
                  <a:pt x="632104" y="596099"/>
                </a:lnTo>
                <a:lnTo>
                  <a:pt x="693305" y="583399"/>
                </a:lnTo>
                <a:lnTo>
                  <a:pt x="859269" y="583399"/>
                </a:lnTo>
                <a:lnTo>
                  <a:pt x="909447" y="596099"/>
                </a:lnTo>
                <a:lnTo>
                  <a:pt x="957427" y="608799"/>
                </a:lnTo>
                <a:lnTo>
                  <a:pt x="1003427" y="621499"/>
                </a:lnTo>
                <a:lnTo>
                  <a:pt x="1047661" y="634199"/>
                </a:lnTo>
                <a:lnTo>
                  <a:pt x="1090371" y="646899"/>
                </a:lnTo>
                <a:lnTo>
                  <a:pt x="1131760" y="672299"/>
                </a:lnTo>
                <a:lnTo>
                  <a:pt x="1172070" y="697699"/>
                </a:lnTo>
                <a:lnTo>
                  <a:pt x="1211503" y="710399"/>
                </a:lnTo>
                <a:lnTo>
                  <a:pt x="1326807" y="786599"/>
                </a:lnTo>
                <a:lnTo>
                  <a:pt x="1364996" y="824699"/>
                </a:lnTo>
                <a:lnTo>
                  <a:pt x="1442300" y="875499"/>
                </a:lnTo>
                <a:lnTo>
                  <a:pt x="1481886" y="913599"/>
                </a:lnTo>
                <a:lnTo>
                  <a:pt x="1522374" y="938999"/>
                </a:lnTo>
                <a:lnTo>
                  <a:pt x="1528203" y="1002499"/>
                </a:lnTo>
                <a:lnTo>
                  <a:pt x="1530477" y="1053299"/>
                </a:lnTo>
                <a:lnTo>
                  <a:pt x="1530477" y="758164"/>
                </a:lnTo>
                <a:lnTo>
                  <a:pt x="1433207" y="697699"/>
                </a:lnTo>
                <a:lnTo>
                  <a:pt x="1349260" y="646899"/>
                </a:lnTo>
                <a:lnTo>
                  <a:pt x="1263370" y="596099"/>
                </a:lnTo>
                <a:lnTo>
                  <a:pt x="1219669" y="583399"/>
                </a:lnTo>
                <a:lnTo>
                  <a:pt x="1130744" y="532599"/>
                </a:lnTo>
                <a:lnTo>
                  <a:pt x="1085507" y="519899"/>
                </a:lnTo>
                <a:lnTo>
                  <a:pt x="1039736" y="494499"/>
                </a:lnTo>
                <a:lnTo>
                  <a:pt x="851293" y="443699"/>
                </a:lnTo>
                <a:lnTo>
                  <a:pt x="802805" y="443699"/>
                </a:lnTo>
                <a:lnTo>
                  <a:pt x="753757" y="430999"/>
                </a:lnTo>
                <a:lnTo>
                  <a:pt x="704151" y="430999"/>
                </a:lnTo>
                <a:lnTo>
                  <a:pt x="653961" y="443699"/>
                </a:lnTo>
                <a:lnTo>
                  <a:pt x="603186" y="443699"/>
                </a:lnTo>
                <a:lnTo>
                  <a:pt x="551840" y="456399"/>
                </a:lnTo>
                <a:lnTo>
                  <a:pt x="513867" y="456399"/>
                </a:lnTo>
                <a:lnTo>
                  <a:pt x="497103" y="469099"/>
                </a:lnTo>
                <a:lnTo>
                  <a:pt x="497001" y="494499"/>
                </a:lnTo>
                <a:lnTo>
                  <a:pt x="496912" y="519899"/>
                </a:lnTo>
                <a:lnTo>
                  <a:pt x="488048" y="570699"/>
                </a:lnTo>
                <a:lnTo>
                  <a:pt x="479132" y="608799"/>
                </a:lnTo>
                <a:lnTo>
                  <a:pt x="479044" y="621499"/>
                </a:lnTo>
                <a:lnTo>
                  <a:pt x="478967" y="634199"/>
                </a:lnTo>
                <a:lnTo>
                  <a:pt x="478891" y="646899"/>
                </a:lnTo>
                <a:lnTo>
                  <a:pt x="478815" y="659599"/>
                </a:lnTo>
                <a:lnTo>
                  <a:pt x="439280" y="659599"/>
                </a:lnTo>
                <a:lnTo>
                  <a:pt x="400596" y="646899"/>
                </a:lnTo>
                <a:lnTo>
                  <a:pt x="360883" y="646899"/>
                </a:lnTo>
                <a:lnTo>
                  <a:pt x="318287" y="659599"/>
                </a:lnTo>
                <a:lnTo>
                  <a:pt x="256311" y="659599"/>
                </a:lnTo>
                <a:lnTo>
                  <a:pt x="259181" y="710399"/>
                </a:lnTo>
                <a:lnTo>
                  <a:pt x="251206" y="748499"/>
                </a:lnTo>
                <a:lnTo>
                  <a:pt x="241211" y="811999"/>
                </a:lnTo>
                <a:lnTo>
                  <a:pt x="238023" y="875499"/>
                </a:lnTo>
                <a:lnTo>
                  <a:pt x="156921" y="875499"/>
                </a:lnTo>
                <a:lnTo>
                  <a:pt x="135496" y="888199"/>
                </a:lnTo>
                <a:lnTo>
                  <a:pt x="119735" y="913599"/>
                </a:lnTo>
                <a:lnTo>
                  <a:pt x="110388" y="938999"/>
                </a:lnTo>
                <a:lnTo>
                  <a:pt x="107759" y="989799"/>
                </a:lnTo>
                <a:lnTo>
                  <a:pt x="102463" y="1053299"/>
                </a:lnTo>
                <a:lnTo>
                  <a:pt x="95199" y="1104099"/>
                </a:lnTo>
                <a:lnTo>
                  <a:pt x="86677" y="1154899"/>
                </a:lnTo>
                <a:lnTo>
                  <a:pt x="77597" y="1205699"/>
                </a:lnTo>
                <a:lnTo>
                  <a:pt x="68656" y="1256499"/>
                </a:lnTo>
                <a:lnTo>
                  <a:pt x="60591" y="1307299"/>
                </a:lnTo>
                <a:lnTo>
                  <a:pt x="54076" y="1358099"/>
                </a:lnTo>
                <a:lnTo>
                  <a:pt x="49834" y="1396199"/>
                </a:lnTo>
                <a:lnTo>
                  <a:pt x="48577" y="1434299"/>
                </a:lnTo>
                <a:lnTo>
                  <a:pt x="50990" y="1472399"/>
                </a:lnTo>
                <a:lnTo>
                  <a:pt x="57810" y="1510499"/>
                </a:lnTo>
                <a:lnTo>
                  <a:pt x="64719" y="1535899"/>
                </a:lnTo>
                <a:lnTo>
                  <a:pt x="67424" y="1573999"/>
                </a:lnTo>
                <a:lnTo>
                  <a:pt x="66522" y="1624799"/>
                </a:lnTo>
                <a:lnTo>
                  <a:pt x="62661" y="1662899"/>
                </a:lnTo>
                <a:lnTo>
                  <a:pt x="56476" y="1726399"/>
                </a:lnTo>
                <a:lnTo>
                  <a:pt x="48602" y="1777199"/>
                </a:lnTo>
                <a:lnTo>
                  <a:pt x="39636" y="1827999"/>
                </a:lnTo>
                <a:lnTo>
                  <a:pt x="30251" y="1891499"/>
                </a:lnTo>
                <a:lnTo>
                  <a:pt x="21043" y="1942299"/>
                </a:lnTo>
                <a:lnTo>
                  <a:pt x="12674" y="2005799"/>
                </a:lnTo>
                <a:lnTo>
                  <a:pt x="5753" y="2069299"/>
                </a:lnTo>
                <a:lnTo>
                  <a:pt x="914" y="2120100"/>
                </a:lnTo>
                <a:lnTo>
                  <a:pt x="0" y="2145500"/>
                </a:lnTo>
                <a:lnTo>
                  <a:pt x="14605" y="2170900"/>
                </a:lnTo>
                <a:lnTo>
                  <a:pt x="37858" y="2196300"/>
                </a:lnTo>
                <a:lnTo>
                  <a:pt x="110083" y="2196300"/>
                </a:lnTo>
                <a:lnTo>
                  <a:pt x="146951" y="2183600"/>
                </a:lnTo>
                <a:lnTo>
                  <a:pt x="222504" y="2183600"/>
                </a:lnTo>
                <a:lnTo>
                  <a:pt x="261226" y="2170900"/>
                </a:lnTo>
                <a:lnTo>
                  <a:pt x="551548" y="2170900"/>
                </a:lnTo>
                <a:lnTo>
                  <a:pt x="595998" y="2183600"/>
                </a:lnTo>
                <a:lnTo>
                  <a:pt x="641235" y="2183600"/>
                </a:lnTo>
                <a:lnTo>
                  <a:pt x="734187" y="2209000"/>
                </a:lnTo>
                <a:lnTo>
                  <a:pt x="781926" y="2209000"/>
                </a:lnTo>
                <a:lnTo>
                  <a:pt x="830529" y="2234400"/>
                </a:lnTo>
                <a:lnTo>
                  <a:pt x="930402" y="2259800"/>
                </a:lnTo>
                <a:lnTo>
                  <a:pt x="981722" y="2285200"/>
                </a:lnTo>
                <a:lnTo>
                  <a:pt x="1087170" y="2336000"/>
                </a:lnTo>
                <a:lnTo>
                  <a:pt x="1196530" y="2386800"/>
                </a:lnTo>
                <a:lnTo>
                  <a:pt x="1252715" y="2424900"/>
                </a:lnTo>
                <a:lnTo>
                  <a:pt x="1309928" y="2463000"/>
                </a:lnTo>
                <a:lnTo>
                  <a:pt x="1368183" y="2501100"/>
                </a:lnTo>
                <a:lnTo>
                  <a:pt x="1427505" y="2539200"/>
                </a:lnTo>
                <a:lnTo>
                  <a:pt x="1446733" y="2551900"/>
                </a:lnTo>
                <a:lnTo>
                  <a:pt x="1465008" y="2551900"/>
                </a:lnTo>
                <a:lnTo>
                  <a:pt x="1484591" y="2564600"/>
                </a:lnTo>
                <a:lnTo>
                  <a:pt x="1711032" y="2564600"/>
                </a:lnTo>
                <a:lnTo>
                  <a:pt x="1731556" y="2551900"/>
                </a:lnTo>
                <a:lnTo>
                  <a:pt x="1750568" y="2551900"/>
                </a:lnTo>
                <a:lnTo>
                  <a:pt x="1766849" y="2539200"/>
                </a:lnTo>
                <a:lnTo>
                  <a:pt x="1826539" y="2513800"/>
                </a:lnTo>
                <a:lnTo>
                  <a:pt x="1885950" y="2475700"/>
                </a:lnTo>
                <a:lnTo>
                  <a:pt x="2119338" y="2374100"/>
                </a:lnTo>
                <a:lnTo>
                  <a:pt x="2176310" y="2348700"/>
                </a:lnTo>
                <a:lnTo>
                  <a:pt x="2288171" y="2323300"/>
                </a:lnTo>
                <a:lnTo>
                  <a:pt x="2342934" y="2297900"/>
                </a:lnTo>
                <a:lnTo>
                  <a:pt x="2449817" y="2272500"/>
                </a:lnTo>
                <a:lnTo>
                  <a:pt x="2501811" y="2272500"/>
                </a:lnTo>
                <a:lnTo>
                  <a:pt x="2651226" y="2234400"/>
                </a:lnTo>
                <a:lnTo>
                  <a:pt x="2744749" y="2234400"/>
                </a:lnTo>
                <a:lnTo>
                  <a:pt x="2789504" y="2221700"/>
                </a:lnTo>
                <a:lnTo>
                  <a:pt x="2874657" y="2221700"/>
                </a:lnTo>
                <a:lnTo>
                  <a:pt x="2914942" y="2209000"/>
                </a:lnTo>
                <a:lnTo>
                  <a:pt x="3148444" y="2209000"/>
                </a:lnTo>
                <a:lnTo>
                  <a:pt x="3172015" y="2183600"/>
                </a:lnTo>
                <a:lnTo>
                  <a:pt x="3188995" y="2158200"/>
                </a:lnTo>
                <a:lnTo>
                  <a:pt x="3197123" y="21328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EXAMPLES</a:t>
            </a:r>
            <a:r>
              <a:rPr dirty="0" spc="-150"/>
              <a:t> </a:t>
            </a:r>
            <a:r>
              <a:rPr dirty="0" spc="-145"/>
              <a:t>WITH</a:t>
            </a:r>
            <a:r>
              <a:rPr dirty="0" spc="-120"/>
              <a:t> </a:t>
            </a:r>
            <a:r>
              <a:rPr dirty="0" spc="-125"/>
              <a:t>DIFFERENT</a:t>
            </a:r>
            <a:r>
              <a:rPr dirty="0" spc="-114"/>
              <a:t> </a:t>
            </a:r>
            <a:r>
              <a:rPr dirty="0" spc="-40"/>
              <a:t>FRAMEWORKS</a:t>
            </a: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746" y="5140647"/>
            <a:ext cx="225486" cy="201487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962050" y="1533220"/>
            <a:ext cx="10031730" cy="4573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8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JakartaEE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(Java)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8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Luigi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Libero</a:t>
            </a:r>
            <a:r>
              <a:rPr dirty="0" u="sng" sz="1800" spc="-1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Lucio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Starace</a:t>
            </a:r>
            <a:endParaRPr sz="1800">
              <a:latin typeface="Calibri"/>
              <a:cs typeface="Calibri"/>
            </a:endParaRPr>
          </a:p>
          <a:p>
            <a:pPr marL="241300" marR="5086985">
              <a:lnSpc>
                <a:spcPts val="1939"/>
              </a:lnSpc>
              <a:spcBef>
                <a:spcPts val="14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Includes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source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code,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Dockerfile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instructions.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https://github.com/luistar/jakartaee-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rest-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example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5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Pizza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Shop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Spring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(Java)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7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Luigi</a:t>
            </a:r>
            <a:r>
              <a:rPr dirty="0" u="sng" sz="1800" spc="-1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Libero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Lucio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Starace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https://github.com/luistar/rest-service-pizzashop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5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Quiz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FastAPI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(Python)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7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Márcio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Lemos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https://github.com/marciovrl/fastapi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Calibri"/>
              <a:cs typeface="Calibri"/>
            </a:endParaRPr>
          </a:p>
          <a:p>
            <a:pPr marL="12700" marR="5080" indent="367030">
              <a:lnSpc>
                <a:spcPct val="8960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1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required to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learn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JakartaEE,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Spring,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FastAPI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Technologies</a:t>
            </a:r>
            <a:r>
              <a:rPr dirty="0" sz="1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course.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be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educationally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worthwhile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take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look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than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Express.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JakartaEE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Spring,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annotation-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based approach.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So,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feel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free</a:t>
            </a:r>
            <a:r>
              <a:rPr dirty="0" sz="1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look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1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try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run</a:t>
            </a:r>
            <a:r>
              <a:rPr dirty="0" sz="1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above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linked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API,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aware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it’s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required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course.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15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REST</a:t>
            </a:r>
            <a:r>
              <a:rPr dirty="0" spc="-15"/>
              <a:t> </a:t>
            </a:r>
            <a:r>
              <a:rPr dirty="0" spc="-10"/>
              <a:t>Paradigm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37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LUIGI LIBERO LUCIO STARACE</dc:creator>
  <dc:title>PowerPoint Presentation</dc:title>
  <dcterms:created xsi:type="dcterms:W3CDTF">2025-04-12T10:09:05Z</dcterms:created>
  <dcterms:modified xsi:type="dcterms:W3CDTF">2025-04-12T10:09:05Z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2025-04-12T00:00:00Z</vt:filetime>
  </property>
  <property fmtid="{D5CDD505-2E9C-101B-9397-08002B2CF9AE}" pid="5" name="MSIP_Label_2ad0b24d-6422-44b0-b3de-abb3a9e8c81a_ActionId">
    <vt:lpwstr>9af74b0e-ab53-453f-acd9-6db9dfe131b8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Name">
    <vt:lpwstr>defa4170-0d19-0005-0004-bc88714345d2</vt:lpwstr>
  </property>
  <property fmtid="{D5CDD505-2E9C-101B-9397-08002B2CF9AE}" pid="10" name="MSIP_Label_2ad0b24d-6422-44b0-b3de-abb3a9e8c81a_SetDate">
    <vt:lpwstr>2023-05-27T10:34:22Z</vt:lpwstr>
  </property>
  <property fmtid="{D5CDD505-2E9C-101B-9397-08002B2CF9AE}" pid="11" name="MSIP_Label_2ad0b24d-6422-44b0-b3de-abb3a9e8c81a_SiteId">
    <vt:lpwstr>2fcfe26a-bb62-46b0-b1e3-28f9da0c45fd</vt:lpwstr>
  </property>
  <property fmtid="{D5CDD505-2E9C-101B-9397-08002B2CF9AE}" pid="12" name="Producer">
    <vt:lpwstr>Microsoft® PowerPoint® for Microsoft 365</vt:lpwstr>
  </property>
</Properties>
</file>