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1003871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050" y="1446872"/>
            <a:ext cx="10205085" cy="4187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5214"/>
            <a:ext cx="728789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24361" y="6465214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luigiliberolucio.starace@unina.it" TargetMode="External"/><Relationship Id="rId3" Type="http://schemas.openxmlformats.org/officeDocument/2006/relationships/hyperlink" Target="https://luistar.github.io/" TargetMode="External"/><Relationship Id="rId4" Type="http://schemas.openxmlformats.org/officeDocument/2006/relationships/hyperlink" Target="https://www.docenti.unina.it/luigiliberolucio.starac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jashkenas/coffeescript/wiki/list-of-languages-that-compile-to-JS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Anders_Hejlsberg" TargetMode="Externa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2022.stateofjs.com/en-US/other-tools/#javascript_flavors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rxiv.org/pdf/1007.2123.pdf" TargetMode="Externa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typescriptlang.org/docs/handbook/enums.html" TargetMode="Externa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Tony_Hoare" TargetMode="Externa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hyperlink" Target="https://www.typescriptlang.org/docs/handbook/intro.html" TargetMode="External"/><Relationship Id="rId4" Type="http://schemas.openxmlformats.org/officeDocument/2006/relationships/hyperlink" Target="https://arxiv.org/pdf/1007.2123.pdf" TargetMode="Externa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hyperlink" Target="https://dl.acm.org/doi/pdf/10.1145/3524842.3528454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1136" y="589821"/>
            <a:ext cx="10201910" cy="548132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31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  <a:p>
            <a:pPr marL="13335">
              <a:lnSpc>
                <a:spcPct val="100000"/>
              </a:lnSpc>
              <a:spcBef>
                <a:spcPts val="295"/>
              </a:spcBef>
            </a:pPr>
            <a:r>
              <a:rPr dirty="0" sz="2800" spc="-70" b="1">
                <a:solidFill>
                  <a:srgbClr val="006379"/>
                </a:solidFill>
                <a:latin typeface="Tahoma"/>
                <a:cs typeface="Tahoma"/>
              </a:rPr>
              <a:t>WEB</a:t>
            </a:r>
            <a:r>
              <a:rPr dirty="0" sz="2800" spc="-7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6379"/>
                </a:solidFill>
                <a:latin typeface="Tahoma"/>
                <a:cs typeface="Tahoma"/>
              </a:rPr>
              <a:t>TECHNO</a:t>
            </a:r>
            <a:r>
              <a:rPr dirty="0" sz="2800" b="1">
                <a:solidFill>
                  <a:srgbClr val="396C77"/>
                </a:solidFill>
                <a:latin typeface="Tahoma"/>
                <a:cs typeface="Tahoma"/>
              </a:rPr>
              <a:t>L</a:t>
            </a:r>
            <a:r>
              <a:rPr dirty="0" sz="2800" b="1">
                <a:solidFill>
                  <a:srgbClr val="006379"/>
                </a:solidFill>
                <a:latin typeface="Tahoma"/>
                <a:cs typeface="Tahoma"/>
              </a:rPr>
              <a:t>OGIES</a:t>
            </a:r>
            <a:r>
              <a:rPr dirty="0" sz="2800" spc="-3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1000" b="1">
                <a:solidFill>
                  <a:srgbClr val="006379"/>
                </a:solidFill>
                <a:latin typeface="Tahoma"/>
                <a:cs typeface="Tahoma"/>
              </a:rPr>
              <a:t>–</a:t>
            </a:r>
            <a:r>
              <a:rPr dirty="0" sz="2800" spc="-8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-105" b="1">
                <a:solidFill>
                  <a:srgbClr val="006379"/>
                </a:solidFill>
                <a:latin typeface="Tahoma"/>
                <a:cs typeface="Tahoma"/>
              </a:rPr>
              <a:t>LECTURE</a:t>
            </a:r>
            <a:r>
              <a:rPr dirty="0" sz="28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800" spc="-25" b="1">
                <a:solidFill>
                  <a:srgbClr val="006379"/>
                </a:solidFill>
                <a:latin typeface="Tahoma"/>
                <a:cs typeface="Tahoma"/>
              </a:rPr>
              <a:t>16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Tahoma"/>
              <a:cs typeface="Tahoma"/>
            </a:endParaRPr>
          </a:p>
          <a:p>
            <a:pPr marL="13335">
              <a:lnSpc>
                <a:spcPts val="6840"/>
              </a:lnSpc>
            </a:pPr>
            <a:r>
              <a:rPr dirty="0" sz="6000" spc="-365" b="1">
                <a:solidFill>
                  <a:srgbClr val="111F35"/>
                </a:solidFill>
                <a:latin typeface="Tahoma"/>
                <a:cs typeface="Tahoma"/>
              </a:rPr>
              <a:t>TYPESCRIPT:</a:t>
            </a:r>
            <a:endParaRPr sz="6000">
              <a:latin typeface="Tahoma"/>
              <a:cs typeface="Tahoma"/>
            </a:endParaRPr>
          </a:p>
          <a:p>
            <a:pPr marL="13335" marR="5080">
              <a:lnSpc>
                <a:spcPts val="6480"/>
              </a:lnSpc>
              <a:spcBef>
                <a:spcPts val="455"/>
              </a:spcBef>
            </a:pPr>
            <a:r>
              <a:rPr dirty="0" sz="6000" spc="-160" b="1">
                <a:solidFill>
                  <a:srgbClr val="111F35"/>
                </a:solidFill>
                <a:latin typeface="Tahoma"/>
                <a:cs typeface="Tahoma"/>
              </a:rPr>
              <a:t>JAVASCRIPT</a:t>
            </a:r>
            <a:r>
              <a:rPr dirty="0" sz="6000" spc="-5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350" b="1">
                <a:solidFill>
                  <a:srgbClr val="111F35"/>
                </a:solidFill>
                <a:latin typeface="Tahoma"/>
                <a:cs typeface="Tahoma"/>
              </a:rPr>
              <a:t>WITH</a:t>
            </a:r>
            <a:r>
              <a:rPr dirty="0" sz="6000" spc="-45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10" b="1">
                <a:solidFill>
                  <a:srgbClr val="111F35"/>
                </a:solidFill>
                <a:latin typeface="Tahoma"/>
                <a:cs typeface="Tahoma"/>
              </a:rPr>
              <a:t>SYNTAX </a:t>
            </a:r>
            <a:r>
              <a:rPr dirty="0" sz="6000" b="1">
                <a:solidFill>
                  <a:srgbClr val="111F35"/>
                </a:solidFill>
                <a:latin typeface="Tahoma"/>
                <a:cs typeface="Tahoma"/>
              </a:rPr>
              <a:t>FOR</a:t>
            </a:r>
            <a:r>
              <a:rPr dirty="0" sz="6000" spc="-14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-335" b="1">
                <a:solidFill>
                  <a:srgbClr val="111F35"/>
                </a:solidFill>
                <a:latin typeface="Tahoma"/>
                <a:cs typeface="Tahoma"/>
              </a:rPr>
              <a:t>TYPES</a:t>
            </a:r>
            <a:endParaRPr sz="6000">
              <a:latin typeface="Tahoma"/>
              <a:cs typeface="Tahoma"/>
            </a:endParaRPr>
          </a:p>
          <a:p>
            <a:pPr marL="13335">
              <a:lnSpc>
                <a:spcPct val="100000"/>
              </a:lnSpc>
              <a:spcBef>
                <a:spcPts val="1939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 marR="5568315">
              <a:lnSpc>
                <a:spcPct val="119200"/>
              </a:lnSpc>
              <a:spcBef>
                <a:spcPts val="420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luigiliberolucio.starace@unina.it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https://luistar.github.io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https://www.docenti.unina.it/luigiliberolucio.starace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4781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JAVASCRIPT</a:t>
            </a:r>
            <a:r>
              <a:rPr dirty="0" spc="-20"/>
              <a:t> </a:t>
            </a:r>
            <a:r>
              <a:rPr dirty="0" spc="145"/>
              <a:t>AND</a:t>
            </a:r>
            <a:r>
              <a:rPr dirty="0" spc="-15"/>
              <a:t> </a:t>
            </a:r>
            <a:r>
              <a:rPr dirty="0" spc="-145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86155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features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peculiar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system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learned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trike="sngStrike">
                <a:solidFill>
                  <a:srgbClr val="111F35"/>
                </a:solidFill>
                <a:latin typeface="Calibri"/>
                <a:cs typeface="Calibri"/>
              </a:rPr>
              <a:t>love</a:t>
            </a:r>
            <a:r>
              <a:rPr dirty="0" sz="2800" spc="-40" strike="noStrike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strike="noStrike">
                <a:solidFill>
                  <a:srgbClr val="111F35"/>
                </a:solidFill>
                <a:latin typeface="Calibri"/>
                <a:cs typeface="Calibri"/>
              </a:rPr>
              <a:t>accept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dynamically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typed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4600143"/>
            <a:ext cx="85648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weakly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loves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performing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implicit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casts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625851"/>
            <a:ext cx="10427335" cy="175450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x;</a:t>
            </a:r>
            <a:endParaRPr sz="1800">
              <a:latin typeface="Consolas"/>
              <a:cs typeface="Consolas"/>
            </a:endParaRPr>
          </a:p>
          <a:p>
            <a:pPr marL="92075" marR="59397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typeof</a:t>
            </a:r>
            <a:r>
              <a:rPr dirty="0" sz="1800">
                <a:latin typeface="Consolas"/>
                <a:cs typeface="Consolas"/>
              </a:rPr>
              <a:t>(x));</a:t>
            </a:r>
            <a:r>
              <a:rPr dirty="0" sz="1800" spc="-9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//undefined </a:t>
            </a: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1.25e7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 marR="63163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typeof</a:t>
            </a:r>
            <a:r>
              <a:rPr dirty="0" sz="1800">
                <a:latin typeface="Consolas"/>
                <a:cs typeface="Consolas"/>
              </a:rPr>
              <a:t>(x));</a:t>
            </a:r>
            <a:r>
              <a:rPr dirty="0" sz="1800" spc="-15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//number </a:t>
            </a: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"Hello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Web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Technologies!"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typeof</a:t>
            </a:r>
            <a:r>
              <a:rPr dirty="0" sz="1800">
                <a:latin typeface="Consolas"/>
                <a:cs typeface="Consolas"/>
              </a:rPr>
              <a:t>(x));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//string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5163311"/>
            <a:ext cx="10427335" cy="64643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y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"100"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-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"42"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16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//string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number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number,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number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+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&gt;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y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: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${typeof</a:t>
            </a:r>
            <a:r>
              <a:rPr dirty="0" sz="1800" spc="-10">
                <a:latin typeface="Consolas"/>
                <a:cs typeface="Consolas"/>
              </a:rPr>
              <a:t>(y)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r>
              <a:rPr dirty="0" sz="1800" spc="-6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//9942: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string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4781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JAVASCRIPT</a:t>
            </a:r>
            <a:r>
              <a:rPr dirty="0" spc="-20"/>
              <a:t> </a:t>
            </a:r>
            <a:r>
              <a:rPr dirty="0" spc="145"/>
              <a:t>AND</a:t>
            </a:r>
            <a:r>
              <a:rPr dirty="0" spc="-15"/>
              <a:t> </a:t>
            </a:r>
            <a:r>
              <a:rPr dirty="0" spc="-145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60330" cy="325120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characteristics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language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practical</a:t>
            </a:r>
            <a:r>
              <a:rPr dirty="0" sz="2800" spc="1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small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page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manipulation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tasks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works,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verbose,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declaring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explicit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casts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However,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complexity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programs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grows: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It’s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easier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introduce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tricky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bugs</a:t>
            </a:r>
            <a:endParaRPr sz="2400">
              <a:latin typeface="Calibri"/>
              <a:cs typeface="Calibri"/>
            </a:endParaRPr>
          </a:p>
          <a:p>
            <a:pPr lvl="1" marL="696595" marR="70485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best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developer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experience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(little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IDE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support,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few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errors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caught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IDE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runtime)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becomes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less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maintainable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hard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understand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95250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JAVASCRIPT:</a:t>
            </a:r>
            <a:r>
              <a:rPr dirty="0" spc="-114"/>
              <a:t> </a:t>
            </a:r>
            <a:r>
              <a:rPr dirty="0" spc="-100"/>
              <a:t>DAILY</a:t>
            </a:r>
            <a:r>
              <a:rPr dirty="0" spc="-110"/>
              <a:t> </a:t>
            </a:r>
            <a:r>
              <a:rPr dirty="0"/>
              <a:t>DEVELOPMENT</a:t>
            </a:r>
            <a:r>
              <a:rPr dirty="0" spc="-114"/>
              <a:t> </a:t>
            </a:r>
            <a:r>
              <a:rPr dirty="0" spc="-60"/>
              <a:t>TALES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4600143"/>
            <a:ext cx="89033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would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nice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could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catch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bugs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before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runtime!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1568196"/>
            <a:ext cx="1042733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 marR="25558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message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"Hello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Web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Technologies!"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latin typeface="Consolas"/>
                <a:cs typeface="Consolas"/>
              </a:rPr>
              <a:t>console.log(message.toLowerCase());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//hello</a:t>
            </a:r>
            <a:r>
              <a:rPr dirty="0" sz="1800" spc="-6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web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technologies! </a:t>
            </a:r>
            <a:r>
              <a:rPr dirty="0" sz="1800">
                <a:latin typeface="Consolas"/>
                <a:cs typeface="Consolas"/>
              </a:rPr>
              <a:t>message();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//TypeError: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message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function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(at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runtime)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583179"/>
            <a:ext cx="1042733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 marR="267843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employee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"Jordan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Belfort"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role: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"Stockbroker"</a:t>
            </a:r>
            <a:r>
              <a:rPr dirty="0" sz="1800" spc="-10">
                <a:latin typeface="Consolas"/>
                <a:cs typeface="Consolas"/>
              </a:rPr>
              <a:t>}; </a:t>
            </a:r>
            <a:r>
              <a:rPr dirty="0" sz="1800">
                <a:latin typeface="Consolas"/>
                <a:cs typeface="Consolas"/>
              </a:rPr>
              <a:t>employee.nome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"The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Wolf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of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Wall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Street"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//no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at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all </a:t>
            </a:r>
            <a:r>
              <a:rPr dirty="0" sz="1800">
                <a:latin typeface="Consolas"/>
                <a:cs typeface="Consolas"/>
              </a:rPr>
              <a:t>console.log(employee.name);</a:t>
            </a:r>
            <a:r>
              <a:rPr dirty="0" sz="1800" spc="-8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//Jordan</a:t>
            </a:r>
            <a:r>
              <a:rPr dirty="0" sz="1800" spc="-6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Belfort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3599688"/>
            <a:ext cx="10427335" cy="92201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 marR="925830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team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"Jordan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Belfort"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"Donnie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Azoff"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"Chester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Ming"</a:t>
            </a:r>
            <a:r>
              <a:rPr dirty="0" sz="1800" spc="-10">
                <a:latin typeface="Consolas"/>
                <a:cs typeface="Consolas"/>
              </a:rPr>
              <a:t>]; </a:t>
            </a:r>
            <a:r>
              <a:rPr dirty="0" sz="1800">
                <a:latin typeface="Consolas"/>
                <a:cs typeface="Consolas"/>
              </a:rPr>
              <a:t>team.add(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"Nicky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'Rugrat'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Koskoff"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//TypeError: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team.add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function </a:t>
            </a:r>
            <a:r>
              <a:rPr dirty="0" sz="1800" spc="-10">
                <a:latin typeface="Consolas"/>
                <a:cs typeface="Consolas"/>
              </a:rPr>
              <a:t>console.log(team);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TRANSPILERS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765030" cy="24688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increasingly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complex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programs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Developers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felt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address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limitations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already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widely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supported,</a:t>
            </a:r>
            <a:r>
              <a:rPr dirty="0" sz="2800" spc="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language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feasible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languages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standard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popped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up!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CoffeeScript,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TypeScript,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Dart,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Elm,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~350</a:t>
            </a:r>
            <a:r>
              <a:rPr dirty="0" u="sng" sz="2400" spc="-4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more</a:t>
            </a:r>
            <a:r>
              <a:rPr dirty="0" u="sng" sz="2400" spc="-3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are</a:t>
            </a:r>
            <a:r>
              <a:rPr dirty="0" u="sng" sz="2400" spc="-3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listed</a:t>
            </a:r>
            <a:r>
              <a:rPr dirty="0" u="sng" sz="2400" spc="-4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on</a:t>
            </a:r>
            <a:r>
              <a:rPr dirty="0" u="sng" sz="2400" spc="-3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this</a:t>
            </a:r>
            <a:r>
              <a:rPr dirty="0" u="sng" sz="2400" spc="-4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page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651761" y="4658614"/>
            <a:ext cx="2847340" cy="1401445"/>
            <a:chOff x="1651761" y="4658614"/>
            <a:chExt cx="2847340" cy="1401445"/>
          </a:xfrm>
        </p:grpSpPr>
        <p:sp>
          <p:nvSpPr>
            <p:cNvPr id="5" name="object 5" descr=""/>
            <p:cNvSpPr/>
            <p:nvPr/>
          </p:nvSpPr>
          <p:spPr>
            <a:xfrm>
              <a:off x="1658111" y="4664964"/>
              <a:ext cx="2834640" cy="1388745"/>
            </a:xfrm>
            <a:custGeom>
              <a:avLst/>
              <a:gdLst/>
              <a:ahLst/>
              <a:cxnLst/>
              <a:rect l="l" t="t" r="r" b="b"/>
              <a:pathLst>
                <a:path w="2834640" h="1388745">
                  <a:moveTo>
                    <a:pt x="2603246" y="0"/>
                  </a:moveTo>
                  <a:lnTo>
                    <a:pt x="231394" y="0"/>
                  </a:lnTo>
                  <a:lnTo>
                    <a:pt x="184769" y="4702"/>
                  </a:lnTo>
                  <a:lnTo>
                    <a:pt x="141339" y="18188"/>
                  </a:lnTo>
                  <a:lnTo>
                    <a:pt x="102034" y="39527"/>
                  </a:lnTo>
                  <a:lnTo>
                    <a:pt x="67786" y="67786"/>
                  </a:lnTo>
                  <a:lnTo>
                    <a:pt x="39527" y="102034"/>
                  </a:lnTo>
                  <a:lnTo>
                    <a:pt x="18188" y="141339"/>
                  </a:lnTo>
                  <a:lnTo>
                    <a:pt x="4702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702" y="1203601"/>
                  </a:lnTo>
                  <a:lnTo>
                    <a:pt x="18188" y="1247035"/>
                  </a:lnTo>
                  <a:lnTo>
                    <a:pt x="39527" y="1286341"/>
                  </a:lnTo>
                  <a:lnTo>
                    <a:pt x="67786" y="1320587"/>
                  </a:lnTo>
                  <a:lnTo>
                    <a:pt x="102034" y="1348843"/>
                  </a:lnTo>
                  <a:lnTo>
                    <a:pt x="141339" y="1370178"/>
                  </a:lnTo>
                  <a:lnTo>
                    <a:pt x="184769" y="1383662"/>
                  </a:lnTo>
                  <a:lnTo>
                    <a:pt x="231394" y="1388364"/>
                  </a:lnTo>
                  <a:lnTo>
                    <a:pt x="2603246" y="1388364"/>
                  </a:lnTo>
                  <a:lnTo>
                    <a:pt x="2649870" y="1383662"/>
                  </a:lnTo>
                  <a:lnTo>
                    <a:pt x="2693300" y="1370178"/>
                  </a:lnTo>
                  <a:lnTo>
                    <a:pt x="2732605" y="1348843"/>
                  </a:lnTo>
                  <a:lnTo>
                    <a:pt x="2766853" y="1320587"/>
                  </a:lnTo>
                  <a:lnTo>
                    <a:pt x="2795112" y="1286341"/>
                  </a:lnTo>
                  <a:lnTo>
                    <a:pt x="2816451" y="1247035"/>
                  </a:lnTo>
                  <a:lnTo>
                    <a:pt x="2829937" y="1203601"/>
                  </a:lnTo>
                  <a:lnTo>
                    <a:pt x="2834640" y="1156970"/>
                  </a:lnTo>
                  <a:lnTo>
                    <a:pt x="2834640" y="231394"/>
                  </a:lnTo>
                  <a:lnTo>
                    <a:pt x="2829937" y="184769"/>
                  </a:lnTo>
                  <a:lnTo>
                    <a:pt x="2816451" y="141339"/>
                  </a:lnTo>
                  <a:lnTo>
                    <a:pt x="2795112" y="102034"/>
                  </a:lnTo>
                  <a:lnTo>
                    <a:pt x="2766853" y="67786"/>
                  </a:lnTo>
                  <a:lnTo>
                    <a:pt x="2732605" y="39527"/>
                  </a:lnTo>
                  <a:lnTo>
                    <a:pt x="2693300" y="18188"/>
                  </a:lnTo>
                  <a:lnTo>
                    <a:pt x="2649870" y="4702"/>
                  </a:lnTo>
                  <a:lnTo>
                    <a:pt x="260324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58111" y="4664964"/>
              <a:ext cx="2834640" cy="1388745"/>
            </a:xfrm>
            <a:custGeom>
              <a:avLst/>
              <a:gdLst/>
              <a:ahLst/>
              <a:cxnLst/>
              <a:rect l="l" t="t" r="r" b="b"/>
              <a:pathLst>
                <a:path w="2834640" h="1388745">
                  <a:moveTo>
                    <a:pt x="0" y="231394"/>
                  </a:moveTo>
                  <a:lnTo>
                    <a:pt x="4702" y="184769"/>
                  </a:lnTo>
                  <a:lnTo>
                    <a:pt x="18188" y="141339"/>
                  </a:lnTo>
                  <a:lnTo>
                    <a:pt x="39527" y="102034"/>
                  </a:lnTo>
                  <a:lnTo>
                    <a:pt x="67786" y="67786"/>
                  </a:lnTo>
                  <a:lnTo>
                    <a:pt x="102034" y="39527"/>
                  </a:lnTo>
                  <a:lnTo>
                    <a:pt x="141339" y="18188"/>
                  </a:lnTo>
                  <a:lnTo>
                    <a:pt x="184769" y="4702"/>
                  </a:lnTo>
                  <a:lnTo>
                    <a:pt x="231394" y="0"/>
                  </a:lnTo>
                  <a:lnTo>
                    <a:pt x="2603246" y="0"/>
                  </a:lnTo>
                  <a:lnTo>
                    <a:pt x="2649870" y="4702"/>
                  </a:lnTo>
                  <a:lnTo>
                    <a:pt x="2693300" y="18188"/>
                  </a:lnTo>
                  <a:lnTo>
                    <a:pt x="2732605" y="39527"/>
                  </a:lnTo>
                  <a:lnTo>
                    <a:pt x="2766853" y="67786"/>
                  </a:lnTo>
                  <a:lnTo>
                    <a:pt x="2795112" y="102034"/>
                  </a:lnTo>
                  <a:lnTo>
                    <a:pt x="2816451" y="141339"/>
                  </a:lnTo>
                  <a:lnTo>
                    <a:pt x="2829937" y="184769"/>
                  </a:lnTo>
                  <a:lnTo>
                    <a:pt x="2834640" y="231394"/>
                  </a:lnTo>
                  <a:lnTo>
                    <a:pt x="2834640" y="1156970"/>
                  </a:lnTo>
                  <a:lnTo>
                    <a:pt x="2829937" y="1203601"/>
                  </a:lnTo>
                  <a:lnTo>
                    <a:pt x="2816451" y="1247035"/>
                  </a:lnTo>
                  <a:lnTo>
                    <a:pt x="2795112" y="1286341"/>
                  </a:lnTo>
                  <a:lnTo>
                    <a:pt x="2766853" y="1320587"/>
                  </a:lnTo>
                  <a:lnTo>
                    <a:pt x="2732605" y="1348843"/>
                  </a:lnTo>
                  <a:lnTo>
                    <a:pt x="2693300" y="1370178"/>
                  </a:lnTo>
                  <a:lnTo>
                    <a:pt x="2649870" y="1383662"/>
                  </a:lnTo>
                  <a:lnTo>
                    <a:pt x="2603246" y="1388364"/>
                  </a:lnTo>
                  <a:lnTo>
                    <a:pt x="231394" y="1388364"/>
                  </a:lnTo>
                  <a:lnTo>
                    <a:pt x="184769" y="1383662"/>
                  </a:lnTo>
                  <a:lnTo>
                    <a:pt x="141339" y="1370178"/>
                  </a:lnTo>
                  <a:lnTo>
                    <a:pt x="102034" y="1348843"/>
                  </a:lnTo>
                  <a:lnTo>
                    <a:pt x="67786" y="1320587"/>
                  </a:lnTo>
                  <a:lnTo>
                    <a:pt x="39527" y="1286341"/>
                  </a:lnTo>
                  <a:lnTo>
                    <a:pt x="18188" y="1247035"/>
                  </a:lnTo>
                  <a:lnTo>
                    <a:pt x="4702" y="1203601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935226" y="4783582"/>
            <a:ext cx="228092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27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written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new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Language,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additional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fancy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426709" y="4658614"/>
            <a:ext cx="1338580" cy="1401445"/>
            <a:chOff x="5426709" y="4658614"/>
            <a:chExt cx="1338580" cy="140144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3059" y="4664964"/>
              <a:ext cx="1325880" cy="138836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433059" y="4664964"/>
              <a:ext cx="1325880" cy="1388745"/>
            </a:xfrm>
            <a:custGeom>
              <a:avLst/>
              <a:gdLst/>
              <a:ahLst/>
              <a:cxnLst/>
              <a:rect l="l" t="t" r="r" b="b"/>
              <a:pathLst>
                <a:path w="1325879" h="1388745">
                  <a:moveTo>
                    <a:pt x="0" y="220980"/>
                  </a:moveTo>
                  <a:lnTo>
                    <a:pt x="4489" y="176443"/>
                  </a:lnTo>
                  <a:lnTo>
                    <a:pt x="17365" y="134963"/>
                  </a:lnTo>
                  <a:lnTo>
                    <a:pt x="37739" y="97426"/>
                  </a:lnTo>
                  <a:lnTo>
                    <a:pt x="64722" y="64722"/>
                  </a:lnTo>
                  <a:lnTo>
                    <a:pt x="97426" y="37739"/>
                  </a:lnTo>
                  <a:lnTo>
                    <a:pt x="134963" y="17365"/>
                  </a:lnTo>
                  <a:lnTo>
                    <a:pt x="176443" y="4489"/>
                  </a:lnTo>
                  <a:lnTo>
                    <a:pt x="220979" y="0"/>
                  </a:lnTo>
                  <a:lnTo>
                    <a:pt x="1104899" y="0"/>
                  </a:lnTo>
                  <a:lnTo>
                    <a:pt x="1149436" y="4489"/>
                  </a:lnTo>
                  <a:lnTo>
                    <a:pt x="1190916" y="17365"/>
                  </a:lnTo>
                  <a:lnTo>
                    <a:pt x="1228453" y="37739"/>
                  </a:lnTo>
                  <a:lnTo>
                    <a:pt x="1261157" y="64722"/>
                  </a:lnTo>
                  <a:lnTo>
                    <a:pt x="1288140" y="97426"/>
                  </a:lnTo>
                  <a:lnTo>
                    <a:pt x="1308514" y="134963"/>
                  </a:lnTo>
                  <a:lnTo>
                    <a:pt x="1321390" y="176443"/>
                  </a:lnTo>
                  <a:lnTo>
                    <a:pt x="1325880" y="220980"/>
                  </a:lnTo>
                  <a:lnTo>
                    <a:pt x="1325880" y="1167384"/>
                  </a:lnTo>
                  <a:lnTo>
                    <a:pt x="1321390" y="1211920"/>
                  </a:lnTo>
                  <a:lnTo>
                    <a:pt x="1308514" y="1253400"/>
                  </a:lnTo>
                  <a:lnTo>
                    <a:pt x="1288140" y="1290937"/>
                  </a:lnTo>
                  <a:lnTo>
                    <a:pt x="1261157" y="1323641"/>
                  </a:lnTo>
                  <a:lnTo>
                    <a:pt x="1228453" y="1350624"/>
                  </a:lnTo>
                  <a:lnTo>
                    <a:pt x="1190916" y="1370998"/>
                  </a:lnTo>
                  <a:lnTo>
                    <a:pt x="1149436" y="1383874"/>
                  </a:lnTo>
                  <a:lnTo>
                    <a:pt x="1104899" y="1388364"/>
                  </a:lnTo>
                  <a:lnTo>
                    <a:pt x="220979" y="1388364"/>
                  </a:lnTo>
                  <a:lnTo>
                    <a:pt x="176443" y="1383874"/>
                  </a:lnTo>
                  <a:lnTo>
                    <a:pt x="134963" y="1370998"/>
                  </a:lnTo>
                  <a:lnTo>
                    <a:pt x="97426" y="1350624"/>
                  </a:lnTo>
                  <a:lnTo>
                    <a:pt x="64722" y="1323641"/>
                  </a:lnTo>
                  <a:lnTo>
                    <a:pt x="37739" y="1290937"/>
                  </a:lnTo>
                  <a:lnTo>
                    <a:pt x="17365" y="1253400"/>
                  </a:lnTo>
                  <a:lnTo>
                    <a:pt x="4489" y="1211920"/>
                  </a:lnTo>
                  <a:lnTo>
                    <a:pt x="0" y="1167384"/>
                  </a:lnTo>
                  <a:lnTo>
                    <a:pt x="0" y="22098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629402" y="5195061"/>
            <a:ext cx="935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Transpiler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692897" y="4658614"/>
            <a:ext cx="2847340" cy="1401445"/>
            <a:chOff x="7692897" y="4658614"/>
            <a:chExt cx="2847340" cy="1401445"/>
          </a:xfrm>
        </p:grpSpPr>
        <p:sp>
          <p:nvSpPr>
            <p:cNvPr id="13" name="object 13" descr=""/>
            <p:cNvSpPr/>
            <p:nvPr/>
          </p:nvSpPr>
          <p:spPr>
            <a:xfrm>
              <a:off x="7699247" y="4664964"/>
              <a:ext cx="2834640" cy="1388745"/>
            </a:xfrm>
            <a:custGeom>
              <a:avLst/>
              <a:gdLst/>
              <a:ahLst/>
              <a:cxnLst/>
              <a:rect l="l" t="t" r="r" b="b"/>
              <a:pathLst>
                <a:path w="2834640" h="1388745">
                  <a:moveTo>
                    <a:pt x="2603246" y="0"/>
                  </a:moveTo>
                  <a:lnTo>
                    <a:pt x="231394" y="0"/>
                  </a:lnTo>
                  <a:lnTo>
                    <a:pt x="184769" y="4702"/>
                  </a:lnTo>
                  <a:lnTo>
                    <a:pt x="141339" y="18188"/>
                  </a:lnTo>
                  <a:lnTo>
                    <a:pt x="102034" y="39527"/>
                  </a:lnTo>
                  <a:lnTo>
                    <a:pt x="67786" y="67786"/>
                  </a:lnTo>
                  <a:lnTo>
                    <a:pt x="39527" y="102034"/>
                  </a:lnTo>
                  <a:lnTo>
                    <a:pt x="18188" y="141339"/>
                  </a:lnTo>
                  <a:lnTo>
                    <a:pt x="4702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702" y="1203601"/>
                  </a:lnTo>
                  <a:lnTo>
                    <a:pt x="18188" y="1247035"/>
                  </a:lnTo>
                  <a:lnTo>
                    <a:pt x="39527" y="1286341"/>
                  </a:lnTo>
                  <a:lnTo>
                    <a:pt x="67786" y="1320587"/>
                  </a:lnTo>
                  <a:lnTo>
                    <a:pt x="102034" y="1348843"/>
                  </a:lnTo>
                  <a:lnTo>
                    <a:pt x="141339" y="1370178"/>
                  </a:lnTo>
                  <a:lnTo>
                    <a:pt x="184769" y="1383662"/>
                  </a:lnTo>
                  <a:lnTo>
                    <a:pt x="231394" y="1388364"/>
                  </a:lnTo>
                  <a:lnTo>
                    <a:pt x="2603246" y="1388364"/>
                  </a:lnTo>
                  <a:lnTo>
                    <a:pt x="2649870" y="1383662"/>
                  </a:lnTo>
                  <a:lnTo>
                    <a:pt x="2693300" y="1370178"/>
                  </a:lnTo>
                  <a:lnTo>
                    <a:pt x="2732605" y="1348843"/>
                  </a:lnTo>
                  <a:lnTo>
                    <a:pt x="2766853" y="1320587"/>
                  </a:lnTo>
                  <a:lnTo>
                    <a:pt x="2795112" y="1286341"/>
                  </a:lnTo>
                  <a:lnTo>
                    <a:pt x="2816451" y="1247035"/>
                  </a:lnTo>
                  <a:lnTo>
                    <a:pt x="2829937" y="1203601"/>
                  </a:lnTo>
                  <a:lnTo>
                    <a:pt x="2834640" y="1156970"/>
                  </a:lnTo>
                  <a:lnTo>
                    <a:pt x="2834640" y="231394"/>
                  </a:lnTo>
                  <a:lnTo>
                    <a:pt x="2829937" y="184769"/>
                  </a:lnTo>
                  <a:lnTo>
                    <a:pt x="2816451" y="141339"/>
                  </a:lnTo>
                  <a:lnTo>
                    <a:pt x="2795112" y="102034"/>
                  </a:lnTo>
                  <a:lnTo>
                    <a:pt x="2766853" y="67786"/>
                  </a:lnTo>
                  <a:lnTo>
                    <a:pt x="2732605" y="39527"/>
                  </a:lnTo>
                  <a:lnTo>
                    <a:pt x="2693300" y="18188"/>
                  </a:lnTo>
                  <a:lnTo>
                    <a:pt x="2649870" y="4702"/>
                  </a:lnTo>
                  <a:lnTo>
                    <a:pt x="2603246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99247" y="4664964"/>
              <a:ext cx="2834640" cy="1388745"/>
            </a:xfrm>
            <a:custGeom>
              <a:avLst/>
              <a:gdLst/>
              <a:ahLst/>
              <a:cxnLst/>
              <a:rect l="l" t="t" r="r" b="b"/>
              <a:pathLst>
                <a:path w="2834640" h="1388745">
                  <a:moveTo>
                    <a:pt x="0" y="231394"/>
                  </a:moveTo>
                  <a:lnTo>
                    <a:pt x="4702" y="184769"/>
                  </a:lnTo>
                  <a:lnTo>
                    <a:pt x="18188" y="141339"/>
                  </a:lnTo>
                  <a:lnTo>
                    <a:pt x="39527" y="102034"/>
                  </a:lnTo>
                  <a:lnTo>
                    <a:pt x="67786" y="67786"/>
                  </a:lnTo>
                  <a:lnTo>
                    <a:pt x="102034" y="39527"/>
                  </a:lnTo>
                  <a:lnTo>
                    <a:pt x="141339" y="18188"/>
                  </a:lnTo>
                  <a:lnTo>
                    <a:pt x="184769" y="4702"/>
                  </a:lnTo>
                  <a:lnTo>
                    <a:pt x="231394" y="0"/>
                  </a:lnTo>
                  <a:lnTo>
                    <a:pt x="2603246" y="0"/>
                  </a:lnTo>
                  <a:lnTo>
                    <a:pt x="2649870" y="4702"/>
                  </a:lnTo>
                  <a:lnTo>
                    <a:pt x="2693300" y="18188"/>
                  </a:lnTo>
                  <a:lnTo>
                    <a:pt x="2732605" y="39527"/>
                  </a:lnTo>
                  <a:lnTo>
                    <a:pt x="2766853" y="67786"/>
                  </a:lnTo>
                  <a:lnTo>
                    <a:pt x="2795112" y="102034"/>
                  </a:lnTo>
                  <a:lnTo>
                    <a:pt x="2816451" y="141339"/>
                  </a:lnTo>
                  <a:lnTo>
                    <a:pt x="2829937" y="184769"/>
                  </a:lnTo>
                  <a:lnTo>
                    <a:pt x="2834640" y="231394"/>
                  </a:lnTo>
                  <a:lnTo>
                    <a:pt x="2834640" y="1156970"/>
                  </a:lnTo>
                  <a:lnTo>
                    <a:pt x="2829937" y="1203601"/>
                  </a:lnTo>
                  <a:lnTo>
                    <a:pt x="2816451" y="1247035"/>
                  </a:lnTo>
                  <a:lnTo>
                    <a:pt x="2795112" y="1286341"/>
                  </a:lnTo>
                  <a:lnTo>
                    <a:pt x="2766853" y="1320587"/>
                  </a:lnTo>
                  <a:lnTo>
                    <a:pt x="2732605" y="1348843"/>
                  </a:lnTo>
                  <a:lnTo>
                    <a:pt x="2693300" y="1370178"/>
                  </a:lnTo>
                  <a:lnTo>
                    <a:pt x="2649870" y="1383662"/>
                  </a:lnTo>
                  <a:lnTo>
                    <a:pt x="2603246" y="1388364"/>
                  </a:lnTo>
                  <a:lnTo>
                    <a:pt x="231394" y="1388364"/>
                  </a:lnTo>
                  <a:lnTo>
                    <a:pt x="184769" y="1383662"/>
                  </a:lnTo>
                  <a:lnTo>
                    <a:pt x="141339" y="1370178"/>
                  </a:lnTo>
                  <a:lnTo>
                    <a:pt x="102034" y="1348843"/>
                  </a:lnTo>
                  <a:lnTo>
                    <a:pt x="67786" y="1320587"/>
                  </a:lnTo>
                  <a:lnTo>
                    <a:pt x="39527" y="1286341"/>
                  </a:lnTo>
                  <a:lnTo>
                    <a:pt x="18188" y="1247035"/>
                  </a:lnTo>
                  <a:lnTo>
                    <a:pt x="4702" y="1203601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234553" y="4920742"/>
            <a:ext cx="176403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1800" spc="-10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111F35"/>
                </a:solidFill>
                <a:latin typeface="Calibri"/>
                <a:cs typeface="Calibri"/>
              </a:rPr>
              <a:t>code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(can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anywhere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1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runs)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602226" y="5109717"/>
            <a:ext cx="718820" cy="497840"/>
            <a:chOff x="4602226" y="5109717"/>
            <a:chExt cx="718820" cy="497840"/>
          </a:xfrm>
        </p:grpSpPr>
        <p:sp>
          <p:nvSpPr>
            <p:cNvPr id="17" name="object 17" descr=""/>
            <p:cNvSpPr/>
            <p:nvPr/>
          </p:nvSpPr>
          <p:spPr>
            <a:xfrm>
              <a:off x="4608576" y="5116067"/>
              <a:ext cx="706120" cy="485140"/>
            </a:xfrm>
            <a:custGeom>
              <a:avLst/>
              <a:gdLst/>
              <a:ahLst/>
              <a:cxnLst/>
              <a:rect l="l" t="t" r="r" b="b"/>
              <a:pathLst>
                <a:path w="706120" h="485139">
                  <a:moveTo>
                    <a:pt x="463296" y="0"/>
                  </a:moveTo>
                  <a:lnTo>
                    <a:pt x="463296" y="121157"/>
                  </a:lnTo>
                  <a:lnTo>
                    <a:pt x="0" y="121157"/>
                  </a:lnTo>
                  <a:lnTo>
                    <a:pt x="0" y="363473"/>
                  </a:lnTo>
                  <a:lnTo>
                    <a:pt x="463296" y="363473"/>
                  </a:lnTo>
                  <a:lnTo>
                    <a:pt x="463296" y="484631"/>
                  </a:lnTo>
                  <a:lnTo>
                    <a:pt x="705612" y="242315"/>
                  </a:lnTo>
                  <a:lnTo>
                    <a:pt x="463296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608576" y="5116067"/>
              <a:ext cx="706120" cy="485140"/>
            </a:xfrm>
            <a:custGeom>
              <a:avLst/>
              <a:gdLst/>
              <a:ahLst/>
              <a:cxnLst/>
              <a:rect l="l" t="t" r="r" b="b"/>
              <a:pathLst>
                <a:path w="706120" h="485139">
                  <a:moveTo>
                    <a:pt x="0" y="121157"/>
                  </a:moveTo>
                  <a:lnTo>
                    <a:pt x="463296" y="121157"/>
                  </a:lnTo>
                  <a:lnTo>
                    <a:pt x="463296" y="0"/>
                  </a:lnTo>
                  <a:lnTo>
                    <a:pt x="705612" y="242315"/>
                  </a:lnTo>
                  <a:lnTo>
                    <a:pt x="463296" y="484631"/>
                  </a:lnTo>
                  <a:lnTo>
                    <a:pt x="463296" y="363473"/>
                  </a:lnTo>
                  <a:lnTo>
                    <a:pt x="0" y="363473"/>
                  </a:lnTo>
                  <a:lnTo>
                    <a:pt x="0" y="121157"/>
                  </a:lnTo>
                  <a:close/>
                </a:path>
              </a:pathLst>
            </a:custGeom>
            <a:ln w="12699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6868414" y="5111241"/>
            <a:ext cx="718820" cy="497840"/>
            <a:chOff x="6868414" y="5111241"/>
            <a:chExt cx="718820" cy="497840"/>
          </a:xfrm>
        </p:grpSpPr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4764" y="5117591"/>
              <a:ext cx="705611" cy="484631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6874764" y="5117591"/>
              <a:ext cx="706120" cy="485140"/>
            </a:xfrm>
            <a:custGeom>
              <a:avLst/>
              <a:gdLst/>
              <a:ahLst/>
              <a:cxnLst/>
              <a:rect l="l" t="t" r="r" b="b"/>
              <a:pathLst>
                <a:path w="706120" h="485139">
                  <a:moveTo>
                    <a:pt x="0" y="121157"/>
                  </a:moveTo>
                  <a:lnTo>
                    <a:pt x="463295" y="121157"/>
                  </a:lnTo>
                  <a:lnTo>
                    <a:pt x="463295" y="0"/>
                  </a:lnTo>
                  <a:lnTo>
                    <a:pt x="705611" y="242315"/>
                  </a:lnTo>
                  <a:lnTo>
                    <a:pt x="463295" y="484631"/>
                  </a:lnTo>
                  <a:lnTo>
                    <a:pt x="463295" y="363473"/>
                  </a:lnTo>
                  <a:lnTo>
                    <a:pt x="0" y="363473"/>
                  </a:lnTo>
                  <a:lnTo>
                    <a:pt x="0" y="121157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TYPESCRIPT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5018405" cy="339280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826769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Born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2012,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designed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Microsoft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dev: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Anders</a:t>
            </a:r>
            <a:r>
              <a:rPr dirty="0" u="sng" sz="2800" spc="-5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Hejlsberg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Superset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static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more!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far,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popular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flavor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173723" y="1057655"/>
            <a:ext cx="5058410" cy="5058410"/>
            <a:chOff x="6173723" y="1057655"/>
            <a:chExt cx="5058410" cy="5058410"/>
          </a:xfrm>
        </p:grpSpPr>
        <p:sp>
          <p:nvSpPr>
            <p:cNvPr id="5" name="object 5" descr=""/>
            <p:cNvSpPr/>
            <p:nvPr/>
          </p:nvSpPr>
          <p:spPr>
            <a:xfrm>
              <a:off x="6173723" y="1057655"/>
              <a:ext cx="5058410" cy="5058410"/>
            </a:xfrm>
            <a:custGeom>
              <a:avLst/>
              <a:gdLst/>
              <a:ahLst/>
              <a:cxnLst/>
              <a:rect l="l" t="t" r="r" b="b"/>
              <a:pathLst>
                <a:path w="5058409" h="5058410">
                  <a:moveTo>
                    <a:pt x="2529078" y="0"/>
                  </a:moveTo>
                  <a:lnTo>
                    <a:pt x="2481020" y="447"/>
                  </a:lnTo>
                  <a:lnTo>
                    <a:pt x="2433180" y="1784"/>
                  </a:lnTo>
                  <a:lnTo>
                    <a:pt x="2385565" y="4003"/>
                  </a:lnTo>
                  <a:lnTo>
                    <a:pt x="2338184" y="7096"/>
                  </a:lnTo>
                  <a:lnTo>
                    <a:pt x="2291044" y="11055"/>
                  </a:lnTo>
                  <a:lnTo>
                    <a:pt x="2244153" y="15872"/>
                  </a:lnTo>
                  <a:lnTo>
                    <a:pt x="2197519" y="21539"/>
                  </a:lnTo>
                  <a:lnTo>
                    <a:pt x="2151150" y="28048"/>
                  </a:lnTo>
                  <a:lnTo>
                    <a:pt x="2105054" y="35392"/>
                  </a:lnTo>
                  <a:lnTo>
                    <a:pt x="2059239" y="43562"/>
                  </a:lnTo>
                  <a:lnTo>
                    <a:pt x="2013713" y="52550"/>
                  </a:lnTo>
                  <a:lnTo>
                    <a:pt x="1968483" y="62350"/>
                  </a:lnTo>
                  <a:lnTo>
                    <a:pt x="1923557" y="72952"/>
                  </a:lnTo>
                  <a:lnTo>
                    <a:pt x="1878944" y="84348"/>
                  </a:lnTo>
                  <a:lnTo>
                    <a:pt x="1834651" y="96532"/>
                  </a:lnTo>
                  <a:lnTo>
                    <a:pt x="1790687" y="109495"/>
                  </a:lnTo>
                  <a:lnTo>
                    <a:pt x="1747058" y="123228"/>
                  </a:lnTo>
                  <a:lnTo>
                    <a:pt x="1703774" y="137725"/>
                  </a:lnTo>
                  <a:lnTo>
                    <a:pt x="1660842" y="152977"/>
                  </a:lnTo>
                  <a:lnTo>
                    <a:pt x="1618269" y="168977"/>
                  </a:lnTo>
                  <a:lnTo>
                    <a:pt x="1576064" y="185716"/>
                  </a:lnTo>
                  <a:lnTo>
                    <a:pt x="1534235" y="203186"/>
                  </a:lnTo>
                  <a:lnTo>
                    <a:pt x="1492790" y="221380"/>
                  </a:lnTo>
                  <a:lnTo>
                    <a:pt x="1451736" y="240290"/>
                  </a:lnTo>
                  <a:lnTo>
                    <a:pt x="1411081" y="259908"/>
                  </a:lnTo>
                  <a:lnTo>
                    <a:pt x="1370834" y="280225"/>
                  </a:lnTo>
                  <a:lnTo>
                    <a:pt x="1331002" y="301235"/>
                  </a:lnTo>
                  <a:lnTo>
                    <a:pt x="1291593" y="322929"/>
                  </a:lnTo>
                  <a:lnTo>
                    <a:pt x="1252615" y="345298"/>
                  </a:lnTo>
                  <a:lnTo>
                    <a:pt x="1214076" y="368336"/>
                  </a:lnTo>
                  <a:lnTo>
                    <a:pt x="1175983" y="392035"/>
                  </a:lnTo>
                  <a:lnTo>
                    <a:pt x="1138346" y="416386"/>
                  </a:lnTo>
                  <a:lnTo>
                    <a:pt x="1101171" y="441381"/>
                  </a:lnTo>
                  <a:lnTo>
                    <a:pt x="1064467" y="467013"/>
                  </a:lnTo>
                  <a:lnTo>
                    <a:pt x="1028241" y="493274"/>
                  </a:lnTo>
                  <a:lnTo>
                    <a:pt x="992502" y="520156"/>
                  </a:lnTo>
                  <a:lnTo>
                    <a:pt x="957257" y="547650"/>
                  </a:lnTo>
                  <a:lnTo>
                    <a:pt x="922514" y="575750"/>
                  </a:lnTo>
                  <a:lnTo>
                    <a:pt x="888281" y="604447"/>
                  </a:lnTo>
                  <a:lnTo>
                    <a:pt x="854567" y="633733"/>
                  </a:lnTo>
                  <a:lnTo>
                    <a:pt x="821378" y="663600"/>
                  </a:lnTo>
                  <a:lnTo>
                    <a:pt x="788723" y="694040"/>
                  </a:lnTo>
                  <a:lnTo>
                    <a:pt x="756610" y="725046"/>
                  </a:lnTo>
                  <a:lnTo>
                    <a:pt x="725046" y="756610"/>
                  </a:lnTo>
                  <a:lnTo>
                    <a:pt x="694040" y="788723"/>
                  </a:lnTo>
                  <a:lnTo>
                    <a:pt x="663600" y="821378"/>
                  </a:lnTo>
                  <a:lnTo>
                    <a:pt x="633733" y="854567"/>
                  </a:lnTo>
                  <a:lnTo>
                    <a:pt x="604447" y="888281"/>
                  </a:lnTo>
                  <a:lnTo>
                    <a:pt x="575750" y="922514"/>
                  </a:lnTo>
                  <a:lnTo>
                    <a:pt x="547650" y="957257"/>
                  </a:lnTo>
                  <a:lnTo>
                    <a:pt x="520156" y="992502"/>
                  </a:lnTo>
                  <a:lnTo>
                    <a:pt x="493274" y="1028241"/>
                  </a:lnTo>
                  <a:lnTo>
                    <a:pt x="467013" y="1064467"/>
                  </a:lnTo>
                  <a:lnTo>
                    <a:pt x="441381" y="1101171"/>
                  </a:lnTo>
                  <a:lnTo>
                    <a:pt x="416386" y="1138346"/>
                  </a:lnTo>
                  <a:lnTo>
                    <a:pt x="392035" y="1175983"/>
                  </a:lnTo>
                  <a:lnTo>
                    <a:pt x="368336" y="1214076"/>
                  </a:lnTo>
                  <a:lnTo>
                    <a:pt x="345298" y="1252615"/>
                  </a:lnTo>
                  <a:lnTo>
                    <a:pt x="322929" y="1291593"/>
                  </a:lnTo>
                  <a:lnTo>
                    <a:pt x="301235" y="1331002"/>
                  </a:lnTo>
                  <a:lnTo>
                    <a:pt x="280225" y="1370834"/>
                  </a:lnTo>
                  <a:lnTo>
                    <a:pt x="259908" y="1411081"/>
                  </a:lnTo>
                  <a:lnTo>
                    <a:pt x="240290" y="1451736"/>
                  </a:lnTo>
                  <a:lnTo>
                    <a:pt x="221380" y="1492790"/>
                  </a:lnTo>
                  <a:lnTo>
                    <a:pt x="203186" y="1534235"/>
                  </a:lnTo>
                  <a:lnTo>
                    <a:pt x="185716" y="1576064"/>
                  </a:lnTo>
                  <a:lnTo>
                    <a:pt x="168977" y="1618269"/>
                  </a:lnTo>
                  <a:lnTo>
                    <a:pt x="152977" y="1660842"/>
                  </a:lnTo>
                  <a:lnTo>
                    <a:pt x="137725" y="1703774"/>
                  </a:lnTo>
                  <a:lnTo>
                    <a:pt x="123228" y="1747058"/>
                  </a:lnTo>
                  <a:lnTo>
                    <a:pt x="109495" y="1790687"/>
                  </a:lnTo>
                  <a:lnTo>
                    <a:pt x="96532" y="1834651"/>
                  </a:lnTo>
                  <a:lnTo>
                    <a:pt x="84348" y="1878944"/>
                  </a:lnTo>
                  <a:lnTo>
                    <a:pt x="72952" y="1923557"/>
                  </a:lnTo>
                  <a:lnTo>
                    <a:pt x="62350" y="1968483"/>
                  </a:lnTo>
                  <a:lnTo>
                    <a:pt x="52550" y="2013713"/>
                  </a:lnTo>
                  <a:lnTo>
                    <a:pt x="43562" y="2059239"/>
                  </a:lnTo>
                  <a:lnTo>
                    <a:pt x="35392" y="2105054"/>
                  </a:lnTo>
                  <a:lnTo>
                    <a:pt x="28048" y="2151150"/>
                  </a:lnTo>
                  <a:lnTo>
                    <a:pt x="21539" y="2197519"/>
                  </a:lnTo>
                  <a:lnTo>
                    <a:pt x="15872" y="2244153"/>
                  </a:lnTo>
                  <a:lnTo>
                    <a:pt x="11055" y="2291044"/>
                  </a:lnTo>
                  <a:lnTo>
                    <a:pt x="7096" y="2338184"/>
                  </a:lnTo>
                  <a:lnTo>
                    <a:pt x="4003" y="2385565"/>
                  </a:lnTo>
                  <a:lnTo>
                    <a:pt x="1784" y="2433180"/>
                  </a:lnTo>
                  <a:lnTo>
                    <a:pt x="447" y="2481020"/>
                  </a:lnTo>
                  <a:lnTo>
                    <a:pt x="0" y="2529078"/>
                  </a:lnTo>
                  <a:lnTo>
                    <a:pt x="447" y="2577135"/>
                  </a:lnTo>
                  <a:lnTo>
                    <a:pt x="1784" y="2624975"/>
                  </a:lnTo>
                  <a:lnTo>
                    <a:pt x="4003" y="2672590"/>
                  </a:lnTo>
                  <a:lnTo>
                    <a:pt x="7096" y="2719971"/>
                  </a:lnTo>
                  <a:lnTo>
                    <a:pt x="11055" y="2767111"/>
                  </a:lnTo>
                  <a:lnTo>
                    <a:pt x="15872" y="2814002"/>
                  </a:lnTo>
                  <a:lnTo>
                    <a:pt x="21539" y="2860636"/>
                  </a:lnTo>
                  <a:lnTo>
                    <a:pt x="28048" y="2907005"/>
                  </a:lnTo>
                  <a:lnTo>
                    <a:pt x="35392" y="2953101"/>
                  </a:lnTo>
                  <a:lnTo>
                    <a:pt x="43562" y="2998916"/>
                  </a:lnTo>
                  <a:lnTo>
                    <a:pt x="52550" y="3044442"/>
                  </a:lnTo>
                  <a:lnTo>
                    <a:pt x="62350" y="3089672"/>
                  </a:lnTo>
                  <a:lnTo>
                    <a:pt x="72952" y="3134598"/>
                  </a:lnTo>
                  <a:lnTo>
                    <a:pt x="84348" y="3179211"/>
                  </a:lnTo>
                  <a:lnTo>
                    <a:pt x="96532" y="3223504"/>
                  </a:lnTo>
                  <a:lnTo>
                    <a:pt x="109495" y="3267468"/>
                  </a:lnTo>
                  <a:lnTo>
                    <a:pt x="123228" y="3311097"/>
                  </a:lnTo>
                  <a:lnTo>
                    <a:pt x="137725" y="3354381"/>
                  </a:lnTo>
                  <a:lnTo>
                    <a:pt x="152977" y="3397313"/>
                  </a:lnTo>
                  <a:lnTo>
                    <a:pt x="168977" y="3439886"/>
                  </a:lnTo>
                  <a:lnTo>
                    <a:pt x="185716" y="3482091"/>
                  </a:lnTo>
                  <a:lnTo>
                    <a:pt x="203186" y="3523920"/>
                  </a:lnTo>
                  <a:lnTo>
                    <a:pt x="221380" y="3565365"/>
                  </a:lnTo>
                  <a:lnTo>
                    <a:pt x="240290" y="3606419"/>
                  </a:lnTo>
                  <a:lnTo>
                    <a:pt x="259908" y="3647074"/>
                  </a:lnTo>
                  <a:lnTo>
                    <a:pt x="280225" y="3687321"/>
                  </a:lnTo>
                  <a:lnTo>
                    <a:pt x="301235" y="3727153"/>
                  </a:lnTo>
                  <a:lnTo>
                    <a:pt x="322929" y="3766562"/>
                  </a:lnTo>
                  <a:lnTo>
                    <a:pt x="345298" y="3805540"/>
                  </a:lnTo>
                  <a:lnTo>
                    <a:pt x="368336" y="3844079"/>
                  </a:lnTo>
                  <a:lnTo>
                    <a:pt x="392035" y="3882172"/>
                  </a:lnTo>
                  <a:lnTo>
                    <a:pt x="416386" y="3919809"/>
                  </a:lnTo>
                  <a:lnTo>
                    <a:pt x="441381" y="3956984"/>
                  </a:lnTo>
                  <a:lnTo>
                    <a:pt x="467013" y="3993688"/>
                  </a:lnTo>
                  <a:lnTo>
                    <a:pt x="493274" y="4029914"/>
                  </a:lnTo>
                  <a:lnTo>
                    <a:pt x="520156" y="4065653"/>
                  </a:lnTo>
                  <a:lnTo>
                    <a:pt x="547650" y="4100898"/>
                  </a:lnTo>
                  <a:lnTo>
                    <a:pt x="575750" y="4135641"/>
                  </a:lnTo>
                  <a:lnTo>
                    <a:pt x="604447" y="4169874"/>
                  </a:lnTo>
                  <a:lnTo>
                    <a:pt x="633733" y="4203588"/>
                  </a:lnTo>
                  <a:lnTo>
                    <a:pt x="663600" y="4236777"/>
                  </a:lnTo>
                  <a:lnTo>
                    <a:pt x="694040" y="4269432"/>
                  </a:lnTo>
                  <a:lnTo>
                    <a:pt x="725046" y="4301545"/>
                  </a:lnTo>
                  <a:lnTo>
                    <a:pt x="756610" y="4333109"/>
                  </a:lnTo>
                  <a:lnTo>
                    <a:pt x="788723" y="4364115"/>
                  </a:lnTo>
                  <a:lnTo>
                    <a:pt x="821378" y="4394555"/>
                  </a:lnTo>
                  <a:lnTo>
                    <a:pt x="854567" y="4424422"/>
                  </a:lnTo>
                  <a:lnTo>
                    <a:pt x="888281" y="4453708"/>
                  </a:lnTo>
                  <a:lnTo>
                    <a:pt x="922514" y="4482405"/>
                  </a:lnTo>
                  <a:lnTo>
                    <a:pt x="957257" y="4510505"/>
                  </a:lnTo>
                  <a:lnTo>
                    <a:pt x="992502" y="4537999"/>
                  </a:lnTo>
                  <a:lnTo>
                    <a:pt x="1028241" y="4564881"/>
                  </a:lnTo>
                  <a:lnTo>
                    <a:pt x="1064467" y="4591142"/>
                  </a:lnTo>
                  <a:lnTo>
                    <a:pt x="1101171" y="4616774"/>
                  </a:lnTo>
                  <a:lnTo>
                    <a:pt x="1138346" y="4641769"/>
                  </a:lnTo>
                  <a:lnTo>
                    <a:pt x="1175983" y="4666120"/>
                  </a:lnTo>
                  <a:lnTo>
                    <a:pt x="1214076" y="4689819"/>
                  </a:lnTo>
                  <a:lnTo>
                    <a:pt x="1252615" y="4712857"/>
                  </a:lnTo>
                  <a:lnTo>
                    <a:pt x="1291593" y="4735226"/>
                  </a:lnTo>
                  <a:lnTo>
                    <a:pt x="1331002" y="4756920"/>
                  </a:lnTo>
                  <a:lnTo>
                    <a:pt x="1370834" y="4777930"/>
                  </a:lnTo>
                  <a:lnTo>
                    <a:pt x="1411081" y="4798247"/>
                  </a:lnTo>
                  <a:lnTo>
                    <a:pt x="1451736" y="4817865"/>
                  </a:lnTo>
                  <a:lnTo>
                    <a:pt x="1492790" y="4836775"/>
                  </a:lnTo>
                  <a:lnTo>
                    <a:pt x="1534235" y="4854969"/>
                  </a:lnTo>
                  <a:lnTo>
                    <a:pt x="1576064" y="4872439"/>
                  </a:lnTo>
                  <a:lnTo>
                    <a:pt x="1618269" y="4889178"/>
                  </a:lnTo>
                  <a:lnTo>
                    <a:pt x="1660842" y="4905178"/>
                  </a:lnTo>
                  <a:lnTo>
                    <a:pt x="1703774" y="4920430"/>
                  </a:lnTo>
                  <a:lnTo>
                    <a:pt x="1747058" y="4934927"/>
                  </a:lnTo>
                  <a:lnTo>
                    <a:pt x="1790687" y="4948660"/>
                  </a:lnTo>
                  <a:lnTo>
                    <a:pt x="1834651" y="4961623"/>
                  </a:lnTo>
                  <a:lnTo>
                    <a:pt x="1878944" y="4973807"/>
                  </a:lnTo>
                  <a:lnTo>
                    <a:pt x="1923557" y="4985203"/>
                  </a:lnTo>
                  <a:lnTo>
                    <a:pt x="1968483" y="4995805"/>
                  </a:lnTo>
                  <a:lnTo>
                    <a:pt x="2013713" y="5005605"/>
                  </a:lnTo>
                  <a:lnTo>
                    <a:pt x="2059239" y="5014593"/>
                  </a:lnTo>
                  <a:lnTo>
                    <a:pt x="2105054" y="5022763"/>
                  </a:lnTo>
                  <a:lnTo>
                    <a:pt x="2151150" y="5030107"/>
                  </a:lnTo>
                  <a:lnTo>
                    <a:pt x="2197519" y="5036616"/>
                  </a:lnTo>
                  <a:lnTo>
                    <a:pt x="2244153" y="5042283"/>
                  </a:lnTo>
                  <a:lnTo>
                    <a:pt x="2291044" y="5047100"/>
                  </a:lnTo>
                  <a:lnTo>
                    <a:pt x="2338184" y="5051059"/>
                  </a:lnTo>
                  <a:lnTo>
                    <a:pt x="2385565" y="5054152"/>
                  </a:lnTo>
                  <a:lnTo>
                    <a:pt x="2433180" y="5056371"/>
                  </a:lnTo>
                  <a:lnTo>
                    <a:pt x="2481020" y="5057708"/>
                  </a:lnTo>
                  <a:lnTo>
                    <a:pt x="2529078" y="5058156"/>
                  </a:lnTo>
                  <a:lnTo>
                    <a:pt x="2577135" y="5057708"/>
                  </a:lnTo>
                  <a:lnTo>
                    <a:pt x="2624975" y="5056371"/>
                  </a:lnTo>
                  <a:lnTo>
                    <a:pt x="2672590" y="5054152"/>
                  </a:lnTo>
                  <a:lnTo>
                    <a:pt x="2719971" y="5051059"/>
                  </a:lnTo>
                  <a:lnTo>
                    <a:pt x="2767111" y="5047100"/>
                  </a:lnTo>
                  <a:lnTo>
                    <a:pt x="2814002" y="5042283"/>
                  </a:lnTo>
                  <a:lnTo>
                    <a:pt x="2860636" y="5036616"/>
                  </a:lnTo>
                  <a:lnTo>
                    <a:pt x="2907005" y="5030107"/>
                  </a:lnTo>
                  <a:lnTo>
                    <a:pt x="2953101" y="5022763"/>
                  </a:lnTo>
                  <a:lnTo>
                    <a:pt x="2998916" y="5014593"/>
                  </a:lnTo>
                  <a:lnTo>
                    <a:pt x="3044442" y="5005605"/>
                  </a:lnTo>
                  <a:lnTo>
                    <a:pt x="3089672" y="4995805"/>
                  </a:lnTo>
                  <a:lnTo>
                    <a:pt x="3134598" y="4985203"/>
                  </a:lnTo>
                  <a:lnTo>
                    <a:pt x="3179211" y="4973807"/>
                  </a:lnTo>
                  <a:lnTo>
                    <a:pt x="3223504" y="4961623"/>
                  </a:lnTo>
                  <a:lnTo>
                    <a:pt x="3267468" y="4948660"/>
                  </a:lnTo>
                  <a:lnTo>
                    <a:pt x="3311097" y="4934927"/>
                  </a:lnTo>
                  <a:lnTo>
                    <a:pt x="3354381" y="4920430"/>
                  </a:lnTo>
                  <a:lnTo>
                    <a:pt x="3397313" y="4905178"/>
                  </a:lnTo>
                  <a:lnTo>
                    <a:pt x="3439886" y="4889178"/>
                  </a:lnTo>
                  <a:lnTo>
                    <a:pt x="3482091" y="4872439"/>
                  </a:lnTo>
                  <a:lnTo>
                    <a:pt x="3523920" y="4854969"/>
                  </a:lnTo>
                  <a:lnTo>
                    <a:pt x="3565365" y="4836775"/>
                  </a:lnTo>
                  <a:lnTo>
                    <a:pt x="3606419" y="4817865"/>
                  </a:lnTo>
                  <a:lnTo>
                    <a:pt x="3647074" y="4798247"/>
                  </a:lnTo>
                  <a:lnTo>
                    <a:pt x="3687321" y="4777930"/>
                  </a:lnTo>
                  <a:lnTo>
                    <a:pt x="3727153" y="4756920"/>
                  </a:lnTo>
                  <a:lnTo>
                    <a:pt x="3766562" y="4735226"/>
                  </a:lnTo>
                  <a:lnTo>
                    <a:pt x="3805540" y="4712857"/>
                  </a:lnTo>
                  <a:lnTo>
                    <a:pt x="3844079" y="4689819"/>
                  </a:lnTo>
                  <a:lnTo>
                    <a:pt x="3882172" y="4666120"/>
                  </a:lnTo>
                  <a:lnTo>
                    <a:pt x="3919809" y="4641769"/>
                  </a:lnTo>
                  <a:lnTo>
                    <a:pt x="3956984" y="4616774"/>
                  </a:lnTo>
                  <a:lnTo>
                    <a:pt x="3993688" y="4591142"/>
                  </a:lnTo>
                  <a:lnTo>
                    <a:pt x="4029914" y="4564881"/>
                  </a:lnTo>
                  <a:lnTo>
                    <a:pt x="4065653" y="4537999"/>
                  </a:lnTo>
                  <a:lnTo>
                    <a:pt x="4100898" y="4510505"/>
                  </a:lnTo>
                  <a:lnTo>
                    <a:pt x="4135641" y="4482405"/>
                  </a:lnTo>
                  <a:lnTo>
                    <a:pt x="4169874" y="4453708"/>
                  </a:lnTo>
                  <a:lnTo>
                    <a:pt x="4203588" y="4424422"/>
                  </a:lnTo>
                  <a:lnTo>
                    <a:pt x="4236777" y="4394555"/>
                  </a:lnTo>
                  <a:lnTo>
                    <a:pt x="4269432" y="4364115"/>
                  </a:lnTo>
                  <a:lnTo>
                    <a:pt x="4301545" y="4333109"/>
                  </a:lnTo>
                  <a:lnTo>
                    <a:pt x="4333109" y="4301545"/>
                  </a:lnTo>
                  <a:lnTo>
                    <a:pt x="4364115" y="4269432"/>
                  </a:lnTo>
                  <a:lnTo>
                    <a:pt x="4394555" y="4236777"/>
                  </a:lnTo>
                  <a:lnTo>
                    <a:pt x="4424422" y="4203588"/>
                  </a:lnTo>
                  <a:lnTo>
                    <a:pt x="4453708" y="4169874"/>
                  </a:lnTo>
                  <a:lnTo>
                    <a:pt x="4482405" y="4135641"/>
                  </a:lnTo>
                  <a:lnTo>
                    <a:pt x="4510505" y="4100898"/>
                  </a:lnTo>
                  <a:lnTo>
                    <a:pt x="4537999" y="4065653"/>
                  </a:lnTo>
                  <a:lnTo>
                    <a:pt x="4564881" y="4029914"/>
                  </a:lnTo>
                  <a:lnTo>
                    <a:pt x="4591142" y="3993688"/>
                  </a:lnTo>
                  <a:lnTo>
                    <a:pt x="4616774" y="3956984"/>
                  </a:lnTo>
                  <a:lnTo>
                    <a:pt x="4641769" y="3919809"/>
                  </a:lnTo>
                  <a:lnTo>
                    <a:pt x="4666120" y="3882172"/>
                  </a:lnTo>
                  <a:lnTo>
                    <a:pt x="4689819" y="3844079"/>
                  </a:lnTo>
                  <a:lnTo>
                    <a:pt x="4712857" y="3805540"/>
                  </a:lnTo>
                  <a:lnTo>
                    <a:pt x="4735226" y="3766562"/>
                  </a:lnTo>
                  <a:lnTo>
                    <a:pt x="4756920" y="3727153"/>
                  </a:lnTo>
                  <a:lnTo>
                    <a:pt x="4777930" y="3687321"/>
                  </a:lnTo>
                  <a:lnTo>
                    <a:pt x="4798247" y="3647074"/>
                  </a:lnTo>
                  <a:lnTo>
                    <a:pt x="4817865" y="3606419"/>
                  </a:lnTo>
                  <a:lnTo>
                    <a:pt x="4836775" y="3565365"/>
                  </a:lnTo>
                  <a:lnTo>
                    <a:pt x="4854969" y="3523920"/>
                  </a:lnTo>
                  <a:lnTo>
                    <a:pt x="4872439" y="3482091"/>
                  </a:lnTo>
                  <a:lnTo>
                    <a:pt x="4889178" y="3439886"/>
                  </a:lnTo>
                  <a:lnTo>
                    <a:pt x="4905178" y="3397313"/>
                  </a:lnTo>
                  <a:lnTo>
                    <a:pt x="4920430" y="3354381"/>
                  </a:lnTo>
                  <a:lnTo>
                    <a:pt x="4934927" y="3311097"/>
                  </a:lnTo>
                  <a:lnTo>
                    <a:pt x="4948660" y="3267468"/>
                  </a:lnTo>
                  <a:lnTo>
                    <a:pt x="4961623" y="3223504"/>
                  </a:lnTo>
                  <a:lnTo>
                    <a:pt x="4973807" y="3179211"/>
                  </a:lnTo>
                  <a:lnTo>
                    <a:pt x="4985203" y="3134598"/>
                  </a:lnTo>
                  <a:lnTo>
                    <a:pt x="4995805" y="3089672"/>
                  </a:lnTo>
                  <a:lnTo>
                    <a:pt x="5005605" y="3044442"/>
                  </a:lnTo>
                  <a:lnTo>
                    <a:pt x="5014593" y="2998916"/>
                  </a:lnTo>
                  <a:lnTo>
                    <a:pt x="5022763" y="2953101"/>
                  </a:lnTo>
                  <a:lnTo>
                    <a:pt x="5030107" y="2907005"/>
                  </a:lnTo>
                  <a:lnTo>
                    <a:pt x="5036616" y="2860636"/>
                  </a:lnTo>
                  <a:lnTo>
                    <a:pt x="5042283" y="2814002"/>
                  </a:lnTo>
                  <a:lnTo>
                    <a:pt x="5047100" y="2767111"/>
                  </a:lnTo>
                  <a:lnTo>
                    <a:pt x="5051059" y="2719971"/>
                  </a:lnTo>
                  <a:lnTo>
                    <a:pt x="5054152" y="2672590"/>
                  </a:lnTo>
                  <a:lnTo>
                    <a:pt x="5056371" y="2624975"/>
                  </a:lnTo>
                  <a:lnTo>
                    <a:pt x="5057708" y="2577135"/>
                  </a:lnTo>
                  <a:lnTo>
                    <a:pt x="5058156" y="2529078"/>
                  </a:lnTo>
                  <a:lnTo>
                    <a:pt x="5057708" y="2481020"/>
                  </a:lnTo>
                  <a:lnTo>
                    <a:pt x="5056371" y="2433180"/>
                  </a:lnTo>
                  <a:lnTo>
                    <a:pt x="5054152" y="2385565"/>
                  </a:lnTo>
                  <a:lnTo>
                    <a:pt x="5051059" y="2338184"/>
                  </a:lnTo>
                  <a:lnTo>
                    <a:pt x="5047100" y="2291044"/>
                  </a:lnTo>
                  <a:lnTo>
                    <a:pt x="5042283" y="2244153"/>
                  </a:lnTo>
                  <a:lnTo>
                    <a:pt x="5036616" y="2197519"/>
                  </a:lnTo>
                  <a:lnTo>
                    <a:pt x="5030107" y="2151150"/>
                  </a:lnTo>
                  <a:lnTo>
                    <a:pt x="5022763" y="2105054"/>
                  </a:lnTo>
                  <a:lnTo>
                    <a:pt x="5014593" y="2059239"/>
                  </a:lnTo>
                  <a:lnTo>
                    <a:pt x="5005605" y="2013713"/>
                  </a:lnTo>
                  <a:lnTo>
                    <a:pt x="4995805" y="1968483"/>
                  </a:lnTo>
                  <a:lnTo>
                    <a:pt x="4985203" y="1923557"/>
                  </a:lnTo>
                  <a:lnTo>
                    <a:pt x="4973807" y="1878944"/>
                  </a:lnTo>
                  <a:lnTo>
                    <a:pt x="4961623" y="1834651"/>
                  </a:lnTo>
                  <a:lnTo>
                    <a:pt x="4948660" y="1790687"/>
                  </a:lnTo>
                  <a:lnTo>
                    <a:pt x="4934927" y="1747058"/>
                  </a:lnTo>
                  <a:lnTo>
                    <a:pt x="4920430" y="1703774"/>
                  </a:lnTo>
                  <a:lnTo>
                    <a:pt x="4905178" y="1660842"/>
                  </a:lnTo>
                  <a:lnTo>
                    <a:pt x="4889178" y="1618269"/>
                  </a:lnTo>
                  <a:lnTo>
                    <a:pt x="4872439" y="1576064"/>
                  </a:lnTo>
                  <a:lnTo>
                    <a:pt x="4854969" y="1534235"/>
                  </a:lnTo>
                  <a:lnTo>
                    <a:pt x="4836775" y="1492790"/>
                  </a:lnTo>
                  <a:lnTo>
                    <a:pt x="4817865" y="1451736"/>
                  </a:lnTo>
                  <a:lnTo>
                    <a:pt x="4798247" y="1411081"/>
                  </a:lnTo>
                  <a:lnTo>
                    <a:pt x="4777930" y="1370834"/>
                  </a:lnTo>
                  <a:lnTo>
                    <a:pt x="4756920" y="1331002"/>
                  </a:lnTo>
                  <a:lnTo>
                    <a:pt x="4735226" y="1291593"/>
                  </a:lnTo>
                  <a:lnTo>
                    <a:pt x="4712857" y="1252615"/>
                  </a:lnTo>
                  <a:lnTo>
                    <a:pt x="4689819" y="1214076"/>
                  </a:lnTo>
                  <a:lnTo>
                    <a:pt x="4666120" y="1175983"/>
                  </a:lnTo>
                  <a:lnTo>
                    <a:pt x="4641769" y="1138346"/>
                  </a:lnTo>
                  <a:lnTo>
                    <a:pt x="4616774" y="1101171"/>
                  </a:lnTo>
                  <a:lnTo>
                    <a:pt x="4591142" y="1064467"/>
                  </a:lnTo>
                  <a:lnTo>
                    <a:pt x="4564881" y="1028241"/>
                  </a:lnTo>
                  <a:lnTo>
                    <a:pt x="4537999" y="992502"/>
                  </a:lnTo>
                  <a:lnTo>
                    <a:pt x="4510505" y="957257"/>
                  </a:lnTo>
                  <a:lnTo>
                    <a:pt x="4482405" y="922514"/>
                  </a:lnTo>
                  <a:lnTo>
                    <a:pt x="4453708" y="888281"/>
                  </a:lnTo>
                  <a:lnTo>
                    <a:pt x="4424422" y="854567"/>
                  </a:lnTo>
                  <a:lnTo>
                    <a:pt x="4394555" y="821378"/>
                  </a:lnTo>
                  <a:lnTo>
                    <a:pt x="4364115" y="788723"/>
                  </a:lnTo>
                  <a:lnTo>
                    <a:pt x="4333109" y="756610"/>
                  </a:lnTo>
                  <a:lnTo>
                    <a:pt x="4301545" y="725046"/>
                  </a:lnTo>
                  <a:lnTo>
                    <a:pt x="4269432" y="694040"/>
                  </a:lnTo>
                  <a:lnTo>
                    <a:pt x="4236777" y="663600"/>
                  </a:lnTo>
                  <a:lnTo>
                    <a:pt x="4203588" y="633733"/>
                  </a:lnTo>
                  <a:lnTo>
                    <a:pt x="4169874" y="604447"/>
                  </a:lnTo>
                  <a:lnTo>
                    <a:pt x="4135641" y="575750"/>
                  </a:lnTo>
                  <a:lnTo>
                    <a:pt x="4100898" y="547650"/>
                  </a:lnTo>
                  <a:lnTo>
                    <a:pt x="4065653" y="520156"/>
                  </a:lnTo>
                  <a:lnTo>
                    <a:pt x="4029914" y="493274"/>
                  </a:lnTo>
                  <a:lnTo>
                    <a:pt x="3993688" y="467013"/>
                  </a:lnTo>
                  <a:lnTo>
                    <a:pt x="3956984" y="441381"/>
                  </a:lnTo>
                  <a:lnTo>
                    <a:pt x="3919809" y="416386"/>
                  </a:lnTo>
                  <a:lnTo>
                    <a:pt x="3882172" y="392035"/>
                  </a:lnTo>
                  <a:lnTo>
                    <a:pt x="3844079" y="368336"/>
                  </a:lnTo>
                  <a:lnTo>
                    <a:pt x="3805540" y="345298"/>
                  </a:lnTo>
                  <a:lnTo>
                    <a:pt x="3766562" y="322929"/>
                  </a:lnTo>
                  <a:lnTo>
                    <a:pt x="3727153" y="301235"/>
                  </a:lnTo>
                  <a:lnTo>
                    <a:pt x="3687321" y="280225"/>
                  </a:lnTo>
                  <a:lnTo>
                    <a:pt x="3647074" y="259908"/>
                  </a:lnTo>
                  <a:lnTo>
                    <a:pt x="3606419" y="240290"/>
                  </a:lnTo>
                  <a:lnTo>
                    <a:pt x="3565365" y="221380"/>
                  </a:lnTo>
                  <a:lnTo>
                    <a:pt x="3523920" y="203186"/>
                  </a:lnTo>
                  <a:lnTo>
                    <a:pt x="3482091" y="185716"/>
                  </a:lnTo>
                  <a:lnTo>
                    <a:pt x="3439886" y="168977"/>
                  </a:lnTo>
                  <a:lnTo>
                    <a:pt x="3397313" y="152977"/>
                  </a:lnTo>
                  <a:lnTo>
                    <a:pt x="3354381" y="137725"/>
                  </a:lnTo>
                  <a:lnTo>
                    <a:pt x="3311097" y="123228"/>
                  </a:lnTo>
                  <a:lnTo>
                    <a:pt x="3267468" y="109495"/>
                  </a:lnTo>
                  <a:lnTo>
                    <a:pt x="3223504" y="96532"/>
                  </a:lnTo>
                  <a:lnTo>
                    <a:pt x="3179211" y="84348"/>
                  </a:lnTo>
                  <a:lnTo>
                    <a:pt x="3134598" y="72952"/>
                  </a:lnTo>
                  <a:lnTo>
                    <a:pt x="3089672" y="62350"/>
                  </a:lnTo>
                  <a:lnTo>
                    <a:pt x="3044442" y="52550"/>
                  </a:lnTo>
                  <a:lnTo>
                    <a:pt x="2998916" y="43562"/>
                  </a:lnTo>
                  <a:lnTo>
                    <a:pt x="2953101" y="35392"/>
                  </a:lnTo>
                  <a:lnTo>
                    <a:pt x="2907005" y="28048"/>
                  </a:lnTo>
                  <a:lnTo>
                    <a:pt x="2860636" y="21539"/>
                  </a:lnTo>
                  <a:lnTo>
                    <a:pt x="2814002" y="15872"/>
                  </a:lnTo>
                  <a:lnTo>
                    <a:pt x="2767111" y="11055"/>
                  </a:lnTo>
                  <a:lnTo>
                    <a:pt x="2719971" y="7096"/>
                  </a:lnTo>
                  <a:lnTo>
                    <a:pt x="2672590" y="4003"/>
                  </a:lnTo>
                  <a:lnTo>
                    <a:pt x="2624975" y="1784"/>
                  </a:lnTo>
                  <a:lnTo>
                    <a:pt x="2577135" y="447"/>
                  </a:lnTo>
                  <a:lnTo>
                    <a:pt x="2529078" y="0"/>
                  </a:lnTo>
                  <a:close/>
                </a:path>
              </a:pathLst>
            </a:custGeom>
            <a:solidFill>
              <a:srgbClr val="3078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67371" y="3037332"/>
              <a:ext cx="3069590" cy="3069590"/>
            </a:xfrm>
            <a:custGeom>
              <a:avLst/>
              <a:gdLst/>
              <a:ahLst/>
              <a:cxnLst/>
              <a:rect l="l" t="t" r="r" b="b"/>
              <a:pathLst>
                <a:path w="3069590" h="3069590">
                  <a:moveTo>
                    <a:pt x="1534668" y="0"/>
                  </a:moveTo>
                  <a:lnTo>
                    <a:pt x="1485949" y="758"/>
                  </a:lnTo>
                  <a:lnTo>
                    <a:pt x="1437610" y="3019"/>
                  </a:lnTo>
                  <a:lnTo>
                    <a:pt x="1389672" y="6759"/>
                  </a:lnTo>
                  <a:lnTo>
                    <a:pt x="1342157" y="11956"/>
                  </a:lnTo>
                  <a:lnTo>
                    <a:pt x="1295089" y="18588"/>
                  </a:lnTo>
                  <a:lnTo>
                    <a:pt x="1248489" y="26633"/>
                  </a:lnTo>
                  <a:lnTo>
                    <a:pt x="1202380" y="36067"/>
                  </a:lnTo>
                  <a:lnTo>
                    <a:pt x="1156784" y="46868"/>
                  </a:lnTo>
                  <a:lnTo>
                    <a:pt x="1111725" y="59014"/>
                  </a:lnTo>
                  <a:lnTo>
                    <a:pt x="1067223" y="72483"/>
                  </a:lnTo>
                  <a:lnTo>
                    <a:pt x="1023303" y="87251"/>
                  </a:lnTo>
                  <a:lnTo>
                    <a:pt x="979986" y="103297"/>
                  </a:lnTo>
                  <a:lnTo>
                    <a:pt x="937295" y="120598"/>
                  </a:lnTo>
                  <a:lnTo>
                    <a:pt x="895252" y="139131"/>
                  </a:lnTo>
                  <a:lnTo>
                    <a:pt x="853880" y="158874"/>
                  </a:lnTo>
                  <a:lnTo>
                    <a:pt x="813202" y="179805"/>
                  </a:lnTo>
                  <a:lnTo>
                    <a:pt x="773238" y="201901"/>
                  </a:lnTo>
                  <a:lnTo>
                    <a:pt x="734014" y="225139"/>
                  </a:lnTo>
                  <a:lnTo>
                    <a:pt x="695549" y="249498"/>
                  </a:lnTo>
                  <a:lnTo>
                    <a:pt x="657868" y="274954"/>
                  </a:lnTo>
                  <a:lnTo>
                    <a:pt x="620992" y="301486"/>
                  </a:lnTo>
                  <a:lnTo>
                    <a:pt x="584945" y="329070"/>
                  </a:lnTo>
                  <a:lnTo>
                    <a:pt x="549748" y="357684"/>
                  </a:lnTo>
                  <a:lnTo>
                    <a:pt x="515424" y="387306"/>
                  </a:lnTo>
                  <a:lnTo>
                    <a:pt x="481995" y="417914"/>
                  </a:lnTo>
                  <a:lnTo>
                    <a:pt x="449484" y="449484"/>
                  </a:lnTo>
                  <a:lnTo>
                    <a:pt x="417914" y="481995"/>
                  </a:lnTo>
                  <a:lnTo>
                    <a:pt x="387306" y="515424"/>
                  </a:lnTo>
                  <a:lnTo>
                    <a:pt x="357684" y="549748"/>
                  </a:lnTo>
                  <a:lnTo>
                    <a:pt x="329070" y="584945"/>
                  </a:lnTo>
                  <a:lnTo>
                    <a:pt x="301486" y="620992"/>
                  </a:lnTo>
                  <a:lnTo>
                    <a:pt x="274954" y="657868"/>
                  </a:lnTo>
                  <a:lnTo>
                    <a:pt x="249498" y="695549"/>
                  </a:lnTo>
                  <a:lnTo>
                    <a:pt x="225139" y="734014"/>
                  </a:lnTo>
                  <a:lnTo>
                    <a:pt x="201901" y="773238"/>
                  </a:lnTo>
                  <a:lnTo>
                    <a:pt x="179805" y="813202"/>
                  </a:lnTo>
                  <a:lnTo>
                    <a:pt x="158874" y="853880"/>
                  </a:lnTo>
                  <a:lnTo>
                    <a:pt x="139131" y="895252"/>
                  </a:lnTo>
                  <a:lnTo>
                    <a:pt x="120598" y="937295"/>
                  </a:lnTo>
                  <a:lnTo>
                    <a:pt x="103297" y="979986"/>
                  </a:lnTo>
                  <a:lnTo>
                    <a:pt x="87251" y="1023303"/>
                  </a:lnTo>
                  <a:lnTo>
                    <a:pt x="72483" y="1067223"/>
                  </a:lnTo>
                  <a:lnTo>
                    <a:pt x="59014" y="1111725"/>
                  </a:lnTo>
                  <a:lnTo>
                    <a:pt x="46868" y="1156784"/>
                  </a:lnTo>
                  <a:lnTo>
                    <a:pt x="36067" y="1202380"/>
                  </a:lnTo>
                  <a:lnTo>
                    <a:pt x="26633" y="1248489"/>
                  </a:lnTo>
                  <a:lnTo>
                    <a:pt x="18588" y="1295089"/>
                  </a:lnTo>
                  <a:lnTo>
                    <a:pt x="11956" y="1342157"/>
                  </a:lnTo>
                  <a:lnTo>
                    <a:pt x="6759" y="1389672"/>
                  </a:lnTo>
                  <a:lnTo>
                    <a:pt x="3019" y="1437610"/>
                  </a:lnTo>
                  <a:lnTo>
                    <a:pt x="758" y="1485949"/>
                  </a:lnTo>
                  <a:lnTo>
                    <a:pt x="0" y="1534667"/>
                  </a:lnTo>
                  <a:lnTo>
                    <a:pt x="758" y="1583386"/>
                  </a:lnTo>
                  <a:lnTo>
                    <a:pt x="3019" y="1631725"/>
                  </a:lnTo>
                  <a:lnTo>
                    <a:pt x="6759" y="1679663"/>
                  </a:lnTo>
                  <a:lnTo>
                    <a:pt x="11956" y="1727178"/>
                  </a:lnTo>
                  <a:lnTo>
                    <a:pt x="18588" y="1774246"/>
                  </a:lnTo>
                  <a:lnTo>
                    <a:pt x="26633" y="1820846"/>
                  </a:lnTo>
                  <a:lnTo>
                    <a:pt x="36067" y="1866955"/>
                  </a:lnTo>
                  <a:lnTo>
                    <a:pt x="46868" y="1912551"/>
                  </a:lnTo>
                  <a:lnTo>
                    <a:pt x="59014" y="1957610"/>
                  </a:lnTo>
                  <a:lnTo>
                    <a:pt x="72483" y="2002112"/>
                  </a:lnTo>
                  <a:lnTo>
                    <a:pt x="87251" y="2046032"/>
                  </a:lnTo>
                  <a:lnTo>
                    <a:pt x="103297" y="2089349"/>
                  </a:lnTo>
                  <a:lnTo>
                    <a:pt x="120598" y="2132040"/>
                  </a:lnTo>
                  <a:lnTo>
                    <a:pt x="139131" y="2174083"/>
                  </a:lnTo>
                  <a:lnTo>
                    <a:pt x="158874" y="2215455"/>
                  </a:lnTo>
                  <a:lnTo>
                    <a:pt x="179805" y="2256133"/>
                  </a:lnTo>
                  <a:lnTo>
                    <a:pt x="201901" y="2296097"/>
                  </a:lnTo>
                  <a:lnTo>
                    <a:pt x="225139" y="2335321"/>
                  </a:lnTo>
                  <a:lnTo>
                    <a:pt x="249498" y="2373786"/>
                  </a:lnTo>
                  <a:lnTo>
                    <a:pt x="274954" y="2411467"/>
                  </a:lnTo>
                  <a:lnTo>
                    <a:pt x="301486" y="2448343"/>
                  </a:lnTo>
                  <a:lnTo>
                    <a:pt x="329070" y="2484390"/>
                  </a:lnTo>
                  <a:lnTo>
                    <a:pt x="357684" y="2519587"/>
                  </a:lnTo>
                  <a:lnTo>
                    <a:pt x="387306" y="2553911"/>
                  </a:lnTo>
                  <a:lnTo>
                    <a:pt x="417914" y="2587340"/>
                  </a:lnTo>
                  <a:lnTo>
                    <a:pt x="449484" y="2619851"/>
                  </a:lnTo>
                  <a:lnTo>
                    <a:pt x="481995" y="2651421"/>
                  </a:lnTo>
                  <a:lnTo>
                    <a:pt x="515424" y="2682029"/>
                  </a:lnTo>
                  <a:lnTo>
                    <a:pt x="549748" y="2711651"/>
                  </a:lnTo>
                  <a:lnTo>
                    <a:pt x="584945" y="2740265"/>
                  </a:lnTo>
                  <a:lnTo>
                    <a:pt x="620992" y="2767849"/>
                  </a:lnTo>
                  <a:lnTo>
                    <a:pt x="657868" y="2794381"/>
                  </a:lnTo>
                  <a:lnTo>
                    <a:pt x="695549" y="2819837"/>
                  </a:lnTo>
                  <a:lnTo>
                    <a:pt x="734014" y="2844196"/>
                  </a:lnTo>
                  <a:lnTo>
                    <a:pt x="773238" y="2867434"/>
                  </a:lnTo>
                  <a:lnTo>
                    <a:pt x="813202" y="2889530"/>
                  </a:lnTo>
                  <a:lnTo>
                    <a:pt x="853880" y="2910461"/>
                  </a:lnTo>
                  <a:lnTo>
                    <a:pt x="895252" y="2930204"/>
                  </a:lnTo>
                  <a:lnTo>
                    <a:pt x="937295" y="2948737"/>
                  </a:lnTo>
                  <a:lnTo>
                    <a:pt x="979986" y="2966038"/>
                  </a:lnTo>
                  <a:lnTo>
                    <a:pt x="1023303" y="2982084"/>
                  </a:lnTo>
                  <a:lnTo>
                    <a:pt x="1067223" y="2996852"/>
                  </a:lnTo>
                  <a:lnTo>
                    <a:pt x="1111725" y="3010321"/>
                  </a:lnTo>
                  <a:lnTo>
                    <a:pt x="1156784" y="3022467"/>
                  </a:lnTo>
                  <a:lnTo>
                    <a:pt x="1202380" y="3033268"/>
                  </a:lnTo>
                  <a:lnTo>
                    <a:pt x="1248489" y="3042702"/>
                  </a:lnTo>
                  <a:lnTo>
                    <a:pt x="1295089" y="3050747"/>
                  </a:lnTo>
                  <a:lnTo>
                    <a:pt x="1342157" y="3057379"/>
                  </a:lnTo>
                  <a:lnTo>
                    <a:pt x="1389672" y="3062576"/>
                  </a:lnTo>
                  <a:lnTo>
                    <a:pt x="1437610" y="3066316"/>
                  </a:lnTo>
                  <a:lnTo>
                    <a:pt x="1485949" y="3068577"/>
                  </a:lnTo>
                  <a:lnTo>
                    <a:pt x="1534668" y="3069335"/>
                  </a:lnTo>
                  <a:lnTo>
                    <a:pt x="1583386" y="3068577"/>
                  </a:lnTo>
                  <a:lnTo>
                    <a:pt x="1631725" y="3066316"/>
                  </a:lnTo>
                  <a:lnTo>
                    <a:pt x="1679663" y="3062576"/>
                  </a:lnTo>
                  <a:lnTo>
                    <a:pt x="1727178" y="3057379"/>
                  </a:lnTo>
                  <a:lnTo>
                    <a:pt x="1774246" y="3050747"/>
                  </a:lnTo>
                  <a:lnTo>
                    <a:pt x="1820846" y="3042702"/>
                  </a:lnTo>
                  <a:lnTo>
                    <a:pt x="1866955" y="3033268"/>
                  </a:lnTo>
                  <a:lnTo>
                    <a:pt x="1912551" y="3022467"/>
                  </a:lnTo>
                  <a:lnTo>
                    <a:pt x="1957610" y="3010321"/>
                  </a:lnTo>
                  <a:lnTo>
                    <a:pt x="2002112" y="2996852"/>
                  </a:lnTo>
                  <a:lnTo>
                    <a:pt x="2046032" y="2982084"/>
                  </a:lnTo>
                  <a:lnTo>
                    <a:pt x="2089349" y="2966038"/>
                  </a:lnTo>
                  <a:lnTo>
                    <a:pt x="2132040" y="2948737"/>
                  </a:lnTo>
                  <a:lnTo>
                    <a:pt x="2174083" y="2930204"/>
                  </a:lnTo>
                  <a:lnTo>
                    <a:pt x="2215455" y="2910461"/>
                  </a:lnTo>
                  <a:lnTo>
                    <a:pt x="2256133" y="2889530"/>
                  </a:lnTo>
                  <a:lnTo>
                    <a:pt x="2296097" y="2867434"/>
                  </a:lnTo>
                  <a:lnTo>
                    <a:pt x="2335321" y="2844196"/>
                  </a:lnTo>
                  <a:lnTo>
                    <a:pt x="2373786" y="2819837"/>
                  </a:lnTo>
                  <a:lnTo>
                    <a:pt x="2411467" y="2794381"/>
                  </a:lnTo>
                  <a:lnTo>
                    <a:pt x="2448343" y="2767849"/>
                  </a:lnTo>
                  <a:lnTo>
                    <a:pt x="2484390" y="2740265"/>
                  </a:lnTo>
                  <a:lnTo>
                    <a:pt x="2519587" y="2711651"/>
                  </a:lnTo>
                  <a:lnTo>
                    <a:pt x="2553911" y="2682029"/>
                  </a:lnTo>
                  <a:lnTo>
                    <a:pt x="2587340" y="2651421"/>
                  </a:lnTo>
                  <a:lnTo>
                    <a:pt x="2619851" y="2619851"/>
                  </a:lnTo>
                  <a:lnTo>
                    <a:pt x="2651421" y="2587340"/>
                  </a:lnTo>
                  <a:lnTo>
                    <a:pt x="2682029" y="2553911"/>
                  </a:lnTo>
                  <a:lnTo>
                    <a:pt x="2711651" y="2519587"/>
                  </a:lnTo>
                  <a:lnTo>
                    <a:pt x="2740265" y="2484390"/>
                  </a:lnTo>
                  <a:lnTo>
                    <a:pt x="2767849" y="2448343"/>
                  </a:lnTo>
                  <a:lnTo>
                    <a:pt x="2794381" y="2411467"/>
                  </a:lnTo>
                  <a:lnTo>
                    <a:pt x="2819837" y="2373786"/>
                  </a:lnTo>
                  <a:lnTo>
                    <a:pt x="2844196" y="2335321"/>
                  </a:lnTo>
                  <a:lnTo>
                    <a:pt x="2867434" y="2296097"/>
                  </a:lnTo>
                  <a:lnTo>
                    <a:pt x="2889530" y="2256133"/>
                  </a:lnTo>
                  <a:lnTo>
                    <a:pt x="2910461" y="2215455"/>
                  </a:lnTo>
                  <a:lnTo>
                    <a:pt x="2930204" y="2174083"/>
                  </a:lnTo>
                  <a:lnTo>
                    <a:pt x="2948737" y="2132040"/>
                  </a:lnTo>
                  <a:lnTo>
                    <a:pt x="2966038" y="2089349"/>
                  </a:lnTo>
                  <a:lnTo>
                    <a:pt x="2982084" y="2046032"/>
                  </a:lnTo>
                  <a:lnTo>
                    <a:pt x="2996852" y="2002112"/>
                  </a:lnTo>
                  <a:lnTo>
                    <a:pt x="3010321" y="1957610"/>
                  </a:lnTo>
                  <a:lnTo>
                    <a:pt x="3022467" y="1912551"/>
                  </a:lnTo>
                  <a:lnTo>
                    <a:pt x="3033268" y="1866955"/>
                  </a:lnTo>
                  <a:lnTo>
                    <a:pt x="3042702" y="1820846"/>
                  </a:lnTo>
                  <a:lnTo>
                    <a:pt x="3050747" y="1774246"/>
                  </a:lnTo>
                  <a:lnTo>
                    <a:pt x="3057379" y="1727178"/>
                  </a:lnTo>
                  <a:lnTo>
                    <a:pt x="3062576" y="1679663"/>
                  </a:lnTo>
                  <a:lnTo>
                    <a:pt x="3066316" y="1631725"/>
                  </a:lnTo>
                  <a:lnTo>
                    <a:pt x="3068577" y="1583386"/>
                  </a:lnTo>
                  <a:lnTo>
                    <a:pt x="3069335" y="1534667"/>
                  </a:lnTo>
                  <a:lnTo>
                    <a:pt x="3068577" y="1485949"/>
                  </a:lnTo>
                  <a:lnTo>
                    <a:pt x="3066316" y="1437610"/>
                  </a:lnTo>
                  <a:lnTo>
                    <a:pt x="3062576" y="1389672"/>
                  </a:lnTo>
                  <a:lnTo>
                    <a:pt x="3057379" y="1342157"/>
                  </a:lnTo>
                  <a:lnTo>
                    <a:pt x="3050747" y="1295089"/>
                  </a:lnTo>
                  <a:lnTo>
                    <a:pt x="3042702" y="1248489"/>
                  </a:lnTo>
                  <a:lnTo>
                    <a:pt x="3033268" y="1202380"/>
                  </a:lnTo>
                  <a:lnTo>
                    <a:pt x="3022467" y="1156784"/>
                  </a:lnTo>
                  <a:lnTo>
                    <a:pt x="3010321" y="1111725"/>
                  </a:lnTo>
                  <a:lnTo>
                    <a:pt x="2996852" y="1067223"/>
                  </a:lnTo>
                  <a:lnTo>
                    <a:pt x="2982084" y="1023303"/>
                  </a:lnTo>
                  <a:lnTo>
                    <a:pt x="2966038" y="979986"/>
                  </a:lnTo>
                  <a:lnTo>
                    <a:pt x="2948737" y="937295"/>
                  </a:lnTo>
                  <a:lnTo>
                    <a:pt x="2930204" y="895252"/>
                  </a:lnTo>
                  <a:lnTo>
                    <a:pt x="2910461" y="853880"/>
                  </a:lnTo>
                  <a:lnTo>
                    <a:pt x="2889530" y="813202"/>
                  </a:lnTo>
                  <a:lnTo>
                    <a:pt x="2867434" y="773238"/>
                  </a:lnTo>
                  <a:lnTo>
                    <a:pt x="2844196" y="734014"/>
                  </a:lnTo>
                  <a:lnTo>
                    <a:pt x="2819837" y="695549"/>
                  </a:lnTo>
                  <a:lnTo>
                    <a:pt x="2794381" y="657868"/>
                  </a:lnTo>
                  <a:lnTo>
                    <a:pt x="2767849" y="620992"/>
                  </a:lnTo>
                  <a:lnTo>
                    <a:pt x="2740265" y="584945"/>
                  </a:lnTo>
                  <a:lnTo>
                    <a:pt x="2711651" y="549748"/>
                  </a:lnTo>
                  <a:lnTo>
                    <a:pt x="2682029" y="515424"/>
                  </a:lnTo>
                  <a:lnTo>
                    <a:pt x="2651421" y="481995"/>
                  </a:lnTo>
                  <a:lnTo>
                    <a:pt x="2619851" y="449484"/>
                  </a:lnTo>
                  <a:lnTo>
                    <a:pt x="2587340" y="417914"/>
                  </a:lnTo>
                  <a:lnTo>
                    <a:pt x="2553911" y="387306"/>
                  </a:lnTo>
                  <a:lnTo>
                    <a:pt x="2519587" y="357684"/>
                  </a:lnTo>
                  <a:lnTo>
                    <a:pt x="2484390" y="329070"/>
                  </a:lnTo>
                  <a:lnTo>
                    <a:pt x="2448343" y="301486"/>
                  </a:lnTo>
                  <a:lnTo>
                    <a:pt x="2411467" y="274954"/>
                  </a:lnTo>
                  <a:lnTo>
                    <a:pt x="2373786" y="249498"/>
                  </a:lnTo>
                  <a:lnTo>
                    <a:pt x="2335321" y="225139"/>
                  </a:lnTo>
                  <a:lnTo>
                    <a:pt x="2296097" y="201901"/>
                  </a:lnTo>
                  <a:lnTo>
                    <a:pt x="2256133" y="179805"/>
                  </a:lnTo>
                  <a:lnTo>
                    <a:pt x="2215455" y="158874"/>
                  </a:lnTo>
                  <a:lnTo>
                    <a:pt x="2174083" y="139131"/>
                  </a:lnTo>
                  <a:lnTo>
                    <a:pt x="2132040" y="120598"/>
                  </a:lnTo>
                  <a:lnTo>
                    <a:pt x="2089349" y="103297"/>
                  </a:lnTo>
                  <a:lnTo>
                    <a:pt x="2046032" y="87251"/>
                  </a:lnTo>
                  <a:lnTo>
                    <a:pt x="2002112" y="72483"/>
                  </a:lnTo>
                  <a:lnTo>
                    <a:pt x="1957610" y="59014"/>
                  </a:lnTo>
                  <a:lnTo>
                    <a:pt x="1912551" y="46868"/>
                  </a:lnTo>
                  <a:lnTo>
                    <a:pt x="1866955" y="36067"/>
                  </a:lnTo>
                  <a:lnTo>
                    <a:pt x="1820846" y="26633"/>
                  </a:lnTo>
                  <a:lnTo>
                    <a:pt x="1774246" y="18588"/>
                  </a:lnTo>
                  <a:lnTo>
                    <a:pt x="1727178" y="11956"/>
                  </a:lnTo>
                  <a:lnTo>
                    <a:pt x="1679663" y="6759"/>
                  </a:lnTo>
                  <a:lnTo>
                    <a:pt x="1631725" y="3019"/>
                  </a:lnTo>
                  <a:lnTo>
                    <a:pt x="1583386" y="758"/>
                  </a:lnTo>
                  <a:lnTo>
                    <a:pt x="1534668" y="0"/>
                  </a:lnTo>
                  <a:close/>
                </a:path>
              </a:pathLst>
            </a:custGeom>
            <a:solidFill>
              <a:srgbClr val="EFDB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167371" y="3037332"/>
              <a:ext cx="3069590" cy="3069590"/>
            </a:xfrm>
            <a:custGeom>
              <a:avLst/>
              <a:gdLst/>
              <a:ahLst/>
              <a:cxnLst/>
              <a:rect l="l" t="t" r="r" b="b"/>
              <a:pathLst>
                <a:path w="3069590" h="3069590">
                  <a:moveTo>
                    <a:pt x="0" y="1534667"/>
                  </a:moveTo>
                  <a:lnTo>
                    <a:pt x="758" y="1485949"/>
                  </a:lnTo>
                  <a:lnTo>
                    <a:pt x="3019" y="1437610"/>
                  </a:lnTo>
                  <a:lnTo>
                    <a:pt x="6759" y="1389672"/>
                  </a:lnTo>
                  <a:lnTo>
                    <a:pt x="11956" y="1342157"/>
                  </a:lnTo>
                  <a:lnTo>
                    <a:pt x="18588" y="1295089"/>
                  </a:lnTo>
                  <a:lnTo>
                    <a:pt x="26633" y="1248489"/>
                  </a:lnTo>
                  <a:lnTo>
                    <a:pt x="36067" y="1202380"/>
                  </a:lnTo>
                  <a:lnTo>
                    <a:pt x="46868" y="1156784"/>
                  </a:lnTo>
                  <a:lnTo>
                    <a:pt x="59014" y="1111725"/>
                  </a:lnTo>
                  <a:lnTo>
                    <a:pt x="72483" y="1067223"/>
                  </a:lnTo>
                  <a:lnTo>
                    <a:pt x="87251" y="1023303"/>
                  </a:lnTo>
                  <a:lnTo>
                    <a:pt x="103297" y="979986"/>
                  </a:lnTo>
                  <a:lnTo>
                    <a:pt x="120598" y="937295"/>
                  </a:lnTo>
                  <a:lnTo>
                    <a:pt x="139131" y="895252"/>
                  </a:lnTo>
                  <a:lnTo>
                    <a:pt x="158874" y="853880"/>
                  </a:lnTo>
                  <a:lnTo>
                    <a:pt x="179805" y="813202"/>
                  </a:lnTo>
                  <a:lnTo>
                    <a:pt x="201901" y="773238"/>
                  </a:lnTo>
                  <a:lnTo>
                    <a:pt x="225139" y="734014"/>
                  </a:lnTo>
                  <a:lnTo>
                    <a:pt x="249498" y="695549"/>
                  </a:lnTo>
                  <a:lnTo>
                    <a:pt x="274954" y="657868"/>
                  </a:lnTo>
                  <a:lnTo>
                    <a:pt x="301486" y="620992"/>
                  </a:lnTo>
                  <a:lnTo>
                    <a:pt x="329070" y="584945"/>
                  </a:lnTo>
                  <a:lnTo>
                    <a:pt x="357684" y="549748"/>
                  </a:lnTo>
                  <a:lnTo>
                    <a:pt x="387306" y="515424"/>
                  </a:lnTo>
                  <a:lnTo>
                    <a:pt x="417914" y="481995"/>
                  </a:lnTo>
                  <a:lnTo>
                    <a:pt x="449484" y="449484"/>
                  </a:lnTo>
                  <a:lnTo>
                    <a:pt x="481995" y="417914"/>
                  </a:lnTo>
                  <a:lnTo>
                    <a:pt x="515424" y="387306"/>
                  </a:lnTo>
                  <a:lnTo>
                    <a:pt x="549748" y="357684"/>
                  </a:lnTo>
                  <a:lnTo>
                    <a:pt x="584945" y="329070"/>
                  </a:lnTo>
                  <a:lnTo>
                    <a:pt x="620992" y="301486"/>
                  </a:lnTo>
                  <a:lnTo>
                    <a:pt x="657868" y="274954"/>
                  </a:lnTo>
                  <a:lnTo>
                    <a:pt x="695549" y="249498"/>
                  </a:lnTo>
                  <a:lnTo>
                    <a:pt x="734014" y="225139"/>
                  </a:lnTo>
                  <a:lnTo>
                    <a:pt x="773238" y="201901"/>
                  </a:lnTo>
                  <a:lnTo>
                    <a:pt x="813202" y="179805"/>
                  </a:lnTo>
                  <a:lnTo>
                    <a:pt x="853880" y="158874"/>
                  </a:lnTo>
                  <a:lnTo>
                    <a:pt x="895252" y="139131"/>
                  </a:lnTo>
                  <a:lnTo>
                    <a:pt x="937295" y="120598"/>
                  </a:lnTo>
                  <a:lnTo>
                    <a:pt x="979986" y="103297"/>
                  </a:lnTo>
                  <a:lnTo>
                    <a:pt x="1023303" y="87251"/>
                  </a:lnTo>
                  <a:lnTo>
                    <a:pt x="1067223" y="72483"/>
                  </a:lnTo>
                  <a:lnTo>
                    <a:pt x="1111725" y="59014"/>
                  </a:lnTo>
                  <a:lnTo>
                    <a:pt x="1156784" y="46868"/>
                  </a:lnTo>
                  <a:lnTo>
                    <a:pt x="1202380" y="36067"/>
                  </a:lnTo>
                  <a:lnTo>
                    <a:pt x="1248489" y="26633"/>
                  </a:lnTo>
                  <a:lnTo>
                    <a:pt x="1295089" y="18588"/>
                  </a:lnTo>
                  <a:lnTo>
                    <a:pt x="1342157" y="11956"/>
                  </a:lnTo>
                  <a:lnTo>
                    <a:pt x="1389672" y="6759"/>
                  </a:lnTo>
                  <a:lnTo>
                    <a:pt x="1437610" y="3019"/>
                  </a:lnTo>
                  <a:lnTo>
                    <a:pt x="1485949" y="758"/>
                  </a:lnTo>
                  <a:lnTo>
                    <a:pt x="1534668" y="0"/>
                  </a:lnTo>
                  <a:lnTo>
                    <a:pt x="1583386" y="758"/>
                  </a:lnTo>
                  <a:lnTo>
                    <a:pt x="1631725" y="3019"/>
                  </a:lnTo>
                  <a:lnTo>
                    <a:pt x="1679663" y="6759"/>
                  </a:lnTo>
                  <a:lnTo>
                    <a:pt x="1727178" y="11956"/>
                  </a:lnTo>
                  <a:lnTo>
                    <a:pt x="1774246" y="18588"/>
                  </a:lnTo>
                  <a:lnTo>
                    <a:pt x="1820846" y="26633"/>
                  </a:lnTo>
                  <a:lnTo>
                    <a:pt x="1866955" y="36067"/>
                  </a:lnTo>
                  <a:lnTo>
                    <a:pt x="1912551" y="46868"/>
                  </a:lnTo>
                  <a:lnTo>
                    <a:pt x="1957610" y="59014"/>
                  </a:lnTo>
                  <a:lnTo>
                    <a:pt x="2002112" y="72483"/>
                  </a:lnTo>
                  <a:lnTo>
                    <a:pt x="2046032" y="87251"/>
                  </a:lnTo>
                  <a:lnTo>
                    <a:pt x="2089349" y="103297"/>
                  </a:lnTo>
                  <a:lnTo>
                    <a:pt x="2132040" y="120598"/>
                  </a:lnTo>
                  <a:lnTo>
                    <a:pt x="2174083" y="139131"/>
                  </a:lnTo>
                  <a:lnTo>
                    <a:pt x="2215455" y="158874"/>
                  </a:lnTo>
                  <a:lnTo>
                    <a:pt x="2256133" y="179805"/>
                  </a:lnTo>
                  <a:lnTo>
                    <a:pt x="2296097" y="201901"/>
                  </a:lnTo>
                  <a:lnTo>
                    <a:pt x="2335321" y="225139"/>
                  </a:lnTo>
                  <a:lnTo>
                    <a:pt x="2373786" y="249498"/>
                  </a:lnTo>
                  <a:lnTo>
                    <a:pt x="2411467" y="274954"/>
                  </a:lnTo>
                  <a:lnTo>
                    <a:pt x="2448343" y="301486"/>
                  </a:lnTo>
                  <a:lnTo>
                    <a:pt x="2484390" y="329070"/>
                  </a:lnTo>
                  <a:lnTo>
                    <a:pt x="2519587" y="357684"/>
                  </a:lnTo>
                  <a:lnTo>
                    <a:pt x="2553911" y="387306"/>
                  </a:lnTo>
                  <a:lnTo>
                    <a:pt x="2587340" y="417914"/>
                  </a:lnTo>
                  <a:lnTo>
                    <a:pt x="2619851" y="449484"/>
                  </a:lnTo>
                  <a:lnTo>
                    <a:pt x="2651421" y="481995"/>
                  </a:lnTo>
                  <a:lnTo>
                    <a:pt x="2682029" y="515424"/>
                  </a:lnTo>
                  <a:lnTo>
                    <a:pt x="2711651" y="549748"/>
                  </a:lnTo>
                  <a:lnTo>
                    <a:pt x="2740265" y="584945"/>
                  </a:lnTo>
                  <a:lnTo>
                    <a:pt x="2767849" y="620992"/>
                  </a:lnTo>
                  <a:lnTo>
                    <a:pt x="2794381" y="657868"/>
                  </a:lnTo>
                  <a:lnTo>
                    <a:pt x="2819837" y="695549"/>
                  </a:lnTo>
                  <a:lnTo>
                    <a:pt x="2844196" y="734014"/>
                  </a:lnTo>
                  <a:lnTo>
                    <a:pt x="2867434" y="773238"/>
                  </a:lnTo>
                  <a:lnTo>
                    <a:pt x="2889530" y="813202"/>
                  </a:lnTo>
                  <a:lnTo>
                    <a:pt x="2910461" y="853880"/>
                  </a:lnTo>
                  <a:lnTo>
                    <a:pt x="2930204" y="895252"/>
                  </a:lnTo>
                  <a:lnTo>
                    <a:pt x="2948737" y="937295"/>
                  </a:lnTo>
                  <a:lnTo>
                    <a:pt x="2966038" y="979986"/>
                  </a:lnTo>
                  <a:lnTo>
                    <a:pt x="2982084" y="1023303"/>
                  </a:lnTo>
                  <a:lnTo>
                    <a:pt x="2996852" y="1067223"/>
                  </a:lnTo>
                  <a:lnTo>
                    <a:pt x="3010321" y="1111725"/>
                  </a:lnTo>
                  <a:lnTo>
                    <a:pt x="3022467" y="1156784"/>
                  </a:lnTo>
                  <a:lnTo>
                    <a:pt x="3033268" y="1202380"/>
                  </a:lnTo>
                  <a:lnTo>
                    <a:pt x="3042702" y="1248489"/>
                  </a:lnTo>
                  <a:lnTo>
                    <a:pt x="3050747" y="1295089"/>
                  </a:lnTo>
                  <a:lnTo>
                    <a:pt x="3057379" y="1342157"/>
                  </a:lnTo>
                  <a:lnTo>
                    <a:pt x="3062576" y="1389672"/>
                  </a:lnTo>
                  <a:lnTo>
                    <a:pt x="3066316" y="1437610"/>
                  </a:lnTo>
                  <a:lnTo>
                    <a:pt x="3068577" y="1485949"/>
                  </a:lnTo>
                  <a:lnTo>
                    <a:pt x="3069335" y="1534667"/>
                  </a:lnTo>
                  <a:lnTo>
                    <a:pt x="3068577" y="1583386"/>
                  </a:lnTo>
                  <a:lnTo>
                    <a:pt x="3066316" y="1631725"/>
                  </a:lnTo>
                  <a:lnTo>
                    <a:pt x="3062576" y="1679663"/>
                  </a:lnTo>
                  <a:lnTo>
                    <a:pt x="3057379" y="1727178"/>
                  </a:lnTo>
                  <a:lnTo>
                    <a:pt x="3050747" y="1774246"/>
                  </a:lnTo>
                  <a:lnTo>
                    <a:pt x="3042702" y="1820846"/>
                  </a:lnTo>
                  <a:lnTo>
                    <a:pt x="3033268" y="1866955"/>
                  </a:lnTo>
                  <a:lnTo>
                    <a:pt x="3022467" y="1912551"/>
                  </a:lnTo>
                  <a:lnTo>
                    <a:pt x="3010321" y="1957610"/>
                  </a:lnTo>
                  <a:lnTo>
                    <a:pt x="2996852" y="2002112"/>
                  </a:lnTo>
                  <a:lnTo>
                    <a:pt x="2982084" y="2046032"/>
                  </a:lnTo>
                  <a:lnTo>
                    <a:pt x="2966038" y="2089349"/>
                  </a:lnTo>
                  <a:lnTo>
                    <a:pt x="2948737" y="2132040"/>
                  </a:lnTo>
                  <a:lnTo>
                    <a:pt x="2930204" y="2174083"/>
                  </a:lnTo>
                  <a:lnTo>
                    <a:pt x="2910461" y="2215455"/>
                  </a:lnTo>
                  <a:lnTo>
                    <a:pt x="2889530" y="2256133"/>
                  </a:lnTo>
                  <a:lnTo>
                    <a:pt x="2867434" y="2296097"/>
                  </a:lnTo>
                  <a:lnTo>
                    <a:pt x="2844196" y="2335321"/>
                  </a:lnTo>
                  <a:lnTo>
                    <a:pt x="2819837" y="2373786"/>
                  </a:lnTo>
                  <a:lnTo>
                    <a:pt x="2794381" y="2411467"/>
                  </a:lnTo>
                  <a:lnTo>
                    <a:pt x="2767849" y="2448343"/>
                  </a:lnTo>
                  <a:lnTo>
                    <a:pt x="2740265" y="2484390"/>
                  </a:lnTo>
                  <a:lnTo>
                    <a:pt x="2711651" y="2519587"/>
                  </a:lnTo>
                  <a:lnTo>
                    <a:pt x="2682029" y="2553911"/>
                  </a:lnTo>
                  <a:lnTo>
                    <a:pt x="2651421" y="2587340"/>
                  </a:lnTo>
                  <a:lnTo>
                    <a:pt x="2619851" y="2619851"/>
                  </a:lnTo>
                  <a:lnTo>
                    <a:pt x="2587340" y="2651421"/>
                  </a:lnTo>
                  <a:lnTo>
                    <a:pt x="2553911" y="2682029"/>
                  </a:lnTo>
                  <a:lnTo>
                    <a:pt x="2519587" y="2711651"/>
                  </a:lnTo>
                  <a:lnTo>
                    <a:pt x="2484390" y="2740265"/>
                  </a:lnTo>
                  <a:lnTo>
                    <a:pt x="2448343" y="2767849"/>
                  </a:lnTo>
                  <a:lnTo>
                    <a:pt x="2411467" y="2794381"/>
                  </a:lnTo>
                  <a:lnTo>
                    <a:pt x="2373786" y="2819837"/>
                  </a:lnTo>
                  <a:lnTo>
                    <a:pt x="2335321" y="2844196"/>
                  </a:lnTo>
                  <a:lnTo>
                    <a:pt x="2296097" y="2867434"/>
                  </a:lnTo>
                  <a:lnTo>
                    <a:pt x="2256133" y="2889530"/>
                  </a:lnTo>
                  <a:lnTo>
                    <a:pt x="2215455" y="2910461"/>
                  </a:lnTo>
                  <a:lnTo>
                    <a:pt x="2174083" y="2930204"/>
                  </a:lnTo>
                  <a:lnTo>
                    <a:pt x="2132040" y="2948737"/>
                  </a:lnTo>
                  <a:lnTo>
                    <a:pt x="2089349" y="2966038"/>
                  </a:lnTo>
                  <a:lnTo>
                    <a:pt x="2046032" y="2982084"/>
                  </a:lnTo>
                  <a:lnTo>
                    <a:pt x="2002112" y="2996852"/>
                  </a:lnTo>
                  <a:lnTo>
                    <a:pt x="1957610" y="3010321"/>
                  </a:lnTo>
                  <a:lnTo>
                    <a:pt x="1912551" y="3022467"/>
                  </a:lnTo>
                  <a:lnTo>
                    <a:pt x="1866955" y="3033268"/>
                  </a:lnTo>
                  <a:lnTo>
                    <a:pt x="1820846" y="3042702"/>
                  </a:lnTo>
                  <a:lnTo>
                    <a:pt x="1774246" y="3050747"/>
                  </a:lnTo>
                  <a:lnTo>
                    <a:pt x="1727178" y="3057379"/>
                  </a:lnTo>
                  <a:lnTo>
                    <a:pt x="1679663" y="3062576"/>
                  </a:lnTo>
                  <a:lnTo>
                    <a:pt x="1631725" y="3066316"/>
                  </a:lnTo>
                  <a:lnTo>
                    <a:pt x="1583386" y="3068577"/>
                  </a:lnTo>
                  <a:lnTo>
                    <a:pt x="1534668" y="3069335"/>
                  </a:lnTo>
                  <a:lnTo>
                    <a:pt x="1485949" y="3068577"/>
                  </a:lnTo>
                  <a:lnTo>
                    <a:pt x="1437610" y="3066316"/>
                  </a:lnTo>
                  <a:lnTo>
                    <a:pt x="1389672" y="3062576"/>
                  </a:lnTo>
                  <a:lnTo>
                    <a:pt x="1342157" y="3057379"/>
                  </a:lnTo>
                  <a:lnTo>
                    <a:pt x="1295089" y="3050747"/>
                  </a:lnTo>
                  <a:lnTo>
                    <a:pt x="1248489" y="3042702"/>
                  </a:lnTo>
                  <a:lnTo>
                    <a:pt x="1202380" y="3033268"/>
                  </a:lnTo>
                  <a:lnTo>
                    <a:pt x="1156784" y="3022467"/>
                  </a:lnTo>
                  <a:lnTo>
                    <a:pt x="1111725" y="3010321"/>
                  </a:lnTo>
                  <a:lnTo>
                    <a:pt x="1067223" y="2996852"/>
                  </a:lnTo>
                  <a:lnTo>
                    <a:pt x="1023303" y="2982084"/>
                  </a:lnTo>
                  <a:lnTo>
                    <a:pt x="979986" y="2966038"/>
                  </a:lnTo>
                  <a:lnTo>
                    <a:pt x="937295" y="2948737"/>
                  </a:lnTo>
                  <a:lnTo>
                    <a:pt x="895252" y="2930204"/>
                  </a:lnTo>
                  <a:lnTo>
                    <a:pt x="853880" y="2910461"/>
                  </a:lnTo>
                  <a:lnTo>
                    <a:pt x="813202" y="2889530"/>
                  </a:lnTo>
                  <a:lnTo>
                    <a:pt x="773238" y="2867434"/>
                  </a:lnTo>
                  <a:lnTo>
                    <a:pt x="734014" y="2844196"/>
                  </a:lnTo>
                  <a:lnTo>
                    <a:pt x="695549" y="2819837"/>
                  </a:lnTo>
                  <a:lnTo>
                    <a:pt x="657868" y="2794381"/>
                  </a:lnTo>
                  <a:lnTo>
                    <a:pt x="620992" y="2767849"/>
                  </a:lnTo>
                  <a:lnTo>
                    <a:pt x="584945" y="2740265"/>
                  </a:lnTo>
                  <a:lnTo>
                    <a:pt x="549748" y="2711651"/>
                  </a:lnTo>
                  <a:lnTo>
                    <a:pt x="515424" y="2682029"/>
                  </a:lnTo>
                  <a:lnTo>
                    <a:pt x="481995" y="2651421"/>
                  </a:lnTo>
                  <a:lnTo>
                    <a:pt x="449484" y="2619851"/>
                  </a:lnTo>
                  <a:lnTo>
                    <a:pt x="417914" y="2587340"/>
                  </a:lnTo>
                  <a:lnTo>
                    <a:pt x="387306" y="2553911"/>
                  </a:lnTo>
                  <a:lnTo>
                    <a:pt x="357684" y="2519587"/>
                  </a:lnTo>
                  <a:lnTo>
                    <a:pt x="329070" y="2484390"/>
                  </a:lnTo>
                  <a:lnTo>
                    <a:pt x="301486" y="2448343"/>
                  </a:lnTo>
                  <a:lnTo>
                    <a:pt x="274954" y="2411467"/>
                  </a:lnTo>
                  <a:lnTo>
                    <a:pt x="249498" y="2373786"/>
                  </a:lnTo>
                  <a:lnTo>
                    <a:pt x="225139" y="2335321"/>
                  </a:lnTo>
                  <a:lnTo>
                    <a:pt x="201901" y="2296097"/>
                  </a:lnTo>
                  <a:lnTo>
                    <a:pt x="179805" y="2256133"/>
                  </a:lnTo>
                  <a:lnTo>
                    <a:pt x="158874" y="2215455"/>
                  </a:lnTo>
                  <a:lnTo>
                    <a:pt x="139131" y="2174083"/>
                  </a:lnTo>
                  <a:lnTo>
                    <a:pt x="120598" y="2132040"/>
                  </a:lnTo>
                  <a:lnTo>
                    <a:pt x="103297" y="2089349"/>
                  </a:lnTo>
                  <a:lnTo>
                    <a:pt x="87251" y="2046032"/>
                  </a:lnTo>
                  <a:lnTo>
                    <a:pt x="72483" y="2002112"/>
                  </a:lnTo>
                  <a:lnTo>
                    <a:pt x="59014" y="1957610"/>
                  </a:lnTo>
                  <a:lnTo>
                    <a:pt x="46868" y="1912551"/>
                  </a:lnTo>
                  <a:lnTo>
                    <a:pt x="36067" y="1866955"/>
                  </a:lnTo>
                  <a:lnTo>
                    <a:pt x="26633" y="1820846"/>
                  </a:lnTo>
                  <a:lnTo>
                    <a:pt x="18588" y="1774246"/>
                  </a:lnTo>
                  <a:lnTo>
                    <a:pt x="11956" y="1727178"/>
                  </a:lnTo>
                  <a:lnTo>
                    <a:pt x="6759" y="1679663"/>
                  </a:lnTo>
                  <a:lnTo>
                    <a:pt x="3019" y="1631725"/>
                  </a:lnTo>
                  <a:lnTo>
                    <a:pt x="758" y="1583386"/>
                  </a:lnTo>
                  <a:lnTo>
                    <a:pt x="0" y="153466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9100" y="4221479"/>
              <a:ext cx="1325879" cy="9418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81188" y="1389887"/>
              <a:ext cx="1443227" cy="941831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9050273" y="2300097"/>
            <a:ext cx="2007870" cy="94932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generics</a:t>
            </a:r>
            <a:endParaRPr sz="2400">
              <a:latin typeface="Calibri"/>
              <a:cs typeface="Calibri"/>
            </a:endParaRPr>
          </a:p>
          <a:p>
            <a:pPr marL="762635">
              <a:lnSpc>
                <a:spcPct val="100000"/>
              </a:lnSpc>
              <a:spcBef>
                <a:spcPts val="755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interfaces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6411848" y="2346273"/>
            <a:ext cx="1804035" cy="1134110"/>
          </a:xfrm>
          <a:prstGeom prst="rect">
            <a:avLst/>
          </a:prstGeom>
        </p:spPr>
        <p:txBody>
          <a:bodyPr wrap="square" lIns="0" tIns="201295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1585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static</a:t>
            </a:r>
            <a:r>
              <a:rPr dirty="0" sz="2400" spc="-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typing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enums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25"/>
              <a:t> </a:t>
            </a:r>
            <a:r>
              <a:rPr dirty="0" spc="-10"/>
              <a:t>ADOPTION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4788" y="1565147"/>
            <a:ext cx="7202423" cy="46116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191761" y="6196076"/>
            <a:ext cx="3809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From</a:t>
            </a:r>
            <a:r>
              <a:rPr dirty="0" u="sng" sz="1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the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State</a:t>
            </a:r>
            <a:r>
              <a:rPr dirty="0" u="sng" sz="1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of</a:t>
            </a:r>
            <a:r>
              <a:rPr dirty="0" u="sng" sz="1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JavaScript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2022</a:t>
            </a:r>
            <a:r>
              <a:rPr dirty="0" u="sng" sz="1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survey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INSTALLING</a:t>
            </a:r>
            <a:r>
              <a:rPr dirty="0" spc="-210"/>
              <a:t> </a:t>
            </a:r>
            <a:r>
              <a:rPr dirty="0" spc="-200"/>
              <a:t>TYPESCRIPT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67303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installed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npm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package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2980524"/>
            <a:ext cx="10165715" cy="1945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above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command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tsc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globally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npx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similar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tsc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local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onsolas"/>
                <a:cs typeface="Consolas"/>
              </a:rPr>
              <a:t>node_modules</a:t>
            </a:r>
            <a:endParaRPr sz="2400">
              <a:latin typeface="Consolas"/>
              <a:cs typeface="Consolas"/>
            </a:endParaRPr>
          </a:p>
          <a:p>
            <a:pPr marL="241300">
              <a:lnSpc>
                <a:spcPts val="3190"/>
              </a:lnSpc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package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.ts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extension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074164"/>
            <a:ext cx="10427335" cy="923925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3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 $</a:t>
            </a:r>
            <a:r>
              <a:rPr dirty="0" sz="1800" spc="-3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npm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Consolas"/>
                <a:cs typeface="Consolas"/>
              </a:rPr>
              <a:t>-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g</a:t>
            </a:r>
            <a:r>
              <a:rPr dirty="0" sz="1800" spc="-4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typescript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added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package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9s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882396" y="1478280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hello.ts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file</a:t>
            </a:r>
            <a:endParaRPr sz="1800">
              <a:latin typeface="Consolas"/>
              <a:cs typeface="Consolas"/>
            </a:endParaRPr>
          </a:p>
          <a:p>
            <a:pPr marL="92075" marR="230505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 is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industrial-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grade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general-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purpose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greeter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function: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greet(entity,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date)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`Hello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entity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,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today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date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!`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greet(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HELLO</a:t>
            </a:r>
            <a:r>
              <a:rPr dirty="0" spc="-15"/>
              <a:t> </a:t>
            </a:r>
            <a:r>
              <a:rPr dirty="0" spc="-204"/>
              <a:t>TYPESCRIPT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3479190"/>
            <a:ext cx="9658985" cy="10502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Standard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valid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above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script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Node.js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5611164"/>
            <a:ext cx="64985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Looks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like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forgot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second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parameter!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4628388"/>
            <a:ext cx="10427335" cy="923925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92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node</a:t>
            </a:r>
            <a:r>
              <a:rPr dirty="0" sz="1800" spc="-5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hello.ts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Hello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Web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Technologies,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today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is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undefined!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HELLO</a:t>
            </a:r>
            <a:r>
              <a:rPr dirty="0" spc="-15"/>
              <a:t> </a:t>
            </a:r>
            <a:r>
              <a:rPr dirty="0" spc="-204"/>
              <a:t>TYPESCRIPT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62579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try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hello.ts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tsc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151888"/>
            <a:ext cx="10427335" cy="397002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hello.ts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hello.ts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6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1</a:t>
            </a:r>
            <a:r>
              <a:rPr dirty="0" sz="1800" spc="-35">
                <a:solidFill>
                  <a:srgbClr val="EFDB4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-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error</a:t>
            </a:r>
            <a:r>
              <a:rPr dirty="0" sz="1800" spc="-3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TS2554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Expected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2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arguments,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but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got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1.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6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greet("Web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Technologies");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solidFill>
                  <a:srgbClr val="E66464"/>
                </a:solidFill>
                <a:latin typeface="Consolas"/>
                <a:cs typeface="Consolas"/>
              </a:rPr>
              <a:t>~~~~~~~~~~~~~~~~~~~~~~~~~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hello.ts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 spc="-10">
                <a:solidFill>
                  <a:srgbClr val="EFDB4F"/>
                </a:solidFill>
                <a:latin typeface="Consolas"/>
                <a:cs typeface="Consolas"/>
              </a:rPr>
              <a:t>2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 spc="-10">
                <a:solidFill>
                  <a:srgbClr val="EFDB4F"/>
                </a:solidFill>
                <a:latin typeface="Consolas"/>
                <a:cs typeface="Consolas"/>
              </a:rPr>
              <a:t>24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2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function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greet(person,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date)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727450">
              <a:lnSpc>
                <a:spcPct val="100000"/>
              </a:lnSpc>
            </a:pPr>
            <a:r>
              <a:rPr dirty="0" sz="1800" spc="-20">
                <a:solidFill>
                  <a:srgbClr val="55B5C2"/>
                </a:solidFill>
                <a:latin typeface="Consolas"/>
                <a:cs typeface="Consolas"/>
              </a:rPr>
              <a:t>~~~~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An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argument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for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'date'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was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not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provided.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Found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error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hello.ts:</a:t>
            </a:r>
            <a:r>
              <a:rPr dirty="0" sz="1800" spc="-10">
                <a:solidFill>
                  <a:srgbClr val="EFDB4F"/>
                </a:solidFill>
                <a:latin typeface="Consolas"/>
                <a:cs typeface="Consolas"/>
              </a:rPr>
              <a:t>6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1</a:t>
            </a:r>
            <a:r>
              <a:rPr dirty="0" spc="-25"/>
              <a:t>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HELLO</a:t>
            </a:r>
            <a:r>
              <a:rPr dirty="0" spc="-15"/>
              <a:t> </a:t>
            </a:r>
            <a:r>
              <a:rPr dirty="0" spc="-204"/>
              <a:t>TYPESCRIPT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698990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detected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bug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..even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though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we’ve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written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standard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far!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fix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bug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177539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hello.ts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file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 is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industrial-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grade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general-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purpose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greeter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function: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greet(entity,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date)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`Hello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entity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,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today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date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!`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greet(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Date());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1</a:t>
            </a:r>
            <a:r>
              <a:rPr dirty="0" spc="-25"/>
              <a:t>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HELLO</a:t>
            </a:r>
            <a:r>
              <a:rPr dirty="0" spc="-15"/>
              <a:t> </a:t>
            </a:r>
            <a:r>
              <a:rPr dirty="0" spc="-204"/>
              <a:t>TYPESCRIPT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4738878"/>
            <a:ext cx="941895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tsc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transpiled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hello.ts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newly-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hello.js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executed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Node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usual.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82396" y="1565147"/>
          <a:ext cx="10503535" cy="3138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1110"/>
                <a:gridCol w="2880994"/>
                <a:gridCol w="254635"/>
                <a:gridCol w="6029960"/>
              </a:tblGrid>
              <a:tr h="716915">
                <a:tc>
                  <a:txBody>
                    <a:bodyPr/>
                    <a:lstStyle/>
                    <a:p>
                      <a:pPr marL="92075">
                        <a:lnSpc>
                          <a:spcPts val="2155"/>
                        </a:lnSpc>
                        <a:spcBef>
                          <a:spcPts val="270"/>
                        </a:spcBef>
                      </a:pP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@luigi</a:t>
                      </a:r>
                      <a:r>
                        <a:rPr dirty="0" sz="1800" spc="-4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5CD681"/>
                          </a:solidFill>
                          <a:latin typeface="Segoe UI Symbol"/>
                          <a:cs typeface="Segoe UI Symbol"/>
                        </a:rPr>
                        <a:t>➜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  <a:p>
                      <a:pPr marL="92075">
                        <a:lnSpc>
                          <a:spcPts val="2155"/>
                        </a:lnSpc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hello.ts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429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 spc="-10">
                          <a:solidFill>
                            <a:srgbClr val="55B5C2"/>
                          </a:solidFill>
                          <a:latin typeface="Consolas"/>
                          <a:cs typeface="Consolas"/>
                        </a:rPr>
                        <a:t>D/O/T/W/2/e/TypeScript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429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 spc="-50">
                          <a:solidFill>
                            <a:srgbClr val="55B5C2"/>
                          </a:solidFill>
                          <a:latin typeface="Consolas"/>
                          <a:cs typeface="Consolas"/>
                        </a:rPr>
                        <a:t>$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429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>
                          <a:solidFill>
                            <a:srgbClr val="D6B576"/>
                          </a:solidFill>
                          <a:latin typeface="Consolas"/>
                          <a:cs typeface="Consolas"/>
                        </a:rPr>
                        <a:t>ls</a:t>
                      </a:r>
                      <a:r>
                        <a:rPr dirty="0" sz="1800" spc="-10">
                          <a:solidFill>
                            <a:srgbClr val="D6B57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BEBEBE"/>
                          </a:solidFill>
                          <a:latin typeface="Consolas"/>
                          <a:cs typeface="Consolas"/>
                        </a:rPr>
                        <a:t>–n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4290">
                    <a:solidFill>
                      <a:srgbClr val="282C34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@luigi</a:t>
                      </a:r>
                      <a:r>
                        <a:rPr dirty="0" sz="1800" spc="-4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5CD681"/>
                          </a:solidFill>
                          <a:latin typeface="Segoe UI Symbol"/>
                          <a:cs typeface="Segoe UI Symbol"/>
                        </a:rPr>
                        <a:t>➜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4033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800" spc="-10">
                          <a:solidFill>
                            <a:srgbClr val="55B5C2"/>
                          </a:solidFill>
                          <a:latin typeface="Consolas"/>
                          <a:cs typeface="Consolas"/>
                        </a:rPr>
                        <a:t>D/O/T/W/2/e/TypeScript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4033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800" spc="-50">
                          <a:solidFill>
                            <a:srgbClr val="55B5C2"/>
                          </a:solidFill>
                          <a:latin typeface="Consolas"/>
                          <a:cs typeface="Consolas"/>
                        </a:rPr>
                        <a:t>$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4033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800">
                          <a:solidFill>
                            <a:srgbClr val="D6B576"/>
                          </a:solidFill>
                          <a:latin typeface="Consolas"/>
                          <a:cs typeface="Consolas"/>
                        </a:rPr>
                        <a:t>tsc</a:t>
                      </a:r>
                      <a:r>
                        <a:rPr dirty="0" sz="1800" spc="-20">
                          <a:solidFill>
                            <a:srgbClr val="D6B57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hello.ts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40335">
                    <a:solidFill>
                      <a:srgbClr val="282C34"/>
                    </a:solidFill>
                  </a:tcPr>
                </a:tc>
              </a:tr>
              <a:tr h="1096645">
                <a:tc>
                  <a:txBody>
                    <a:bodyPr/>
                    <a:lstStyle/>
                    <a:p>
                      <a:pPr marL="92075" marR="54610">
                        <a:lnSpc>
                          <a:spcPct val="99800"/>
                        </a:lnSpc>
                        <a:spcBef>
                          <a:spcPts val="1100"/>
                        </a:spcBef>
                      </a:pP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@luigi</a:t>
                      </a:r>
                      <a:r>
                        <a:rPr dirty="0" sz="1800" spc="-4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5CD681"/>
                          </a:solidFill>
                          <a:latin typeface="Segoe UI Symbol"/>
                          <a:cs typeface="Segoe UI Symbol"/>
                        </a:rPr>
                        <a:t>➜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hello.js hello.ts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3970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800" spc="-10">
                          <a:solidFill>
                            <a:srgbClr val="55B5C2"/>
                          </a:solidFill>
                          <a:latin typeface="Consolas"/>
                          <a:cs typeface="Consolas"/>
                        </a:rPr>
                        <a:t>D/O/T/W/2/e/TypeScript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3970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800" spc="-50">
                          <a:solidFill>
                            <a:srgbClr val="55B5C2"/>
                          </a:solidFill>
                          <a:latin typeface="Consolas"/>
                          <a:cs typeface="Consolas"/>
                        </a:rPr>
                        <a:t>$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39700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800">
                          <a:solidFill>
                            <a:srgbClr val="D6B576"/>
                          </a:solidFill>
                          <a:latin typeface="Consolas"/>
                          <a:cs typeface="Consolas"/>
                        </a:rPr>
                        <a:t>ls</a:t>
                      </a:r>
                      <a:r>
                        <a:rPr dirty="0" sz="1800" spc="-10">
                          <a:solidFill>
                            <a:srgbClr val="D6B57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BEBEBE"/>
                          </a:solidFill>
                          <a:latin typeface="Consolas"/>
                          <a:cs typeface="Consolas"/>
                        </a:rPr>
                        <a:t>–n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39700">
                    <a:solidFill>
                      <a:srgbClr val="282C34"/>
                    </a:solidFill>
                  </a:tcPr>
                </a:tc>
              </a:tr>
              <a:tr h="775335">
                <a:tc>
                  <a:txBody>
                    <a:bodyPr/>
                    <a:lstStyle/>
                    <a:p>
                      <a:pPr marL="92075">
                        <a:lnSpc>
                          <a:spcPts val="2155"/>
                        </a:lnSpc>
                        <a:spcBef>
                          <a:spcPts val="1105"/>
                        </a:spcBef>
                      </a:pPr>
                      <a:r>
                        <a:rPr dirty="0" sz="180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@luigi</a:t>
                      </a:r>
                      <a:r>
                        <a:rPr dirty="0" sz="1800" spc="-40">
                          <a:solidFill>
                            <a:srgbClr val="E66464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solidFill>
                            <a:srgbClr val="5CD681"/>
                          </a:solidFill>
                          <a:latin typeface="Segoe UI Symbol"/>
                          <a:cs typeface="Segoe UI Symbol"/>
                        </a:rPr>
                        <a:t>➜</a:t>
                      </a:r>
                      <a:endParaRPr sz="1800">
                        <a:latin typeface="Segoe UI Symbol"/>
                        <a:cs typeface="Segoe UI Symbol"/>
                      </a:endParaRPr>
                    </a:p>
                    <a:p>
                      <a:pPr marL="92075">
                        <a:lnSpc>
                          <a:spcPts val="215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Hello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Web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40335">
                    <a:solidFill>
                      <a:srgbClr val="282C34"/>
                    </a:solidFill>
                  </a:tcPr>
                </a:tc>
                <a:tc>
                  <a:txBody>
                    <a:bodyPr/>
                    <a:lstStyle/>
                    <a:p>
                      <a:pPr marL="83820" marR="31750" indent="-21590">
                        <a:lnSpc>
                          <a:spcPts val="2150"/>
                        </a:lnSpc>
                        <a:spcBef>
                          <a:spcPts val="1185"/>
                        </a:spcBef>
                      </a:pPr>
                      <a:r>
                        <a:rPr dirty="0" sz="1800" spc="-10">
                          <a:solidFill>
                            <a:srgbClr val="55B5C2"/>
                          </a:solidFill>
                          <a:latin typeface="Consolas"/>
                          <a:cs typeface="Consolas"/>
                        </a:rPr>
                        <a:t>D/O/T/W/2/e/TypeScript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Technologies,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today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50495">
                    <a:solidFill>
                      <a:srgbClr val="282C3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5405">
                        <a:lnSpc>
                          <a:spcPts val="2155"/>
                        </a:lnSpc>
                        <a:spcBef>
                          <a:spcPts val="1105"/>
                        </a:spcBef>
                      </a:pPr>
                      <a:r>
                        <a:rPr dirty="0" sz="1800">
                          <a:solidFill>
                            <a:srgbClr val="55B5C2"/>
                          </a:solidFill>
                          <a:latin typeface="Consolas"/>
                          <a:cs typeface="Consolas"/>
                        </a:rPr>
                        <a:t>$</a:t>
                      </a:r>
                      <a:r>
                        <a:rPr dirty="0" sz="1800" spc="-10">
                          <a:solidFill>
                            <a:srgbClr val="55B5C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D6B576"/>
                          </a:solidFill>
                          <a:latin typeface="Consolas"/>
                          <a:cs typeface="Consolas"/>
                        </a:rPr>
                        <a:t>node</a:t>
                      </a:r>
                      <a:r>
                        <a:rPr dirty="0" sz="1800" spc="-15">
                          <a:solidFill>
                            <a:srgbClr val="D6B57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hello.js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85090">
                        <a:lnSpc>
                          <a:spcPts val="2155"/>
                        </a:lnSpc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Mon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Dec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18</a:t>
                      </a:r>
                      <a:r>
                        <a:rPr dirty="0" sz="1800" spc="-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2023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09:33:18!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40335">
                    <a:solidFill>
                      <a:srgbClr val="282C3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HELLO</a:t>
            </a:r>
            <a:r>
              <a:rPr dirty="0" spc="-95"/>
              <a:t> </a:t>
            </a:r>
            <a:r>
              <a:rPr dirty="0" spc="-195"/>
              <a:t>TYPESCRIPT:</a:t>
            </a:r>
            <a:r>
              <a:rPr dirty="0" spc="-60"/>
              <a:t> </a:t>
            </a:r>
            <a:r>
              <a:rPr dirty="0"/>
              <a:t>GENERATED</a:t>
            </a:r>
            <a:r>
              <a:rPr dirty="0" spc="-75"/>
              <a:t> </a:t>
            </a:r>
            <a:r>
              <a:rPr dirty="0" spc="-20"/>
              <a:t>CODE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4700015"/>
            <a:ext cx="10427335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 is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industrial-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grade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general-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purpose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greeter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function: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greet(entity,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date)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"Hello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latin typeface="Consolas"/>
                <a:cs typeface="Consolas"/>
              </a:rPr>
              <a:t>.concat(entity,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",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today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>
                <a:latin typeface="Consolas"/>
                <a:cs typeface="Consolas"/>
              </a:rPr>
              <a:t>).concat(date,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"!"</a:t>
            </a:r>
            <a:r>
              <a:rPr dirty="0" sz="1800" spc="-10">
                <a:latin typeface="Consolas"/>
                <a:cs typeface="Consolas"/>
              </a:rPr>
              <a:t>));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greet(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Date());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1650492"/>
            <a:ext cx="10427335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 marR="2305050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 is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industrial-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grade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general-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purpose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greeter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function: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greet(entity,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date)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`Hello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entity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,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today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date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!`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greet(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Date());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47334" y="3375405"/>
            <a:ext cx="497840" cy="991235"/>
            <a:chOff x="5847334" y="3375405"/>
            <a:chExt cx="497840" cy="991235"/>
          </a:xfrm>
        </p:grpSpPr>
        <p:sp>
          <p:nvSpPr>
            <p:cNvPr id="6" name="object 6" descr=""/>
            <p:cNvSpPr/>
            <p:nvPr/>
          </p:nvSpPr>
          <p:spPr>
            <a:xfrm>
              <a:off x="5853684" y="3381755"/>
              <a:ext cx="485140" cy="978535"/>
            </a:xfrm>
            <a:custGeom>
              <a:avLst/>
              <a:gdLst/>
              <a:ahLst/>
              <a:cxnLst/>
              <a:rect l="l" t="t" r="r" b="b"/>
              <a:pathLst>
                <a:path w="485139" h="978535">
                  <a:moveTo>
                    <a:pt x="363474" y="0"/>
                  </a:moveTo>
                  <a:lnTo>
                    <a:pt x="121157" y="0"/>
                  </a:lnTo>
                  <a:lnTo>
                    <a:pt x="121157" y="736092"/>
                  </a:lnTo>
                  <a:lnTo>
                    <a:pt x="0" y="736092"/>
                  </a:lnTo>
                  <a:lnTo>
                    <a:pt x="242315" y="978408"/>
                  </a:lnTo>
                  <a:lnTo>
                    <a:pt x="484631" y="736092"/>
                  </a:lnTo>
                  <a:lnTo>
                    <a:pt x="363474" y="736092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3684" y="3381755"/>
              <a:ext cx="485140" cy="978535"/>
            </a:xfrm>
            <a:custGeom>
              <a:avLst/>
              <a:gdLst/>
              <a:ahLst/>
              <a:cxnLst/>
              <a:rect l="l" t="t" r="r" b="b"/>
              <a:pathLst>
                <a:path w="485139" h="978535">
                  <a:moveTo>
                    <a:pt x="0" y="736092"/>
                  </a:moveTo>
                  <a:lnTo>
                    <a:pt x="121157" y="736092"/>
                  </a:lnTo>
                  <a:lnTo>
                    <a:pt x="121157" y="0"/>
                  </a:lnTo>
                  <a:lnTo>
                    <a:pt x="363474" y="0"/>
                  </a:lnTo>
                  <a:lnTo>
                    <a:pt x="363474" y="736092"/>
                  </a:lnTo>
                  <a:lnTo>
                    <a:pt x="484631" y="736092"/>
                  </a:lnTo>
                  <a:lnTo>
                    <a:pt x="242315" y="978408"/>
                  </a:lnTo>
                  <a:lnTo>
                    <a:pt x="0" y="736092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9875519" y="1318260"/>
            <a:ext cx="1434465" cy="33274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marL="376555"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hello.ts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1</a:t>
            </a:r>
            <a:r>
              <a:rPr dirty="0" spc="-25"/>
              <a:t>3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9875519" y="4367784"/>
            <a:ext cx="1434465" cy="332740"/>
          </a:xfrm>
          <a:prstGeom prst="rect">
            <a:avLst/>
          </a:prstGeom>
          <a:solidFill>
            <a:srgbClr val="EFDB4F"/>
          </a:solidFill>
          <a:ln w="12700">
            <a:solidFill>
              <a:srgbClr val="00252F"/>
            </a:solidFill>
          </a:ln>
        </p:spPr>
        <p:txBody>
          <a:bodyPr wrap="square" lIns="0" tIns="13970" rIns="0" bIns="0" rtlCol="0" vert="horz">
            <a:spAutoFit/>
          </a:bodyPr>
          <a:lstStyle/>
          <a:p>
            <a:pPr marL="387350"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hello.js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25"/>
              <a:t> </a:t>
            </a:r>
            <a:r>
              <a:rPr dirty="0" spc="-10"/>
              <a:t>DOWNLEVELING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672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tsc</a:t>
            </a:r>
            <a:r>
              <a:rPr dirty="0" spc="-80"/>
              <a:t> </a:t>
            </a:r>
            <a:r>
              <a:rPr dirty="0" b="0">
                <a:latin typeface="Calibri"/>
                <a:cs typeface="Calibri"/>
              </a:rPr>
              <a:t>preserved</a:t>
            </a:r>
            <a:r>
              <a:rPr dirty="0" spc="-7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comments</a:t>
            </a:r>
            <a:r>
              <a:rPr dirty="0" spc="-6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and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indentations.</a:t>
            </a:r>
            <a:r>
              <a:rPr dirty="0" spc="-4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Transpiled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code</a:t>
            </a:r>
            <a:r>
              <a:rPr dirty="0" spc="-9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looks</a:t>
            </a:r>
            <a:r>
              <a:rPr dirty="0" spc="-90" b="0">
                <a:latin typeface="Calibri"/>
                <a:cs typeface="Calibri"/>
              </a:rPr>
              <a:t> </a:t>
            </a:r>
            <a:r>
              <a:rPr dirty="0" spc="-20" b="0">
                <a:latin typeface="Calibri"/>
                <a:cs typeface="Calibri"/>
              </a:rPr>
              <a:t>like </a:t>
            </a:r>
            <a:r>
              <a:rPr dirty="0" spc="-20" b="0">
                <a:latin typeface="Calibri"/>
                <a:cs typeface="Calibri"/>
              </a:rPr>
              <a:t>	</a:t>
            </a:r>
            <a:r>
              <a:rPr dirty="0" b="0">
                <a:latin typeface="Calibri"/>
                <a:cs typeface="Calibri"/>
              </a:rPr>
              <a:t>it</a:t>
            </a:r>
            <a:r>
              <a:rPr dirty="0" spc="-4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has</a:t>
            </a:r>
            <a:r>
              <a:rPr dirty="0" spc="-2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been</a:t>
            </a:r>
            <a:r>
              <a:rPr dirty="0" spc="-4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written</a:t>
            </a:r>
            <a:r>
              <a:rPr dirty="0" spc="-3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by</a:t>
            </a:r>
            <a:r>
              <a:rPr dirty="0" spc="-4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</a:t>
            </a:r>
            <a:r>
              <a:rPr dirty="0" spc="-4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human.</a:t>
            </a: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b="0">
                <a:latin typeface="Calibri"/>
                <a:cs typeface="Calibri"/>
              </a:rPr>
              <a:t>The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template</a:t>
            </a:r>
            <a:r>
              <a:rPr dirty="0" spc="-6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string</a:t>
            </a:r>
            <a:r>
              <a:rPr dirty="0" spc="-5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was</a:t>
            </a:r>
            <a:r>
              <a:rPr dirty="0" spc="-6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changed</a:t>
            </a:r>
            <a:r>
              <a:rPr dirty="0" spc="-3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to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multiple</a:t>
            </a:r>
            <a:r>
              <a:rPr dirty="0" spc="-50" b="0">
                <a:latin typeface="Calibri"/>
                <a:cs typeface="Calibri"/>
              </a:rPr>
              <a:t> </a:t>
            </a:r>
            <a:r>
              <a:rPr dirty="0"/>
              <a:t>.concat()</a:t>
            </a:r>
            <a:r>
              <a:rPr dirty="0" spc="-45"/>
              <a:t> </a:t>
            </a:r>
            <a:r>
              <a:rPr dirty="0" spc="-10" b="0">
                <a:latin typeface="Calibri"/>
                <a:cs typeface="Calibri"/>
              </a:rPr>
              <a:t>invocations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b="0">
                <a:latin typeface="Calibri"/>
                <a:cs typeface="Calibri"/>
              </a:rPr>
              <a:t>Why</a:t>
            </a:r>
            <a:r>
              <a:rPr dirty="0" spc="-2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is</a:t>
            </a:r>
            <a:r>
              <a:rPr dirty="0" spc="-45" b="0">
                <a:latin typeface="Calibri"/>
                <a:cs typeface="Calibri"/>
              </a:rPr>
              <a:t> </a:t>
            </a:r>
            <a:r>
              <a:rPr dirty="0" spc="-20" b="0">
                <a:latin typeface="Calibri"/>
                <a:cs typeface="Calibri"/>
              </a:rPr>
              <a:t>that?</a:t>
            </a: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strings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ES6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feature,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default,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targets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ES3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(1999)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rewrite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newer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versions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older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ones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downleveling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lvl="1" marL="696595" marR="684530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still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nice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features,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run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old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browsers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supporting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ES3!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497582" y="5405373"/>
            <a:ext cx="1547495" cy="927100"/>
            <a:chOff x="2497582" y="5405373"/>
            <a:chExt cx="1547495" cy="927100"/>
          </a:xfrm>
        </p:grpSpPr>
        <p:sp>
          <p:nvSpPr>
            <p:cNvPr id="5" name="object 5" descr=""/>
            <p:cNvSpPr/>
            <p:nvPr/>
          </p:nvSpPr>
          <p:spPr>
            <a:xfrm>
              <a:off x="2503932" y="5411723"/>
              <a:ext cx="1534795" cy="914400"/>
            </a:xfrm>
            <a:custGeom>
              <a:avLst/>
              <a:gdLst/>
              <a:ahLst/>
              <a:cxnLst/>
              <a:rect l="l" t="t" r="r" b="b"/>
              <a:pathLst>
                <a:path w="1534795" h="914400">
                  <a:moveTo>
                    <a:pt x="1382268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1999"/>
                  </a:lnTo>
                  <a:lnTo>
                    <a:pt x="7766" y="810168"/>
                  </a:lnTo>
                  <a:lnTo>
                    <a:pt x="29394" y="852003"/>
                  </a:lnTo>
                  <a:lnTo>
                    <a:pt x="62380" y="884994"/>
                  </a:lnTo>
                  <a:lnTo>
                    <a:pt x="104217" y="906630"/>
                  </a:lnTo>
                  <a:lnTo>
                    <a:pt x="152400" y="914400"/>
                  </a:lnTo>
                  <a:lnTo>
                    <a:pt x="1382268" y="914400"/>
                  </a:lnTo>
                  <a:lnTo>
                    <a:pt x="1430450" y="906630"/>
                  </a:lnTo>
                  <a:lnTo>
                    <a:pt x="1472287" y="884994"/>
                  </a:lnTo>
                  <a:lnTo>
                    <a:pt x="1505273" y="852003"/>
                  </a:lnTo>
                  <a:lnTo>
                    <a:pt x="1526901" y="810168"/>
                  </a:lnTo>
                  <a:lnTo>
                    <a:pt x="1534668" y="761999"/>
                  </a:lnTo>
                  <a:lnTo>
                    <a:pt x="1534668" y="152400"/>
                  </a:lnTo>
                  <a:lnTo>
                    <a:pt x="1526901" y="104217"/>
                  </a:lnTo>
                  <a:lnTo>
                    <a:pt x="1505273" y="62380"/>
                  </a:lnTo>
                  <a:lnTo>
                    <a:pt x="1472287" y="29394"/>
                  </a:lnTo>
                  <a:lnTo>
                    <a:pt x="1430450" y="7766"/>
                  </a:lnTo>
                  <a:lnTo>
                    <a:pt x="138226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503932" y="5411723"/>
              <a:ext cx="1534795" cy="914400"/>
            </a:xfrm>
            <a:custGeom>
              <a:avLst/>
              <a:gdLst/>
              <a:ahLst/>
              <a:cxnLst/>
              <a:rect l="l" t="t" r="r" b="b"/>
              <a:pathLst>
                <a:path w="1534795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382268" y="0"/>
                  </a:lnTo>
                  <a:lnTo>
                    <a:pt x="1430450" y="7766"/>
                  </a:lnTo>
                  <a:lnTo>
                    <a:pt x="1472287" y="29394"/>
                  </a:lnTo>
                  <a:lnTo>
                    <a:pt x="1505273" y="62380"/>
                  </a:lnTo>
                  <a:lnTo>
                    <a:pt x="1526901" y="104217"/>
                  </a:lnTo>
                  <a:lnTo>
                    <a:pt x="1534668" y="152400"/>
                  </a:lnTo>
                  <a:lnTo>
                    <a:pt x="1534668" y="761999"/>
                  </a:lnTo>
                  <a:lnTo>
                    <a:pt x="1526901" y="810168"/>
                  </a:lnTo>
                  <a:lnTo>
                    <a:pt x="1505273" y="852003"/>
                  </a:lnTo>
                  <a:lnTo>
                    <a:pt x="1472287" y="884994"/>
                  </a:lnTo>
                  <a:lnTo>
                    <a:pt x="1430450" y="906630"/>
                  </a:lnTo>
                  <a:lnTo>
                    <a:pt x="1382268" y="914400"/>
                  </a:lnTo>
                  <a:lnTo>
                    <a:pt x="152400" y="914400"/>
                  </a:lnTo>
                  <a:lnTo>
                    <a:pt x="104217" y="906630"/>
                  </a:lnTo>
                  <a:lnTo>
                    <a:pt x="62380" y="884994"/>
                  </a:lnTo>
                  <a:lnTo>
                    <a:pt x="29394" y="852003"/>
                  </a:lnTo>
                  <a:lnTo>
                    <a:pt x="7766" y="810168"/>
                  </a:lnTo>
                  <a:lnTo>
                    <a:pt x="0" y="761999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828289" y="5704738"/>
            <a:ext cx="8845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ES6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562602" y="5405373"/>
            <a:ext cx="1547495" cy="927100"/>
            <a:chOff x="4562602" y="5405373"/>
            <a:chExt cx="1547495" cy="927100"/>
          </a:xfrm>
        </p:grpSpPr>
        <p:sp>
          <p:nvSpPr>
            <p:cNvPr id="9" name="object 9" descr=""/>
            <p:cNvSpPr/>
            <p:nvPr/>
          </p:nvSpPr>
          <p:spPr>
            <a:xfrm>
              <a:off x="4568952" y="5411723"/>
              <a:ext cx="1534795" cy="914400"/>
            </a:xfrm>
            <a:custGeom>
              <a:avLst/>
              <a:gdLst/>
              <a:ahLst/>
              <a:cxnLst/>
              <a:rect l="l" t="t" r="r" b="b"/>
              <a:pathLst>
                <a:path w="1534795" h="914400">
                  <a:moveTo>
                    <a:pt x="1382268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1999"/>
                  </a:lnTo>
                  <a:lnTo>
                    <a:pt x="7766" y="810168"/>
                  </a:lnTo>
                  <a:lnTo>
                    <a:pt x="29394" y="852003"/>
                  </a:lnTo>
                  <a:lnTo>
                    <a:pt x="62380" y="884994"/>
                  </a:lnTo>
                  <a:lnTo>
                    <a:pt x="104217" y="906630"/>
                  </a:lnTo>
                  <a:lnTo>
                    <a:pt x="152400" y="914400"/>
                  </a:lnTo>
                  <a:lnTo>
                    <a:pt x="1382268" y="914400"/>
                  </a:lnTo>
                  <a:lnTo>
                    <a:pt x="1430450" y="906630"/>
                  </a:lnTo>
                  <a:lnTo>
                    <a:pt x="1472287" y="884994"/>
                  </a:lnTo>
                  <a:lnTo>
                    <a:pt x="1505273" y="852003"/>
                  </a:lnTo>
                  <a:lnTo>
                    <a:pt x="1526901" y="810168"/>
                  </a:lnTo>
                  <a:lnTo>
                    <a:pt x="1534668" y="761999"/>
                  </a:lnTo>
                  <a:lnTo>
                    <a:pt x="1534668" y="152400"/>
                  </a:lnTo>
                  <a:lnTo>
                    <a:pt x="1526901" y="104217"/>
                  </a:lnTo>
                  <a:lnTo>
                    <a:pt x="1505273" y="62380"/>
                  </a:lnTo>
                  <a:lnTo>
                    <a:pt x="1472287" y="29394"/>
                  </a:lnTo>
                  <a:lnTo>
                    <a:pt x="1430450" y="7766"/>
                  </a:lnTo>
                  <a:lnTo>
                    <a:pt x="138226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568952" y="5411723"/>
              <a:ext cx="1534795" cy="914400"/>
            </a:xfrm>
            <a:custGeom>
              <a:avLst/>
              <a:gdLst/>
              <a:ahLst/>
              <a:cxnLst/>
              <a:rect l="l" t="t" r="r" b="b"/>
              <a:pathLst>
                <a:path w="1534795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382268" y="0"/>
                  </a:lnTo>
                  <a:lnTo>
                    <a:pt x="1430450" y="7766"/>
                  </a:lnTo>
                  <a:lnTo>
                    <a:pt x="1472287" y="29394"/>
                  </a:lnTo>
                  <a:lnTo>
                    <a:pt x="1505273" y="62380"/>
                  </a:lnTo>
                  <a:lnTo>
                    <a:pt x="1526901" y="104217"/>
                  </a:lnTo>
                  <a:lnTo>
                    <a:pt x="1534668" y="152400"/>
                  </a:lnTo>
                  <a:lnTo>
                    <a:pt x="1534668" y="761999"/>
                  </a:lnTo>
                  <a:lnTo>
                    <a:pt x="1526901" y="810168"/>
                  </a:lnTo>
                  <a:lnTo>
                    <a:pt x="1505273" y="852003"/>
                  </a:lnTo>
                  <a:lnTo>
                    <a:pt x="1472287" y="884994"/>
                  </a:lnTo>
                  <a:lnTo>
                    <a:pt x="1430450" y="906630"/>
                  </a:lnTo>
                  <a:lnTo>
                    <a:pt x="1382268" y="914400"/>
                  </a:lnTo>
                  <a:lnTo>
                    <a:pt x="152400" y="914400"/>
                  </a:lnTo>
                  <a:lnTo>
                    <a:pt x="104217" y="906630"/>
                  </a:lnTo>
                  <a:lnTo>
                    <a:pt x="62380" y="884994"/>
                  </a:lnTo>
                  <a:lnTo>
                    <a:pt x="29394" y="852003"/>
                  </a:lnTo>
                  <a:lnTo>
                    <a:pt x="7766" y="810168"/>
                  </a:lnTo>
                  <a:lnTo>
                    <a:pt x="0" y="761999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189346" y="5704738"/>
            <a:ext cx="2914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tsc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627621" y="5405373"/>
            <a:ext cx="1547495" cy="927100"/>
            <a:chOff x="6627621" y="5405373"/>
            <a:chExt cx="1547495" cy="927100"/>
          </a:xfrm>
        </p:grpSpPr>
        <p:sp>
          <p:nvSpPr>
            <p:cNvPr id="13" name="object 13" descr=""/>
            <p:cNvSpPr/>
            <p:nvPr/>
          </p:nvSpPr>
          <p:spPr>
            <a:xfrm>
              <a:off x="6633971" y="5411723"/>
              <a:ext cx="1534795" cy="914400"/>
            </a:xfrm>
            <a:custGeom>
              <a:avLst/>
              <a:gdLst/>
              <a:ahLst/>
              <a:cxnLst/>
              <a:rect l="l" t="t" r="r" b="b"/>
              <a:pathLst>
                <a:path w="1534795" h="914400">
                  <a:moveTo>
                    <a:pt x="1382268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1999"/>
                  </a:lnTo>
                  <a:lnTo>
                    <a:pt x="7766" y="810168"/>
                  </a:lnTo>
                  <a:lnTo>
                    <a:pt x="29394" y="852003"/>
                  </a:lnTo>
                  <a:lnTo>
                    <a:pt x="62380" y="884994"/>
                  </a:lnTo>
                  <a:lnTo>
                    <a:pt x="104217" y="906630"/>
                  </a:lnTo>
                  <a:lnTo>
                    <a:pt x="152400" y="914400"/>
                  </a:lnTo>
                  <a:lnTo>
                    <a:pt x="1382268" y="914400"/>
                  </a:lnTo>
                  <a:lnTo>
                    <a:pt x="1430450" y="906630"/>
                  </a:lnTo>
                  <a:lnTo>
                    <a:pt x="1472287" y="884994"/>
                  </a:lnTo>
                  <a:lnTo>
                    <a:pt x="1505273" y="852003"/>
                  </a:lnTo>
                  <a:lnTo>
                    <a:pt x="1526901" y="810168"/>
                  </a:lnTo>
                  <a:lnTo>
                    <a:pt x="1534668" y="761999"/>
                  </a:lnTo>
                  <a:lnTo>
                    <a:pt x="1534668" y="152400"/>
                  </a:lnTo>
                  <a:lnTo>
                    <a:pt x="1526901" y="104217"/>
                  </a:lnTo>
                  <a:lnTo>
                    <a:pt x="1505273" y="62380"/>
                  </a:lnTo>
                  <a:lnTo>
                    <a:pt x="1472287" y="29394"/>
                  </a:lnTo>
                  <a:lnTo>
                    <a:pt x="1430450" y="7766"/>
                  </a:lnTo>
                  <a:lnTo>
                    <a:pt x="1382268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633971" y="5411723"/>
              <a:ext cx="1534795" cy="914400"/>
            </a:xfrm>
            <a:custGeom>
              <a:avLst/>
              <a:gdLst/>
              <a:ahLst/>
              <a:cxnLst/>
              <a:rect l="l" t="t" r="r" b="b"/>
              <a:pathLst>
                <a:path w="1534795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1382268" y="0"/>
                  </a:lnTo>
                  <a:lnTo>
                    <a:pt x="1430450" y="7766"/>
                  </a:lnTo>
                  <a:lnTo>
                    <a:pt x="1472287" y="29394"/>
                  </a:lnTo>
                  <a:lnTo>
                    <a:pt x="1505273" y="62380"/>
                  </a:lnTo>
                  <a:lnTo>
                    <a:pt x="1526901" y="104217"/>
                  </a:lnTo>
                  <a:lnTo>
                    <a:pt x="1534668" y="152400"/>
                  </a:lnTo>
                  <a:lnTo>
                    <a:pt x="1534668" y="761999"/>
                  </a:lnTo>
                  <a:lnTo>
                    <a:pt x="1526901" y="810168"/>
                  </a:lnTo>
                  <a:lnTo>
                    <a:pt x="1505273" y="852003"/>
                  </a:lnTo>
                  <a:lnTo>
                    <a:pt x="1472287" y="884994"/>
                  </a:lnTo>
                  <a:lnTo>
                    <a:pt x="1430450" y="906630"/>
                  </a:lnTo>
                  <a:lnTo>
                    <a:pt x="1382268" y="914400"/>
                  </a:lnTo>
                  <a:lnTo>
                    <a:pt x="152400" y="914400"/>
                  </a:lnTo>
                  <a:lnTo>
                    <a:pt x="104217" y="906630"/>
                  </a:lnTo>
                  <a:lnTo>
                    <a:pt x="62380" y="884994"/>
                  </a:lnTo>
                  <a:lnTo>
                    <a:pt x="29394" y="852003"/>
                  </a:lnTo>
                  <a:lnTo>
                    <a:pt x="7766" y="810168"/>
                  </a:lnTo>
                  <a:lnTo>
                    <a:pt x="0" y="761999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957441" y="5704738"/>
            <a:ext cx="886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ES3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8992" y="5384291"/>
            <a:ext cx="989076" cy="96774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4117594" y="5725414"/>
            <a:ext cx="370840" cy="287020"/>
            <a:chOff x="4117594" y="5725414"/>
            <a:chExt cx="370840" cy="287020"/>
          </a:xfrm>
        </p:grpSpPr>
        <p:sp>
          <p:nvSpPr>
            <p:cNvPr id="18" name="object 18" descr=""/>
            <p:cNvSpPr/>
            <p:nvPr/>
          </p:nvSpPr>
          <p:spPr>
            <a:xfrm>
              <a:off x="4123944" y="5731764"/>
              <a:ext cx="358140" cy="274320"/>
            </a:xfrm>
            <a:custGeom>
              <a:avLst/>
              <a:gdLst/>
              <a:ahLst/>
              <a:cxnLst/>
              <a:rect l="l" t="t" r="r" b="b"/>
              <a:pathLst>
                <a:path w="358139" h="274320">
                  <a:moveTo>
                    <a:pt x="220979" y="0"/>
                  </a:moveTo>
                  <a:lnTo>
                    <a:pt x="220979" y="68580"/>
                  </a:lnTo>
                  <a:lnTo>
                    <a:pt x="0" y="68580"/>
                  </a:lnTo>
                  <a:lnTo>
                    <a:pt x="0" y="205740"/>
                  </a:lnTo>
                  <a:lnTo>
                    <a:pt x="220979" y="205740"/>
                  </a:lnTo>
                  <a:lnTo>
                    <a:pt x="220979" y="274320"/>
                  </a:lnTo>
                  <a:lnTo>
                    <a:pt x="358139" y="137160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123944" y="5731764"/>
              <a:ext cx="358140" cy="274320"/>
            </a:xfrm>
            <a:custGeom>
              <a:avLst/>
              <a:gdLst/>
              <a:ahLst/>
              <a:cxnLst/>
              <a:rect l="l" t="t" r="r" b="b"/>
              <a:pathLst>
                <a:path w="358139" h="274320">
                  <a:moveTo>
                    <a:pt x="0" y="68580"/>
                  </a:moveTo>
                  <a:lnTo>
                    <a:pt x="220979" y="68580"/>
                  </a:lnTo>
                  <a:lnTo>
                    <a:pt x="220979" y="0"/>
                  </a:lnTo>
                  <a:lnTo>
                    <a:pt x="358139" y="137160"/>
                  </a:lnTo>
                  <a:lnTo>
                    <a:pt x="220979" y="274320"/>
                  </a:lnTo>
                  <a:lnTo>
                    <a:pt x="220979" y="205740"/>
                  </a:lnTo>
                  <a:lnTo>
                    <a:pt x="0" y="205740"/>
                  </a:lnTo>
                  <a:lnTo>
                    <a:pt x="0" y="6858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6182614" y="5725414"/>
            <a:ext cx="370840" cy="287020"/>
            <a:chOff x="6182614" y="5725414"/>
            <a:chExt cx="370840" cy="287020"/>
          </a:xfrm>
        </p:grpSpPr>
        <p:sp>
          <p:nvSpPr>
            <p:cNvPr id="21" name="object 21" descr=""/>
            <p:cNvSpPr/>
            <p:nvPr/>
          </p:nvSpPr>
          <p:spPr>
            <a:xfrm>
              <a:off x="6188964" y="5731764"/>
              <a:ext cx="358140" cy="274320"/>
            </a:xfrm>
            <a:custGeom>
              <a:avLst/>
              <a:gdLst/>
              <a:ahLst/>
              <a:cxnLst/>
              <a:rect l="l" t="t" r="r" b="b"/>
              <a:pathLst>
                <a:path w="358140" h="274320">
                  <a:moveTo>
                    <a:pt x="220980" y="0"/>
                  </a:moveTo>
                  <a:lnTo>
                    <a:pt x="220980" y="68580"/>
                  </a:lnTo>
                  <a:lnTo>
                    <a:pt x="0" y="68580"/>
                  </a:lnTo>
                  <a:lnTo>
                    <a:pt x="0" y="205740"/>
                  </a:lnTo>
                  <a:lnTo>
                    <a:pt x="220980" y="205740"/>
                  </a:lnTo>
                  <a:lnTo>
                    <a:pt x="220980" y="274320"/>
                  </a:lnTo>
                  <a:lnTo>
                    <a:pt x="358139" y="137160"/>
                  </a:lnTo>
                  <a:lnTo>
                    <a:pt x="22098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88964" y="5731764"/>
              <a:ext cx="358140" cy="274320"/>
            </a:xfrm>
            <a:custGeom>
              <a:avLst/>
              <a:gdLst/>
              <a:ahLst/>
              <a:cxnLst/>
              <a:rect l="l" t="t" r="r" b="b"/>
              <a:pathLst>
                <a:path w="358140" h="274320">
                  <a:moveTo>
                    <a:pt x="0" y="68580"/>
                  </a:moveTo>
                  <a:lnTo>
                    <a:pt x="220980" y="68580"/>
                  </a:lnTo>
                  <a:lnTo>
                    <a:pt x="220980" y="0"/>
                  </a:lnTo>
                  <a:lnTo>
                    <a:pt x="358139" y="137160"/>
                  </a:lnTo>
                  <a:lnTo>
                    <a:pt x="220980" y="274320"/>
                  </a:lnTo>
                  <a:lnTo>
                    <a:pt x="220980" y="205740"/>
                  </a:lnTo>
                  <a:lnTo>
                    <a:pt x="0" y="205740"/>
                  </a:lnTo>
                  <a:lnTo>
                    <a:pt x="0" y="6858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8247633" y="5725414"/>
            <a:ext cx="370840" cy="287020"/>
            <a:chOff x="8247633" y="5725414"/>
            <a:chExt cx="370840" cy="287020"/>
          </a:xfrm>
        </p:grpSpPr>
        <p:sp>
          <p:nvSpPr>
            <p:cNvPr id="24" name="object 24" descr=""/>
            <p:cNvSpPr/>
            <p:nvPr/>
          </p:nvSpPr>
          <p:spPr>
            <a:xfrm>
              <a:off x="8253983" y="5731764"/>
              <a:ext cx="358140" cy="274320"/>
            </a:xfrm>
            <a:custGeom>
              <a:avLst/>
              <a:gdLst/>
              <a:ahLst/>
              <a:cxnLst/>
              <a:rect l="l" t="t" r="r" b="b"/>
              <a:pathLst>
                <a:path w="358140" h="274320">
                  <a:moveTo>
                    <a:pt x="220980" y="0"/>
                  </a:moveTo>
                  <a:lnTo>
                    <a:pt x="220980" y="68580"/>
                  </a:lnTo>
                  <a:lnTo>
                    <a:pt x="0" y="68580"/>
                  </a:lnTo>
                  <a:lnTo>
                    <a:pt x="0" y="205740"/>
                  </a:lnTo>
                  <a:lnTo>
                    <a:pt x="220980" y="205740"/>
                  </a:lnTo>
                  <a:lnTo>
                    <a:pt x="220980" y="274320"/>
                  </a:lnTo>
                  <a:lnTo>
                    <a:pt x="358140" y="137160"/>
                  </a:lnTo>
                  <a:lnTo>
                    <a:pt x="220980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253983" y="5731764"/>
              <a:ext cx="358140" cy="274320"/>
            </a:xfrm>
            <a:custGeom>
              <a:avLst/>
              <a:gdLst/>
              <a:ahLst/>
              <a:cxnLst/>
              <a:rect l="l" t="t" r="r" b="b"/>
              <a:pathLst>
                <a:path w="358140" h="274320">
                  <a:moveTo>
                    <a:pt x="0" y="68580"/>
                  </a:moveTo>
                  <a:lnTo>
                    <a:pt x="220980" y="68580"/>
                  </a:lnTo>
                  <a:lnTo>
                    <a:pt x="220980" y="0"/>
                  </a:lnTo>
                  <a:lnTo>
                    <a:pt x="358140" y="137160"/>
                  </a:lnTo>
                  <a:lnTo>
                    <a:pt x="220980" y="274320"/>
                  </a:lnTo>
                  <a:lnTo>
                    <a:pt x="220980" y="205740"/>
                  </a:lnTo>
                  <a:lnTo>
                    <a:pt x="0" y="205740"/>
                  </a:lnTo>
                  <a:lnTo>
                    <a:pt x="0" y="68580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25"/>
              <a:t> </a:t>
            </a:r>
            <a:r>
              <a:rPr dirty="0" spc="-10"/>
              <a:t>DOWNLEVELING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7459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tsc,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target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version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2556510"/>
            <a:ext cx="86664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above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command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ES6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127504"/>
            <a:ext cx="10427335" cy="37084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–target</a:t>
            </a:r>
            <a:r>
              <a:rPr dirty="0" sz="1800" spc="-45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es6</a:t>
            </a:r>
            <a:r>
              <a:rPr dirty="0" sz="1800" spc="-5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hello.ts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3429000"/>
            <a:ext cx="10427335" cy="147701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 marR="230505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 is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industrial-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grade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general-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purpose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greeter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function: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greet(entity,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date)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`Hello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entity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,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today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date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!`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greet(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8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Date());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875519" y="3096767"/>
            <a:ext cx="1434465" cy="332740"/>
          </a:xfrm>
          <a:prstGeom prst="rect">
            <a:avLst/>
          </a:prstGeom>
          <a:solidFill>
            <a:srgbClr val="EFDB4F"/>
          </a:solidFill>
          <a:ln w="12700">
            <a:solidFill>
              <a:srgbClr val="00252F"/>
            </a:solidFill>
          </a:ln>
        </p:spPr>
        <p:txBody>
          <a:bodyPr wrap="square" lIns="0" tIns="14605" rIns="0" bIns="0" rtlCol="0" vert="horz">
            <a:spAutoFit/>
          </a:bodyPr>
          <a:lstStyle/>
          <a:p>
            <a:pPr marL="387350">
              <a:lnSpc>
                <a:spcPct val="100000"/>
              </a:lnSpc>
              <a:spcBef>
                <a:spcPts val="115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hello.js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1399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20"/>
              <a:t>DECLARING</a:t>
            </a:r>
            <a:r>
              <a:rPr dirty="0" spc="-130"/>
              <a:t> </a:t>
            </a:r>
            <a:r>
              <a:rPr dirty="0" spc="-155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50475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far,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we’ve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written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plain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old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code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declare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variables,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params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most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primitive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number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boolean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3592067"/>
            <a:ext cx="10427335" cy="2585085"/>
          </a:xfrm>
          <a:custGeom>
            <a:avLst/>
            <a:gdLst/>
            <a:ahLst/>
            <a:cxnLst/>
            <a:rect l="l" t="t" r="r" b="b"/>
            <a:pathLst>
              <a:path w="10427335" h="2585085">
                <a:moveTo>
                  <a:pt x="0" y="2584704"/>
                </a:moveTo>
                <a:lnTo>
                  <a:pt x="10427208" y="2584704"/>
                </a:lnTo>
                <a:lnTo>
                  <a:pt x="10427208" y="0"/>
                </a:lnTo>
                <a:lnTo>
                  <a:pt x="0" y="0"/>
                </a:lnTo>
                <a:lnTo>
                  <a:pt x="0" y="2584704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943000" y="3683150"/>
          <a:ext cx="5655310" cy="77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/>
                <a:gridCol w="3260090"/>
                <a:gridCol w="1849754"/>
              </a:tblGrid>
              <a:tr h="251460">
                <a:tc>
                  <a:txBody>
                    <a:bodyPr/>
                    <a:lstStyle/>
                    <a:p>
                      <a:pPr algn="ctr" marR="22860">
                        <a:lnSpc>
                          <a:spcPts val="1695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69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courseName: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string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"Web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69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Technologies"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algn="ctr" marR="22860">
                        <a:lnSpc>
                          <a:spcPts val="188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credits: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number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algn="ctr" marR="22860">
                        <a:lnSpc>
                          <a:spcPts val="1875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isGreat: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boolean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888746" y="4709286"/>
            <a:ext cx="1041463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console.log(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endParaRPr sz="1800">
              <a:latin typeface="Consolas"/>
              <a:cs typeface="Consolas"/>
            </a:endParaRPr>
          </a:p>
          <a:p>
            <a:pPr marL="335915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Welcome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courseName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!</a:t>
            </a:r>
            <a:endParaRPr sz="1800">
              <a:latin typeface="Consolas"/>
              <a:cs typeface="Consolas"/>
            </a:endParaRPr>
          </a:p>
          <a:p>
            <a:pPr marL="335915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Credits: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credits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ETCS</a:t>
            </a:r>
            <a:endParaRPr sz="1800">
              <a:latin typeface="Consolas"/>
              <a:cs typeface="Consolas"/>
            </a:endParaRPr>
          </a:p>
          <a:p>
            <a:pPr marL="335915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Status: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isGreat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?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"Great"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"Could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be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better"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</a:pP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25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212580" y="3250692"/>
            <a:ext cx="2097405" cy="332740"/>
          </a:xfrm>
          <a:custGeom>
            <a:avLst/>
            <a:gdLst/>
            <a:ahLst/>
            <a:cxnLst/>
            <a:rect l="l" t="t" r="r" b="b"/>
            <a:pathLst>
              <a:path w="2097404" h="332739">
                <a:moveTo>
                  <a:pt x="0" y="332232"/>
                </a:moveTo>
                <a:lnTo>
                  <a:pt x="2097024" y="332232"/>
                </a:lnTo>
                <a:lnTo>
                  <a:pt x="2097024" y="0"/>
                </a:lnTo>
                <a:lnTo>
                  <a:pt x="0" y="0"/>
                </a:lnTo>
                <a:lnTo>
                  <a:pt x="0" y="332232"/>
                </a:lnTo>
                <a:close/>
              </a:path>
            </a:pathLst>
          </a:custGeom>
          <a:ln w="12700">
            <a:solidFill>
              <a:srgbClr val="0025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212580" y="3250692"/>
            <a:ext cx="2097405" cy="332740"/>
          </a:xfrm>
          <a:prstGeom prst="rect">
            <a:avLst/>
          </a:prstGeom>
          <a:solidFill>
            <a:srgbClr val="006379"/>
          </a:solidFill>
        </p:spPr>
        <p:txBody>
          <a:bodyPr wrap="square" lIns="0" tIns="13970" rIns="0" bIns="0" rtlCol="0" vert="horz">
            <a:spAutoFit/>
          </a:bodyPr>
          <a:lstStyle/>
          <a:p>
            <a:pPr marL="211454"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primitive_types.ts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1399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20"/>
              <a:t>DECLARING</a:t>
            </a:r>
            <a:r>
              <a:rPr dirty="0" spc="-130"/>
              <a:t> </a:t>
            </a:r>
            <a:r>
              <a:rPr dirty="0" spc="-155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3084398"/>
            <a:ext cx="84499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above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example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valid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anymore!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1565147"/>
            <a:ext cx="10427335" cy="1478280"/>
          </a:xfrm>
          <a:custGeom>
            <a:avLst/>
            <a:gdLst/>
            <a:ahLst/>
            <a:cxnLst/>
            <a:rect l="l" t="t" r="r" b="b"/>
            <a:pathLst>
              <a:path w="10427335" h="1478280">
                <a:moveTo>
                  <a:pt x="0" y="1478279"/>
                </a:moveTo>
                <a:lnTo>
                  <a:pt x="10427208" y="1478279"/>
                </a:lnTo>
                <a:lnTo>
                  <a:pt x="10427208" y="0"/>
                </a:lnTo>
                <a:lnTo>
                  <a:pt x="0" y="0"/>
                </a:lnTo>
                <a:lnTo>
                  <a:pt x="0" y="1478279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74750" y="1585340"/>
            <a:ext cx="640524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courseName: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6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isGreat: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boolean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Omitted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sake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brevity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*/</a:t>
            </a:r>
            <a:r>
              <a:rPr dirty="0" sz="1800" spc="-2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212580" y="1223772"/>
            <a:ext cx="2097405" cy="332740"/>
          </a:xfrm>
          <a:custGeom>
            <a:avLst/>
            <a:gdLst/>
            <a:ahLst/>
            <a:cxnLst/>
            <a:rect l="l" t="t" r="r" b="b"/>
            <a:pathLst>
              <a:path w="2097404" h="332740">
                <a:moveTo>
                  <a:pt x="0" y="332232"/>
                </a:moveTo>
                <a:lnTo>
                  <a:pt x="2097024" y="332232"/>
                </a:lnTo>
                <a:lnTo>
                  <a:pt x="2097024" y="0"/>
                </a:lnTo>
                <a:lnTo>
                  <a:pt x="0" y="0"/>
                </a:lnTo>
                <a:lnTo>
                  <a:pt x="0" y="332232"/>
                </a:lnTo>
                <a:close/>
              </a:path>
            </a:pathLst>
          </a:custGeom>
          <a:ln w="12700">
            <a:solidFill>
              <a:srgbClr val="0025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212580" y="1223772"/>
            <a:ext cx="2097405" cy="332740"/>
          </a:xfrm>
          <a:prstGeom prst="rect">
            <a:avLst/>
          </a:prstGeom>
          <a:solidFill>
            <a:srgbClr val="006379"/>
          </a:solidFill>
        </p:spPr>
        <p:txBody>
          <a:bodyPr wrap="square" lIns="0" tIns="14604" rIns="0" bIns="0" rtlCol="0" vert="horz">
            <a:spAutoFit/>
          </a:bodyPr>
          <a:lstStyle/>
          <a:p>
            <a:pPr marL="211454">
              <a:lnSpc>
                <a:spcPct val="100000"/>
              </a:lnSpc>
              <a:spcBef>
                <a:spcPts val="114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primitive_types.ts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82396" y="3630167"/>
            <a:ext cx="10427335" cy="230759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43815" rIns="0" bIns="0" rtlCol="0" vert="horz">
            <a:spAutoFit/>
          </a:bodyPr>
          <a:lstStyle/>
          <a:p>
            <a:pPr marL="92075" marR="2831465">
              <a:lnSpc>
                <a:spcPts val="2150"/>
              </a:lnSpc>
              <a:spcBef>
                <a:spcPts val="345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node</a:t>
            </a:r>
            <a:r>
              <a:rPr dirty="0" sz="1800" spc="-5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.\primitive_types.ts D:\...\primitive_types.ts:1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ts val="209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let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courseName: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string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"Web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Technologies";</a:t>
            </a:r>
            <a:endParaRPr sz="1800">
              <a:latin typeface="Consolas"/>
              <a:cs typeface="Consolas"/>
            </a:endParaRPr>
          </a:p>
          <a:p>
            <a:pPr marL="184594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^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SyntaxError: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Unexpected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token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':'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Node.js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v20.9.0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1399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20"/>
              <a:t>DECLARING</a:t>
            </a:r>
            <a:r>
              <a:rPr dirty="0" spc="-130"/>
              <a:t> </a:t>
            </a:r>
            <a:r>
              <a:rPr dirty="0" spc="-155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6437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execute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must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beforehand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174748"/>
            <a:ext cx="10427335" cy="230759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3655" rIns="0" bIns="0" rtlCol="0" vert="horz">
            <a:spAutoFit/>
          </a:bodyPr>
          <a:lstStyle/>
          <a:p>
            <a:pPr marL="92075" marR="2831465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.\primitive_types.ts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node</a:t>
            </a:r>
            <a:r>
              <a:rPr dirty="0" sz="1800" spc="-5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.\primitive_types.js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onsolas"/>
              <a:cs typeface="Consolas"/>
            </a:endParaRPr>
          </a:p>
          <a:p>
            <a:pPr marL="342265" marR="656717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Welcome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Web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Technologies!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Credits: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6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ETCS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Status: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Great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7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0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3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40"/>
              <a:t> </a:t>
            </a:r>
            <a:r>
              <a:rPr dirty="0"/>
              <a:t>ENJOYING</a:t>
            </a:r>
            <a:r>
              <a:rPr dirty="0" spc="10"/>
              <a:t> </a:t>
            </a:r>
            <a:r>
              <a:rPr dirty="0" spc="-135"/>
              <a:t>TYPE</a:t>
            </a:r>
            <a:r>
              <a:rPr dirty="0" spc="35"/>
              <a:t> </a:t>
            </a:r>
            <a:r>
              <a:rPr dirty="0" spc="-10"/>
              <a:t>CHECKING!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1478280"/>
          </a:xfrm>
          <a:custGeom>
            <a:avLst/>
            <a:gdLst/>
            <a:ahLst/>
            <a:cxnLst/>
            <a:rect l="l" t="t" r="r" b="b"/>
            <a:pathLst>
              <a:path w="10427335" h="1478280">
                <a:moveTo>
                  <a:pt x="0" y="1478279"/>
                </a:moveTo>
                <a:lnTo>
                  <a:pt x="10427208" y="1478279"/>
                </a:lnTo>
                <a:lnTo>
                  <a:pt x="10427208" y="0"/>
                </a:lnTo>
                <a:lnTo>
                  <a:pt x="0" y="0"/>
                </a:lnTo>
                <a:lnTo>
                  <a:pt x="0" y="1478279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74750" y="1585340"/>
            <a:ext cx="7658734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courseName: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6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isGreat: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boolean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credits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"9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CFU"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would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fine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plain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JavaScript!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3592067"/>
            <a:ext cx="10427335" cy="2585085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 marR="550545">
              <a:lnSpc>
                <a:spcPct val="998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.\primitive_types.ts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primitive_types.ts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5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1</a:t>
            </a:r>
            <a:r>
              <a:rPr dirty="0" sz="1800" spc="-60">
                <a:solidFill>
                  <a:srgbClr val="EFDB4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-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error</a:t>
            </a:r>
            <a:r>
              <a:rPr dirty="0" sz="1800" spc="-4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TS2322: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Type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'string'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is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not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assignable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type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'number'.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5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credits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"9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CFU";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solidFill>
                  <a:srgbClr val="E66464"/>
                </a:solidFill>
                <a:latin typeface="Consolas"/>
                <a:cs typeface="Consolas"/>
              </a:rPr>
              <a:t>~~~~~~~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Found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error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primitive_types.ts:</a:t>
            </a:r>
            <a:r>
              <a:rPr dirty="0" sz="1800" spc="-10">
                <a:solidFill>
                  <a:srgbClr val="EFDB4F"/>
                </a:solidFill>
                <a:latin typeface="Consolas"/>
                <a:cs typeface="Consolas"/>
              </a:rPr>
              <a:t>5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212580" y="1223772"/>
            <a:ext cx="2097405" cy="332740"/>
          </a:xfrm>
          <a:custGeom>
            <a:avLst/>
            <a:gdLst/>
            <a:ahLst/>
            <a:cxnLst/>
            <a:rect l="l" t="t" r="r" b="b"/>
            <a:pathLst>
              <a:path w="2097404" h="332740">
                <a:moveTo>
                  <a:pt x="0" y="332232"/>
                </a:moveTo>
                <a:lnTo>
                  <a:pt x="2097024" y="332232"/>
                </a:lnTo>
                <a:lnTo>
                  <a:pt x="2097024" y="0"/>
                </a:lnTo>
                <a:lnTo>
                  <a:pt x="0" y="0"/>
                </a:lnTo>
                <a:lnTo>
                  <a:pt x="0" y="332232"/>
                </a:lnTo>
                <a:close/>
              </a:path>
            </a:pathLst>
          </a:custGeom>
          <a:ln w="12700">
            <a:solidFill>
              <a:srgbClr val="0025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212580" y="1223772"/>
            <a:ext cx="2097405" cy="332740"/>
          </a:xfrm>
          <a:prstGeom prst="rect">
            <a:avLst/>
          </a:prstGeom>
          <a:solidFill>
            <a:srgbClr val="006379"/>
          </a:solidFill>
        </p:spPr>
        <p:txBody>
          <a:bodyPr wrap="square" lIns="0" tIns="14604" rIns="0" bIns="0" rtlCol="0" vert="horz">
            <a:spAutoFit/>
          </a:bodyPr>
          <a:lstStyle/>
          <a:p>
            <a:pPr marL="211454">
              <a:lnSpc>
                <a:spcPct val="100000"/>
              </a:lnSpc>
              <a:spcBef>
                <a:spcPts val="114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primitive_types.ts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59582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80"/>
              <a:t>ARRAY</a:t>
            </a:r>
            <a:r>
              <a:rPr dirty="0" spc="-125"/>
              <a:t> </a:t>
            </a:r>
            <a:r>
              <a:rPr dirty="0" spc="-150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4744"/>
            <a:ext cx="90011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array,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syntax </a:t>
            </a:r>
            <a:r>
              <a:rPr dirty="0" sz="2800" spc="-10" b="1">
                <a:solidFill>
                  <a:srgbClr val="006379"/>
                </a:solidFill>
                <a:latin typeface="Consolas"/>
                <a:cs typeface="Consolas"/>
              </a:rPr>
              <a:t>type[]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410967"/>
            <a:ext cx="10427335" cy="1199515"/>
          </a:xfrm>
          <a:custGeom>
            <a:avLst/>
            <a:gdLst/>
            <a:ahLst/>
            <a:cxnLst/>
            <a:rect l="l" t="t" r="r" b="b"/>
            <a:pathLst>
              <a:path w="10427335" h="1199514">
                <a:moveTo>
                  <a:pt x="0" y="1199387"/>
                </a:moveTo>
                <a:lnTo>
                  <a:pt x="10427208" y="1199387"/>
                </a:lnTo>
                <a:lnTo>
                  <a:pt x="10427208" y="0"/>
                </a:lnTo>
                <a:lnTo>
                  <a:pt x="0" y="0"/>
                </a:lnTo>
                <a:lnTo>
                  <a:pt x="0" y="1199387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76046" y="2501796"/>
          <a:ext cx="8481695" cy="110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0"/>
                <a:gridCol w="1755139"/>
                <a:gridCol w="1976755"/>
              </a:tblGrid>
              <a:tr h="250825">
                <a:tc>
                  <a:txBody>
                    <a:bodyPr/>
                    <a:lstStyle/>
                    <a:p>
                      <a:pPr marL="92075">
                        <a:lnSpc>
                          <a:spcPts val="1695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r>
                        <a:rPr dirty="0" sz="1800" spc="-4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langs: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string[]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[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"TypeScript"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69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"JavaScript"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695"/>
                        </a:lnSpc>
                      </a:pP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"PHP"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"Java"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];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856615">
                <a:tc>
                  <a:txBody>
                    <a:bodyPr/>
                    <a:lstStyle/>
                    <a:p>
                      <a:pPr marL="92075">
                        <a:lnSpc>
                          <a:spcPts val="1875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primes: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number[]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[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97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,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langs.push({name: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"C#"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});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//would</a:t>
                      </a:r>
                      <a:r>
                        <a:rPr dirty="0" sz="1800" spc="-5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be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875"/>
                        </a:lnSpc>
                      </a:pP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829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839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];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223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fine</a:t>
                      </a:r>
                      <a:r>
                        <a:rPr dirty="0" sz="1800" spc="-1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dirty="0" sz="1800" spc="-1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plain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JavaScript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249554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882396" y="3698747"/>
            <a:ext cx="10427335" cy="230759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3655" rIns="0" bIns="0" rtlCol="0" vert="horz">
            <a:spAutoFit/>
          </a:bodyPr>
          <a:lstStyle/>
          <a:p>
            <a:pPr marL="92075">
              <a:lnSpc>
                <a:spcPts val="2155"/>
              </a:lnSpc>
              <a:spcBef>
                <a:spcPts val="265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5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.\array.ts</a:t>
            </a:r>
            <a:endParaRPr sz="1800">
              <a:latin typeface="Consolas"/>
              <a:cs typeface="Consolas"/>
            </a:endParaRPr>
          </a:p>
          <a:p>
            <a:pPr marL="92075" marR="1052195">
              <a:lnSpc>
                <a:spcPts val="2160"/>
              </a:lnSpc>
              <a:spcBef>
                <a:spcPts val="65"/>
              </a:spcBef>
              <a:tabLst>
                <a:tab pos="2222500" algn="l"/>
              </a:tabLst>
            </a:pP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array.ts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4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12</a:t>
            </a:r>
            <a:r>
              <a:rPr dirty="0" sz="1800" spc="-65">
                <a:solidFill>
                  <a:srgbClr val="EFDB4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-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error</a:t>
            </a:r>
            <a:r>
              <a:rPr dirty="0" sz="1800" spc="-4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TS2345: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Argument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of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type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'{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name: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string;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}'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is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not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assignable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parameter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of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type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'string'.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2090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4</a:t>
            </a:r>
            <a:r>
              <a:rPr dirty="0" sz="18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langs.push({name: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"C#"});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//would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be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fine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plain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JavaScript</a:t>
            </a:r>
            <a:endParaRPr sz="1800">
              <a:latin typeface="Consolas"/>
              <a:cs typeface="Consolas"/>
            </a:endParaRPr>
          </a:p>
          <a:p>
            <a:pPr marL="1721485">
              <a:lnSpc>
                <a:spcPct val="100000"/>
              </a:lnSpc>
            </a:pPr>
            <a:r>
              <a:rPr dirty="0" sz="1800" spc="-10">
                <a:solidFill>
                  <a:srgbClr val="E66464"/>
                </a:solidFill>
                <a:latin typeface="Consolas"/>
                <a:cs typeface="Consolas"/>
              </a:rPr>
              <a:t>~~~~~~~~~~~~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Found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error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array.ts:</a:t>
            </a:r>
            <a:r>
              <a:rPr dirty="0" sz="1800" spc="-10">
                <a:solidFill>
                  <a:srgbClr val="EFDB4F"/>
                </a:solidFill>
                <a:latin typeface="Consolas"/>
                <a:cs typeface="Consolas"/>
              </a:rPr>
              <a:t>5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9206230" y="2063242"/>
            <a:ext cx="2110105" cy="343535"/>
            <a:chOff x="9206230" y="2063242"/>
            <a:chExt cx="2110105" cy="343535"/>
          </a:xfrm>
        </p:grpSpPr>
        <p:sp>
          <p:nvSpPr>
            <p:cNvPr id="8" name="object 8" descr=""/>
            <p:cNvSpPr/>
            <p:nvPr/>
          </p:nvSpPr>
          <p:spPr>
            <a:xfrm>
              <a:off x="9212580" y="2069592"/>
              <a:ext cx="2097405" cy="330835"/>
            </a:xfrm>
            <a:custGeom>
              <a:avLst/>
              <a:gdLst/>
              <a:ahLst/>
              <a:cxnLst/>
              <a:rect l="l" t="t" r="r" b="b"/>
              <a:pathLst>
                <a:path w="2097404" h="330835">
                  <a:moveTo>
                    <a:pt x="2097024" y="0"/>
                  </a:moveTo>
                  <a:lnTo>
                    <a:pt x="0" y="0"/>
                  </a:lnTo>
                  <a:lnTo>
                    <a:pt x="0" y="330708"/>
                  </a:lnTo>
                  <a:lnTo>
                    <a:pt x="2097024" y="330708"/>
                  </a:lnTo>
                  <a:lnTo>
                    <a:pt x="209702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212580" y="2069592"/>
              <a:ext cx="2097405" cy="330835"/>
            </a:xfrm>
            <a:custGeom>
              <a:avLst/>
              <a:gdLst/>
              <a:ahLst/>
              <a:cxnLst/>
              <a:rect l="l" t="t" r="r" b="b"/>
              <a:pathLst>
                <a:path w="2097404" h="330835">
                  <a:moveTo>
                    <a:pt x="0" y="330708"/>
                  </a:moveTo>
                  <a:lnTo>
                    <a:pt x="2097024" y="330708"/>
                  </a:lnTo>
                  <a:lnTo>
                    <a:pt x="2097024" y="0"/>
                  </a:lnTo>
                  <a:lnTo>
                    <a:pt x="0" y="0"/>
                  </a:lnTo>
                  <a:lnTo>
                    <a:pt x="0" y="330708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896347" y="2070353"/>
            <a:ext cx="730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array.ts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183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ANY</a:t>
            </a:r>
            <a:r>
              <a:rPr dirty="0" spc="-35"/>
              <a:t> </a:t>
            </a:r>
            <a:r>
              <a:rPr dirty="0" spc="-135"/>
              <a:t>TYPE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405620" cy="23425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special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type: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anything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won’t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complain!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below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fine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…and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throws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TypeError: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x.foo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049267"/>
            <a:ext cx="10427335" cy="175450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any;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"Angular"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lang: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"TypeScript"</a:t>
            </a:r>
            <a:r>
              <a:rPr dirty="0" sz="1800" spc="-1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x.foo();</a:t>
            </a:r>
            <a:endParaRPr sz="1800">
              <a:latin typeface="Consolas"/>
              <a:cs typeface="Consolas"/>
            </a:endParaRPr>
          </a:p>
          <a:p>
            <a:pPr marL="92075" marR="819721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"Hello!"</a:t>
            </a:r>
            <a:r>
              <a:rPr dirty="0" sz="1800" spc="-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n:number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x;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2</a:t>
            </a:r>
            <a:r>
              <a:rPr dirty="0" spc="-25"/>
              <a:t>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5"/>
              <a:t> </a:t>
            </a:r>
            <a:r>
              <a:rPr dirty="0"/>
              <a:t>WORKING</a:t>
            </a:r>
            <a:r>
              <a:rPr dirty="0" spc="-15"/>
              <a:t> </a:t>
            </a:r>
            <a:r>
              <a:rPr dirty="0" spc="-150"/>
              <a:t>WITH</a:t>
            </a:r>
            <a:r>
              <a:rPr dirty="0" spc="-45"/>
              <a:t> </a:t>
            </a:r>
            <a:r>
              <a:rPr dirty="0" spc="-10"/>
              <a:t>FUNCTIONS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385935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both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output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616707"/>
            <a:ext cx="10427335" cy="175450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342265" marR="5438140" indent="-25019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greet(name: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string):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`Hello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name.toUpperCase()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console.log(greet(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42</a:t>
            </a:r>
            <a:r>
              <a:rPr dirty="0" sz="1800" spc="-10">
                <a:latin typeface="Consolas"/>
                <a:cs typeface="Consolas"/>
              </a:rPr>
              <a:t>));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//Err.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TS2345: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Arg.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'number'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assignable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param.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'string'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2</a:t>
            </a:r>
            <a:r>
              <a:rPr dirty="0" spc="-25"/>
              <a:t>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10"/>
              <a:t>AUTOMATIC</a:t>
            </a:r>
            <a:r>
              <a:rPr dirty="0" spc="-160"/>
              <a:t> </a:t>
            </a:r>
            <a:r>
              <a:rPr dirty="0" spc="-135"/>
              <a:t>TYPE</a:t>
            </a:r>
            <a:r>
              <a:rPr dirty="0" spc="-110"/>
              <a:t> </a:t>
            </a:r>
            <a:r>
              <a:rPr dirty="0" spc="-75"/>
              <a:t>INFERENCE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561830" cy="8362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explicit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annotation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provided,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tries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automatically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infer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context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712720"/>
            <a:ext cx="10427335" cy="341566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342265" marR="3181985" indent="-25019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greet(name){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//function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greet(name: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any):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string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`Hello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name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arr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[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1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3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4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5</a:t>
            </a:r>
            <a:r>
              <a:rPr dirty="0" sz="1800">
                <a:latin typeface="Consolas"/>
                <a:cs typeface="Consolas"/>
              </a:rPr>
              <a:t>];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//let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arr: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number[]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course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//let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course: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Consolas"/>
                <a:cs typeface="Consolas"/>
              </a:rPr>
              <a:t>greet(course);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course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6</a:t>
            </a: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//TS2322: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'{name: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string;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credits: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number;}'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assignable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'string'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5"/>
              <a:t> </a:t>
            </a:r>
            <a:r>
              <a:rPr dirty="0" spc="-240"/>
              <a:t>IMPLICIT</a:t>
            </a:r>
            <a:r>
              <a:rPr dirty="0" spc="-15"/>
              <a:t> </a:t>
            </a:r>
            <a:r>
              <a:rPr dirty="0" spc="-25"/>
              <a:t>ANY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10140" cy="2243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don’t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can’t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infer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context,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default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avoid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this,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because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isn’t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type-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checked.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compiler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flag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noImplicitAny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flag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implicit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any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error.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3977640"/>
            <a:ext cx="10427335" cy="2032000"/>
          </a:xfrm>
          <a:custGeom>
            <a:avLst/>
            <a:gdLst/>
            <a:ahLst/>
            <a:cxnLst/>
            <a:rect l="l" t="t" r="r" b="b"/>
            <a:pathLst>
              <a:path w="10427335" h="2032000">
                <a:moveTo>
                  <a:pt x="0" y="2031492"/>
                </a:moveTo>
                <a:lnTo>
                  <a:pt x="10427208" y="2031492"/>
                </a:lnTo>
                <a:lnTo>
                  <a:pt x="10427208" y="0"/>
                </a:lnTo>
                <a:lnTo>
                  <a:pt x="0" y="0"/>
                </a:lnTo>
                <a:lnTo>
                  <a:pt x="0" y="203149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74750" y="3998214"/>
            <a:ext cx="6906259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//let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x: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any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49554" marR="5080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greet(name){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//function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greet(name: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any):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void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`Hello,</a:t>
            </a:r>
            <a:r>
              <a:rPr dirty="0" sz="1800" spc="-7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name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greet(x);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12580" y="3645408"/>
            <a:ext cx="2097405" cy="33274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 marL="371475">
              <a:lnSpc>
                <a:spcPct val="100000"/>
              </a:lnSpc>
              <a:spcBef>
                <a:spcPts val="114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implicit_any.ts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5"/>
              <a:t> </a:t>
            </a:r>
            <a:r>
              <a:rPr dirty="0" spc="-240"/>
              <a:t>IMPLICIT</a:t>
            </a:r>
            <a:r>
              <a:rPr dirty="0" spc="-15"/>
              <a:t> </a:t>
            </a:r>
            <a:r>
              <a:rPr dirty="0" spc="-25"/>
              <a:t>ANY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722120"/>
            <a:ext cx="10427335" cy="2032000"/>
          </a:xfrm>
          <a:custGeom>
            <a:avLst/>
            <a:gdLst/>
            <a:ahLst/>
            <a:cxnLst/>
            <a:rect l="l" t="t" r="r" b="b"/>
            <a:pathLst>
              <a:path w="10427335" h="2032000">
                <a:moveTo>
                  <a:pt x="0" y="2031491"/>
                </a:moveTo>
                <a:lnTo>
                  <a:pt x="10427208" y="2031491"/>
                </a:lnTo>
                <a:lnTo>
                  <a:pt x="10427208" y="0"/>
                </a:lnTo>
                <a:lnTo>
                  <a:pt x="0" y="0"/>
                </a:lnTo>
                <a:lnTo>
                  <a:pt x="0" y="2031491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74750" y="1741754"/>
            <a:ext cx="6906259" cy="1946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//let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x: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any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249554" marR="5080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greet(name){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//function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greet(name: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any):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void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`Hello,</a:t>
            </a:r>
            <a:r>
              <a:rPr dirty="0" sz="1800" spc="-7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name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greet(x);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12580" y="1389888"/>
            <a:ext cx="2097405" cy="33274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4605" rIns="0" bIns="0" rtlCol="0" vert="horz">
            <a:spAutoFit/>
          </a:bodyPr>
          <a:lstStyle/>
          <a:p>
            <a:pPr marL="383540">
              <a:lnSpc>
                <a:spcPct val="100000"/>
              </a:lnSpc>
              <a:spcBef>
                <a:spcPts val="11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implicit_any.ts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3870959"/>
            <a:ext cx="10427335" cy="230886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.\implicit_any.ts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ts val="2155"/>
              </a:lnSpc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6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15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2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6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6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–noImplicitAny</a:t>
            </a:r>
            <a:r>
              <a:rPr dirty="0" sz="1800" spc="-3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.\implicit_any.ts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ts val="2155"/>
              </a:lnSpc>
            </a:pP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implicit_any.ts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3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16</a:t>
            </a:r>
            <a:r>
              <a:rPr dirty="0" sz="1800" spc="-25">
                <a:solidFill>
                  <a:srgbClr val="EFDB4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-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error</a:t>
            </a:r>
            <a:r>
              <a:rPr dirty="0" sz="1800" spc="-2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TS7006: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Param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'name'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implicitly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has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an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'any'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type.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3</a:t>
            </a: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function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greet(name){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//function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greet(name: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any)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  <a:p>
            <a:pPr marL="2222500">
              <a:lnSpc>
                <a:spcPct val="100000"/>
              </a:lnSpc>
            </a:pPr>
            <a:r>
              <a:rPr dirty="0" sz="1800" spc="-20">
                <a:solidFill>
                  <a:srgbClr val="E66464"/>
                </a:solidFill>
                <a:latin typeface="Consolas"/>
                <a:cs typeface="Consolas"/>
              </a:rPr>
              <a:t>~~~~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Found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error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implicit_any.ts:3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1563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25"/>
              <a:t>OBJECT</a:t>
            </a:r>
            <a:r>
              <a:rPr dirty="0" spc="-175"/>
              <a:t> </a:t>
            </a:r>
            <a:r>
              <a:rPr dirty="0" spc="-135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87922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properties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206751"/>
            <a:ext cx="10427335" cy="3970020"/>
          </a:xfrm>
          <a:custGeom>
            <a:avLst/>
            <a:gdLst/>
            <a:ahLst/>
            <a:cxnLst/>
            <a:rect l="l" t="t" r="r" b="b"/>
            <a:pathLst>
              <a:path w="10427335" h="3970020">
                <a:moveTo>
                  <a:pt x="0" y="3970020"/>
                </a:moveTo>
                <a:lnTo>
                  <a:pt x="10427208" y="3970020"/>
                </a:lnTo>
                <a:lnTo>
                  <a:pt x="10427208" y="0"/>
                </a:lnTo>
                <a:lnTo>
                  <a:pt x="0" y="0"/>
                </a:lnTo>
                <a:lnTo>
                  <a:pt x="0" y="397002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2226005"/>
            <a:ext cx="10177780" cy="3867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226060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printCourse(course: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number})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`Course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name: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course.name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`Course</a:t>
            </a:r>
            <a:r>
              <a:rPr dirty="0" sz="1800" spc="-7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credits: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course.credits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printCourse({name: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6</a:t>
            </a:r>
            <a:r>
              <a:rPr dirty="0" sz="1800">
                <a:latin typeface="Consolas"/>
                <a:cs typeface="Consolas"/>
              </a:rPr>
              <a:t>});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//works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fine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printCourse({name: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"Software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Engineering"</a:t>
            </a:r>
            <a:r>
              <a:rPr dirty="0" sz="1800">
                <a:latin typeface="Consolas"/>
                <a:cs typeface="Consolas"/>
              </a:rPr>
              <a:t>});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//compile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TS2453: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Property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'credits'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missing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'{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name: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string;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}'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but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required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'{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name: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string;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credits: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number;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}’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printCourse({name: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"Algebra"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6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year: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"First"</a:t>
            </a:r>
            <a:r>
              <a:rPr dirty="0" sz="1800">
                <a:latin typeface="Consolas"/>
                <a:cs typeface="Consolas"/>
              </a:rPr>
              <a:t>});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//compile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TS2353: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Object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literal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may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only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specify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known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properties,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'year'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does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exist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'{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name: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string;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credits: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number;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}'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65"/>
              <a:t> </a:t>
            </a:r>
            <a:r>
              <a:rPr dirty="0"/>
              <a:t>OPTIONAL</a:t>
            </a:r>
            <a:r>
              <a:rPr dirty="0" spc="40"/>
              <a:t> </a:t>
            </a:r>
            <a:r>
              <a:rPr dirty="0" spc="-150"/>
              <a:t>PROPERTIES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24440" cy="8362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95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optional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properties,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195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«?»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after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property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name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496311"/>
            <a:ext cx="10427335" cy="3693160"/>
          </a:xfrm>
          <a:custGeom>
            <a:avLst/>
            <a:gdLst/>
            <a:ahLst/>
            <a:cxnLst/>
            <a:rect l="l" t="t" r="r" b="b"/>
            <a:pathLst>
              <a:path w="10427335" h="3693160">
                <a:moveTo>
                  <a:pt x="0" y="3692652"/>
                </a:moveTo>
                <a:lnTo>
                  <a:pt x="10427208" y="3692652"/>
                </a:lnTo>
                <a:lnTo>
                  <a:pt x="10427208" y="0"/>
                </a:lnTo>
                <a:lnTo>
                  <a:pt x="0" y="0"/>
                </a:lnTo>
                <a:lnTo>
                  <a:pt x="0" y="369265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2516251"/>
            <a:ext cx="10051415" cy="3592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2009139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printCourse(course: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credits?: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number})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`Course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name: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course.name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`Course</a:t>
            </a:r>
            <a:r>
              <a:rPr dirty="0" sz="1800" spc="-7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credits:</a:t>
            </a:r>
            <a:r>
              <a:rPr dirty="0" sz="1800" spc="-5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course.credits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//we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should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check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whether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course.credits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undefined!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 marR="188341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printCourse({name: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6</a:t>
            </a:r>
            <a:r>
              <a:rPr dirty="0" sz="1800">
                <a:latin typeface="Consolas"/>
                <a:cs typeface="Consolas"/>
              </a:rPr>
              <a:t>});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//works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fine </a:t>
            </a:r>
            <a:r>
              <a:rPr dirty="0" sz="1800">
                <a:latin typeface="Consolas"/>
                <a:cs typeface="Consolas"/>
              </a:rPr>
              <a:t>printCourse({name: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"Software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Engineering"</a:t>
            </a:r>
            <a:r>
              <a:rPr dirty="0" sz="1800">
                <a:latin typeface="Consolas"/>
                <a:cs typeface="Consolas"/>
              </a:rPr>
              <a:t>});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//works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fine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//prints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"Course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credits: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undefined"!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printCourse({name: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"Algebra"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6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year: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"First"</a:t>
            </a:r>
            <a:r>
              <a:rPr dirty="0" sz="1800">
                <a:latin typeface="Consolas"/>
                <a:cs typeface="Consolas"/>
              </a:rPr>
              <a:t>});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//compile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TS2353: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Object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literal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may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only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specify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known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properties,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'year'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does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exist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'{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name: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string;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credits: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number;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}'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2</a:t>
            </a:r>
            <a:r>
              <a:rPr dirty="0" spc="-25"/>
              <a:t>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2</a:t>
            </a:r>
            <a:r>
              <a:rPr dirty="0" spc="-25"/>
              <a:t>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1271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30"/>
              <a:t> </a:t>
            </a:r>
            <a:r>
              <a:rPr dirty="0" spc="95"/>
              <a:t>UNION</a:t>
            </a:r>
            <a:r>
              <a:rPr dirty="0"/>
              <a:t> </a:t>
            </a:r>
            <a:r>
              <a:rPr dirty="0" spc="-135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707880" cy="15614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Union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obtained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combining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two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Combined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separated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«|»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Represent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belong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combined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497579"/>
            <a:ext cx="10427335" cy="258508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19" rIns="0" bIns="0" rtlCol="0" vert="horz">
            <a:spAutoFit/>
          </a:bodyPr>
          <a:lstStyle/>
          <a:p>
            <a:pPr marL="342265" marR="4937760" indent="-250190">
              <a:lnSpc>
                <a:spcPct val="100000"/>
              </a:lnSpc>
              <a:spcBef>
                <a:spcPts val="259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printError(code: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string){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`Error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code: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code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printError(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404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printError(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"401</a:t>
            </a:r>
            <a:r>
              <a:rPr dirty="0" sz="1800" spc="-9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Unauthorized"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printError({code: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"403"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message: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"Forbidden"</a:t>
            </a:r>
            <a:r>
              <a:rPr dirty="0" sz="1800">
                <a:latin typeface="Consolas"/>
                <a:cs typeface="Consolas"/>
              </a:rPr>
              <a:t>});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//compile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TS2345: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Argument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'{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code: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string;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message: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string;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}'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assignable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parameter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'string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|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number'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15"/>
              <a:t> </a:t>
            </a:r>
            <a:r>
              <a:rPr dirty="0"/>
              <a:t>WORKING</a:t>
            </a:r>
            <a:r>
              <a:rPr dirty="0" spc="10"/>
              <a:t> </a:t>
            </a:r>
            <a:r>
              <a:rPr dirty="0" spc="-150"/>
              <a:t>WITH</a:t>
            </a:r>
            <a:r>
              <a:rPr dirty="0" spc="-20"/>
              <a:t> </a:t>
            </a:r>
            <a:r>
              <a:rPr dirty="0" spc="95"/>
              <a:t>UNION</a:t>
            </a:r>
            <a:r>
              <a:rPr dirty="0" spc="10"/>
              <a:t> </a:t>
            </a:r>
            <a:r>
              <a:rPr dirty="0" spc="-110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314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ensures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operations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union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valid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90650" y="1917954"/>
            <a:ext cx="38677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union!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551176"/>
            <a:ext cx="1042733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printError(code: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string){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`Error</a:t>
            </a:r>
            <a:r>
              <a:rPr dirty="0" sz="1800" spc="-8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code:</a:t>
            </a:r>
            <a:r>
              <a:rPr dirty="0" sz="1800" spc="-9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code.toUpperCase()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9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//compile</a:t>
            </a:r>
            <a:r>
              <a:rPr dirty="0" sz="1800" spc="-8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82396" y="3592067"/>
            <a:ext cx="10427335" cy="2585085"/>
          </a:xfrm>
          <a:custGeom>
            <a:avLst/>
            <a:gdLst/>
            <a:ahLst/>
            <a:cxnLst/>
            <a:rect l="l" t="t" r="r" b="b"/>
            <a:pathLst>
              <a:path w="10427335" h="2585085">
                <a:moveTo>
                  <a:pt x="10427208" y="0"/>
                </a:moveTo>
                <a:lnTo>
                  <a:pt x="0" y="0"/>
                </a:lnTo>
                <a:lnTo>
                  <a:pt x="0" y="2584704"/>
                </a:lnTo>
                <a:lnTo>
                  <a:pt x="10427208" y="2584704"/>
                </a:lnTo>
                <a:lnTo>
                  <a:pt x="10427208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74750" y="3612845"/>
            <a:ext cx="8034020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2155"/>
              </a:lnSpc>
              <a:spcBef>
                <a:spcPts val="10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5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0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50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.\union.ts</a:t>
            </a:r>
            <a:endParaRPr sz="1800">
              <a:latin typeface="Consolas"/>
              <a:cs typeface="Consolas"/>
            </a:endParaRPr>
          </a:p>
          <a:p>
            <a:pPr>
              <a:lnSpc>
                <a:spcPts val="2155"/>
              </a:lnSpc>
            </a:pP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union.ts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2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35</a:t>
            </a:r>
            <a:r>
              <a:rPr dirty="0" sz="1800" spc="-35">
                <a:solidFill>
                  <a:srgbClr val="EFDB4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-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error</a:t>
            </a:r>
            <a:r>
              <a:rPr dirty="0" sz="1800" spc="-2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TS2339: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Property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'toUpperCase'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does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not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exist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on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type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'string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|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number'.</a:t>
            </a:r>
            <a:endParaRPr sz="1800">
              <a:latin typeface="Consolas"/>
              <a:cs typeface="Consolas"/>
            </a:endParaRPr>
          </a:p>
          <a:p>
            <a:pPr marL="249554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Property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'toUpperCase'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does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not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exist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on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type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'number'.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499745" algn="l"/>
              </a:tabLst>
            </a:pPr>
            <a:r>
              <a:rPr dirty="0" sz="1800" spc="-50">
                <a:solidFill>
                  <a:srgbClr val="FFFFFF"/>
                </a:solidFill>
                <a:latin typeface="Consolas"/>
                <a:cs typeface="Consolas"/>
              </a:rPr>
              <a:t>2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	console.log(`Error</a:t>
            </a:r>
            <a:r>
              <a:rPr dirty="0" sz="1800" spc="-6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code:</a:t>
            </a:r>
            <a:r>
              <a:rPr dirty="0" sz="18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${code.toUpperCase()}`);</a:t>
            </a:r>
            <a:endParaRPr sz="1800">
              <a:latin typeface="Consolas"/>
              <a:cs typeface="Consolas"/>
            </a:endParaRPr>
          </a:p>
          <a:p>
            <a:pPr marL="4512310">
              <a:lnSpc>
                <a:spcPct val="100000"/>
              </a:lnSpc>
            </a:pPr>
            <a:r>
              <a:rPr dirty="0" sz="1800" spc="-10">
                <a:solidFill>
                  <a:srgbClr val="E66464"/>
                </a:solidFill>
                <a:latin typeface="Consolas"/>
                <a:cs typeface="Consolas"/>
              </a:rPr>
              <a:t>~~~~~~~~~~~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Found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error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union.ts:</a:t>
            </a:r>
            <a:r>
              <a:rPr dirty="0" sz="1800" spc="-10">
                <a:solidFill>
                  <a:srgbClr val="EFDB4F"/>
                </a:solidFill>
                <a:latin typeface="Consolas"/>
                <a:cs typeface="Consolas"/>
              </a:rPr>
              <a:t>2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2</a:t>
            </a:r>
            <a:r>
              <a:rPr dirty="0" spc="-25"/>
              <a:t>9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212580" y="2220467"/>
            <a:ext cx="2097405" cy="330835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671830">
              <a:lnSpc>
                <a:spcPct val="100000"/>
              </a:lnSpc>
              <a:spcBef>
                <a:spcPts val="10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union.ts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15"/>
              <a:t> </a:t>
            </a:r>
            <a:r>
              <a:rPr dirty="0"/>
              <a:t>WORKING</a:t>
            </a:r>
            <a:r>
              <a:rPr dirty="0" spc="10"/>
              <a:t> </a:t>
            </a:r>
            <a:r>
              <a:rPr dirty="0" spc="-150"/>
              <a:t>WITH</a:t>
            </a:r>
            <a:r>
              <a:rPr dirty="0" spc="-20"/>
              <a:t> </a:t>
            </a:r>
            <a:r>
              <a:rPr dirty="0" spc="95"/>
              <a:t>UNION</a:t>
            </a:r>
            <a:r>
              <a:rPr dirty="0" spc="10"/>
              <a:t> </a:t>
            </a:r>
            <a:r>
              <a:rPr dirty="0" spc="-110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86670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such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cases,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narrow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down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using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checks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typeof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onsolas"/>
                <a:cs typeface="Consolas"/>
              </a:rPr>
              <a:t>Array.isArray(x)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infer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particular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branches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145279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printError(code: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string){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typeof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code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===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"string"</a:t>
            </a:r>
            <a:r>
              <a:rPr dirty="0" sz="1800" spc="-10">
                <a:latin typeface="Consolas"/>
                <a:cs typeface="Consolas"/>
              </a:rPr>
              <a:t>){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`Error: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code.toUpperCase()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//in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branch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code: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`Error: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code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//in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one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code: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number!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12580" y="3813047"/>
            <a:ext cx="2097405" cy="332740"/>
          </a:xfrm>
          <a:prstGeom prst="rect">
            <a:avLst/>
          </a:prstGeom>
          <a:solidFill>
            <a:srgbClr val="006379"/>
          </a:solidFill>
          <a:ln w="12700">
            <a:solidFill>
              <a:srgbClr val="00252F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 marL="670560">
              <a:lnSpc>
                <a:spcPct val="100000"/>
              </a:lnSpc>
              <a:spcBef>
                <a:spcPts val="114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union.ts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0312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135"/>
              <a:t>TYPE</a:t>
            </a:r>
            <a:r>
              <a:rPr dirty="0" spc="-80"/>
              <a:t> </a:t>
            </a:r>
            <a:r>
              <a:rPr dirty="0" spc="-105"/>
              <a:t>ALIASES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76485" cy="385572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2095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We’ve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them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directly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annotations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times,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Engineers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write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DRY</a:t>
            </a:r>
            <a:r>
              <a:rPr dirty="0" sz="24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(Don’t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Repeat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Yourself)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code!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aliases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assign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name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syntax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alias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involves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keyword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25"/>
              </a:spcBef>
            </a:pPr>
            <a:endParaRPr sz="2800">
              <a:latin typeface="Calibri"/>
              <a:cs typeface="Calibri"/>
            </a:endParaRPr>
          </a:p>
          <a:p>
            <a:pPr algn="ctr" marL="289560">
              <a:lnSpc>
                <a:spcPct val="100000"/>
              </a:lnSpc>
            </a:pPr>
            <a:r>
              <a:rPr dirty="0" sz="2800">
                <a:solidFill>
                  <a:srgbClr val="0000FF"/>
                </a:solidFill>
                <a:latin typeface="Consolas"/>
                <a:cs typeface="Consolas"/>
              </a:rPr>
              <a:t>type</a:t>
            </a:r>
            <a:r>
              <a:rPr dirty="0" sz="2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800">
                <a:latin typeface="Consolas"/>
                <a:cs typeface="Consolas"/>
              </a:rPr>
              <a:t>&lt;name&gt;</a:t>
            </a:r>
            <a:r>
              <a:rPr dirty="0" sz="2800" spc="-70">
                <a:latin typeface="Consolas"/>
                <a:cs typeface="Consolas"/>
              </a:rPr>
              <a:t> </a:t>
            </a:r>
            <a:r>
              <a:rPr dirty="0" sz="2800">
                <a:latin typeface="Consolas"/>
                <a:cs typeface="Consolas"/>
              </a:rPr>
              <a:t>=</a:t>
            </a:r>
            <a:r>
              <a:rPr dirty="0" sz="2800" spc="-60">
                <a:latin typeface="Consolas"/>
                <a:cs typeface="Consolas"/>
              </a:rPr>
              <a:t> </a:t>
            </a:r>
            <a:r>
              <a:rPr dirty="0" sz="2800" spc="-10">
                <a:latin typeface="Consolas"/>
                <a:cs typeface="Consolas"/>
              </a:rPr>
              <a:t>&lt;definition&gt;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0312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135"/>
              <a:t>TYPE</a:t>
            </a:r>
            <a:r>
              <a:rPr dirty="0" spc="-80"/>
              <a:t> </a:t>
            </a:r>
            <a:r>
              <a:rPr dirty="0" spc="-105"/>
              <a:t>ALIASES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609344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628902"/>
            <a:ext cx="905002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14413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Course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string,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Credits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262255" marR="2637155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printCourse(course: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Course)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`Course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name:</a:t>
            </a:r>
            <a:r>
              <a:rPr dirty="0" sz="1800" spc="-5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course.name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`Course</a:t>
            </a:r>
            <a:r>
              <a:rPr dirty="0" sz="1800" spc="-9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credits:</a:t>
            </a:r>
            <a:r>
              <a:rPr dirty="0" sz="1800" spc="-8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course.credits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webtech: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Course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6</a:t>
            </a: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softeng: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Course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"Software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Engineering"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"10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CFU"</a:t>
            </a:r>
            <a:r>
              <a:rPr dirty="0" sz="1800" spc="-1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 marR="6305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printCourse(webtech);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//Name: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Web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Technologies,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Credits: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6 </a:t>
            </a:r>
            <a:r>
              <a:rPr dirty="0" sz="1800">
                <a:latin typeface="Consolas"/>
                <a:cs typeface="Consolas"/>
              </a:rPr>
              <a:t>printCourse(softeng);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//Name: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Software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Engineering,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Credits: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10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CFU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3</a:t>
            </a:r>
            <a:r>
              <a:rPr dirty="0" spc="-25"/>
              <a:t>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3</a:t>
            </a:r>
            <a:r>
              <a:rPr dirty="0" spc="-25"/>
              <a:t>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25"/>
              <a:t> </a:t>
            </a:r>
            <a:r>
              <a:rPr dirty="0" spc="-125"/>
              <a:t>INTERFACES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240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Interface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declarations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another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naming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075688"/>
            <a:ext cx="10427335" cy="313944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342265" marR="8070850" indent="-250190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interface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Course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string;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number;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printCourse(course: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Course)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`Name:</a:t>
            </a:r>
            <a:r>
              <a:rPr dirty="0" sz="1800" spc="-6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course.name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,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Credits:</a:t>
            </a:r>
            <a:r>
              <a:rPr dirty="0" sz="1800" spc="-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course.credits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webtech: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Course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6</a:t>
            </a: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printCourse(webtech);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printCourse({name: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"Software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Engineering"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credits: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10</a:t>
            </a:r>
            <a:r>
              <a:rPr dirty="0" sz="1800" spc="-10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120"/>
              <a:t>STRUCTURALLY</a:t>
            </a:r>
            <a:r>
              <a:rPr dirty="0" spc="-95"/>
              <a:t> </a:t>
            </a:r>
            <a:r>
              <a:rPr dirty="0" spc="-105"/>
              <a:t>TYPED</a:t>
            </a:r>
            <a:r>
              <a:rPr dirty="0" spc="-85"/>
              <a:t> </a:t>
            </a:r>
            <a:r>
              <a:rPr dirty="0" spc="-10"/>
              <a:t>NATURE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96596"/>
            <a:ext cx="9662795" cy="160845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TypeScript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structurally-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typed</a:t>
            </a:r>
            <a:r>
              <a:rPr dirty="0" sz="2800" spc="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language</a:t>
            </a:r>
            <a:endParaRPr sz="2800">
              <a:latin typeface="Calibri"/>
              <a:cs typeface="Calibri"/>
            </a:endParaRPr>
          </a:p>
          <a:p>
            <a:pPr marL="696595" marR="5080" indent="-227329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cares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structure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capabilities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determining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compatibility,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names!</a:t>
            </a:r>
            <a:endParaRPr sz="240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Java,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contrary,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features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nominative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194304"/>
            <a:ext cx="10427335" cy="286385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92075" marR="4436745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interface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Person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age: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interface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Pet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age: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 marR="172720">
              <a:lnSpc>
                <a:spcPts val="4320"/>
              </a:lnSpc>
              <a:spcBef>
                <a:spcPts val="5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printPerson(p: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Person)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console.log(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`Name:</a:t>
            </a:r>
            <a:r>
              <a:rPr dirty="0" sz="1800" spc="-3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p.name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,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age: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p.age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10">
                <a:latin typeface="Consolas"/>
                <a:cs typeface="Consolas"/>
              </a:rPr>
              <a:t>);}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person: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Person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"Janet"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age: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20</a:t>
            </a:r>
            <a:r>
              <a:rPr dirty="0" sz="1800" spc="-2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ts val="1660"/>
              </a:lnSpc>
              <a:tabLst>
                <a:tab pos="2097405" algn="l"/>
              </a:tabLst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pet: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Pet</a:t>
            </a:r>
            <a:r>
              <a:rPr dirty="0" sz="1800">
                <a:latin typeface="Consolas"/>
                <a:cs typeface="Consolas"/>
              </a:rPr>
              <a:t>	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"Chuck"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age: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3</a:t>
            </a: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printPerson(person);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//Name: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Janet,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age: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20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tabLst>
                <a:tab pos="2726055" algn="l"/>
              </a:tabLst>
            </a:pPr>
            <a:r>
              <a:rPr dirty="0" sz="1800" spc="-10">
                <a:latin typeface="Consolas"/>
                <a:cs typeface="Consolas"/>
              </a:rPr>
              <a:t>printPerson(pet);</a:t>
            </a:r>
            <a:r>
              <a:rPr dirty="0" sz="1800">
                <a:latin typeface="Consolas"/>
                <a:cs typeface="Consolas"/>
              </a:rPr>
              <a:t>	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//Name: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Chuck,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age: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3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2050" y="6135420"/>
            <a:ext cx="1011110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[1]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Paquet,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J.,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&amp;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Mokhov,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S.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A.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(2010).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Comparative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studies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programming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languages;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course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lecture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notes.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Section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3.3.</a:t>
            </a:r>
            <a:r>
              <a:rPr dirty="0" sz="1800" spc="3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11F35"/>
                </a:solidFill>
                <a:latin typeface="Calibri"/>
                <a:cs typeface="Calibri"/>
              </a:rPr>
              <a:t>arXiv</a:t>
            </a:r>
            <a:r>
              <a:rPr dirty="0" sz="1800" spc="-15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111F35"/>
                </a:solidFill>
                <a:latin typeface="Calibri"/>
                <a:cs typeface="Calibri"/>
              </a:rPr>
              <a:t>preprint:</a:t>
            </a:r>
            <a:r>
              <a:rPr dirty="0" sz="1800" spc="-15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10" i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https://arxiv.org/pdf/1007.2123.pdf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049761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/>
              <a:t> EXTENDING</a:t>
            </a:r>
            <a:r>
              <a:rPr dirty="0" spc="-45"/>
              <a:t> </a:t>
            </a:r>
            <a:r>
              <a:rPr dirty="0" spc="-114"/>
              <a:t>INTERFACES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025395"/>
            <a:ext cx="10427335" cy="36931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interface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Pet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6818630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interface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Bird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Pet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flies: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boolean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chuck: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Bird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"Chuck"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flies: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quentin: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Bird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{flies: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dirty="0" sz="1800">
                <a:latin typeface="Consolas"/>
                <a:cs typeface="Consolas"/>
              </a:rPr>
              <a:t>};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//compile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//TS2322: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'{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flies: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false;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}'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assignable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'Bird'.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Property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'name'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missing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'{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flies: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false;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}'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but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required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'Pet'.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3</a:t>
            </a:r>
            <a:r>
              <a:rPr dirty="0" spc="-25"/>
              <a:t>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35"/>
              <a:t> </a:t>
            </a:r>
            <a:r>
              <a:rPr dirty="0" spc="-160"/>
              <a:t>TYPES</a:t>
            </a:r>
            <a:r>
              <a:rPr dirty="0" spc="-45"/>
              <a:t> </a:t>
            </a:r>
            <a:r>
              <a:rPr dirty="0"/>
              <a:t>VS</a:t>
            </a:r>
            <a:r>
              <a:rPr dirty="0" spc="-55"/>
              <a:t> </a:t>
            </a:r>
            <a:r>
              <a:rPr dirty="0" spc="-114"/>
              <a:t>INTERFACES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80955" cy="14351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aliases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interfaces</a:t>
            </a:r>
            <a:r>
              <a:rPr dirty="0" sz="28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similar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often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interchangeable</a:t>
            </a:r>
            <a:endParaRPr sz="2800">
              <a:latin typeface="Calibri"/>
              <a:cs typeface="Calibri"/>
            </a:endParaRPr>
          </a:p>
          <a:p>
            <a:pPr marL="240029" marR="86995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distinction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cannot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opened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new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properties,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while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interfaces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always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extendable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76046" y="3157727"/>
          <a:ext cx="10516235" cy="2583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3905"/>
                <a:gridCol w="3072765"/>
                <a:gridCol w="213360"/>
                <a:gridCol w="2912110"/>
                <a:gridCol w="2195195"/>
              </a:tblGrid>
              <a:tr h="10287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interface</a:t>
                      </a:r>
                      <a:r>
                        <a:rPr dirty="0" sz="1800" spc="-4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Pet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name: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string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111F35"/>
                      </a:solidFill>
                      <a:prstDash val="solid"/>
                    </a:lnL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type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Pet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name: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string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111F35"/>
                      </a:solidFill>
                      <a:prstDash val="solid"/>
                    </a:lnL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interface</a:t>
                      </a:r>
                      <a:r>
                        <a:rPr dirty="0" sz="1800" spc="-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Pet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algn="ctr" marL="29209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age: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number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algn="ctr" marR="1715770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type</a:t>
                      </a:r>
                      <a:r>
                        <a:rPr dirty="0"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Pet</a:t>
                      </a:r>
                      <a:r>
                        <a:rPr dirty="0"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//TS2300: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age: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number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111F35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Dup.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identifier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</a:tr>
              <a:tr h="45783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r>
                        <a:rPr dirty="0"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matt: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Pet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111F35"/>
                      </a:solidFill>
                      <a:prstDash val="solid"/>
                    </a:lnL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{name: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"Matt"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age: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};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r>
                        <a:rPr dirty="0" sz="1800" spc="-2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matt: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Pet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{name: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111F35"/>
                      </a:solidFill>
                      <a:prstDash val="solid"/>
                    </a:lnL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"Matt"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,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age: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};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>
                    <a:lnR w="12700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3</a:t>
            </a:r>
            <a:r>
              <a:rPr dirty="0" spc="-25"/>
              <a:t>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40"/>
              <a:t> </a:t>
            </a:r>
            <a:r>
              <a:rPr dirty="0"/>
              <a:t>EXTENDING</a:t>
            </a:r>
            <a:r>
              <a:rPr dirty="0" spc="-80"/>
              <a:t> </a:t>
            </a:r>
            <a:r>
              <a:rPr dirty="0" spc="-135"/>
              <a:t>TYPE</a:t>
            </a:r>
            <a:r>
              <a:rPr dirty="0" spc="-50"/>
              <a:t> </a:t>
            </a:r>
            <a:r>
              <a:rPr dirty="0" spc="-90"/>
              <a:t>ALIASES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4174616"/>
            <a:ext cx="9974580" cy="134810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Similarly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Union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Intersection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combine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one.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Created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«&amp;»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character.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resulting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properties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1565147"/>
            <a:ext cx="10427335" cy="258635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Pet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name: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5313680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Bird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Pet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&amp;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//intersection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type! </a:t>
            </a:r>
            <a:r>
              <a:rPr dirty="0" sz="1800">
                <a:latin typeface="Consolas"/>
                <a:cs typeface="Consolas"/>
              </a:rPr>
              <a:t>flies: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boolean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chuck: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Bird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"Chuck"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flies: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135"/>
              <a:t>TYPE</a:t>
            </a:r>
            <a:r>
              <a:rPr dirty="0" spc="-80"/>
              <a:t> </a:t>
            </a:r>
            <a:r>
              <a:rPr dirty="0" spc="-85"/>
              <a:t>ASSERTIONS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57460" cy="232981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Sometimes,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better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TypeScript!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latin typeface="Consolas"/>
                <a:cs typeface="Consolas"/>
              </a:rPr>
              <a:t>document.getElementById()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will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able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infer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onsolas"/>
                <a:cs typeface="Consolas"/>
              </a:rPr>
              <a:t>HTMLElement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49530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perticular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more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4821979"/>
            <a:ext cx="8648065" cy="88519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Beware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: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really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assertion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testing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domain)!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enforced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runtime,</a:t>
            </a:r>
            <a:r>
              <a:rPr dirty="0" sz="24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 compile-time!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4146803"/>
            <a:ext cx="10427335" cy="37084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nameInput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document.getElementById(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"name"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HTMLInputElement;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39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135"/>
              <a:t>TYPE</a:t>
            </a:r>
            <a:r>
              <a:rPr dirty="0" spc="-80"/>
              <a:t> </a:t>
            </a:r>
            <a:r>
              <a:rPr dirty="0" spc="-170"/>
              <a:t>LITERALS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6508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addition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number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refer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strings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numbers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positions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3879363"/>
            <a:ext cx="10182860" cy="194119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onsolas"/>
                <a:cs typeface="Consolas"/>
              </a:rPr>
              <a:t>alignment</a:t>
            </a:r>
            <a:r>
              <a:rPr dirty="0" sz="2400" spc="-640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400" spc="-20">
                <a:solidFill>
                  <a:srgbClr val="A21515"/>
                </a:solidFill>
                <a:latin typeface="Consolas"/>
                <a:cs typeface="Consolas"/>
              </a:rPr>
              <a:t>center</a:t>
            </a:r>
            <a:r>
              <a:rPr dirty="0" sz="2400" spc="-66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That’s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very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useful…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Literals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combined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Unions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express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much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useful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concept: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correspond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certain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values!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574035"/>
            <a:ext cx="10427335" cy="119951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alignment: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"center"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alignment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"center"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alignment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"left"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//TS2322: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'"left"'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assignable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'"center"'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135"/>
              <a:t>TYPE</a:t>
            </a:r>
            <a:r>
              <a:rPr dirty="0" spc="-80"/>
              <a:t> </a:t>
            </a:r>
            <a:r>
              <a:rPr dirty="0" spc="-170"/>
              <a:t>LITERALS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565147"/>
            <a:ext cx="10427335" cy="3139440"/>
          </a:xfrm>
          <a:custGeom>
            <a:avLst/>
            <a:gdLst/>
            <a:ahLst/>
            <a:cxnLst/>
            <a:rect l="l" t="t" r="r" b="b"/>
            <a:pathLst>
              <a:path w="10427335" h="3139440">
                <a:moveTo>
                  <a:pt x="0" y="3139440"/>
                </a:moveTo>
                <a:lnTo>
                  <a:pt x="10427208" y="3139440"/>
                </a:lnTo>
                <a:lnTo>
                  <a:pt x="10427208" y="0"/>
                </a:lnTo>
                <a:lnTo>
                  <a:pt x="0" y="0"/>
                </a:lnTo>
                <a:lnTo>
                  <a:pt x="0" y="313944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585340"/>
            <a:ext cx="566737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Alignment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"center"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"left"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"right"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alignment: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Alignment;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40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943000" y="2754526"/>
          <a:ext cx="4778375" cy="1325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2375"/>
                <a:gridCol w="250825"/>
                <a:gridCol w="1254125"/>
                <a:gridCol w="1974850"/>
              </a:tblGrid>
              <a:tr h="387985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alignment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695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"left"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695"/>
                        </a:lnSpc>
                      </a:pP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//ok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5486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alignment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"right"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//ok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</a:tr>
              <a:tr h="3886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 spc="-10">
                          <a:latin typeface="Consolas"/>
                          <a:cs typeface="Consolas"/>
                        </a:rPr>
                        <a:t>alignment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=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"centre"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//compile</a:t>
                      </a:r>
                      <a:r>
                        <a:rPr dirty="0" sz="1800" spc="-3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error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100965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962050" y="4054855"/>
            <a:ext cx="81711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TS2820: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'"centre"'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assignable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'Alignment'.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Did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you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mean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'"center"'?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41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25"/>
              <a:t> </a:t>
            </a:r>
            <a:r>
              <a:rPr dirty="0" spc="-10"/>
              <a:t>ENUMS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85820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2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Enums</a:t>
            </a:r>
            <a:r>
              <a:rPr dirty="0" sz="28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developers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named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constants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104644"/>
            <a:ext cx="10427335" cy="424751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interface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Order{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isPremium: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boolean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enum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Priority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 marR="9198610">
              <a:lnSpc>
                <a:spcPct val="100000"/>
              </a:lnSpc>
            </a:pP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Low</a:t>
            </a:r>
            <a:r>
              <a:rPr dirty="0" sz="1800" spc="-20">
                <a:latin typeface="Consolas"/>
                <a:cs typeface="Consolas"/>
              </a:rPr>
              <a:t>, 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Medium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High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computePriority(s: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Order):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Priority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0">
                <a:latin typeface="Consolas"/>
                <a:cs typeface="Consolas"/>
              </a:rPr>
              <a:t>(s.isPremium)</a:t>
            </a:r>
            <a:endParaRPr sz="1800">
              <a:latin typeface="Consolas"/>
              <a:cs typeface="Consolas"/>
            </a:endParaRPr>
          </a:p>
          <a:p>
            <a:pPr marL="342265" marR="7192645" indent="25082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Priority.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High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Priority.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Low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console.log(Priority.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Medium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11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//1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9170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10"/>
              <a:t> </a:t>
            </a:r>
            <a:r>
              <a:rPr dirty="0"/>
              <a:t>FUNCTION </a:t>
            </a:r>
            <a:r>
              <a:rPr dirty="0" spc="-130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891395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takes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callback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expects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parameters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produces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given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output?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described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expressions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3451352"/>
            <a:ext cx="9827895" cy="835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above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indicates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takes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boolean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argument,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3035807"/>
            <a:ext cx="10427335" cy="36893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stringDecoratorFunction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(x: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mode: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boolean)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82396" y="4471415"/>
            <a:ext cx="10427335" cy="1199515"/>
          </a:xfrm>
          <a:custGeom>
            <a:avLst/>
            <a:gdLst/>
            <a:ahLst/>
            <a:cxnLst/>
            <a:rect l="l" t="t" r="r" b="b"/>
            <a:pathLst>
              <a:path w="10427335" h="1199514">
                <a:moveTo>
                  <a:pt x="0" y="1199388"/>
                </a:moveTo>
                <a:lnTo>
                  <a:pt x="10427208" y="1199388"/>
                </a:lnTo>
                <a:lnTo>
                  <a:pt x="10427208" y="0"/>
                </a:lnTo>
                <a:lnTo>
                  <a:pt x="0" y="0"/>
                </a:lnTo>
                <a:lnTo>
                  <a:pt x="0" y="1199388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74750" y="4491608"/>
            <a:ext cx="1004062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fn: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//fn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function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that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takes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args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returns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tabLst>
                <a:tab pos="5264150" algn="l"/>
              </a:tabLst>
            </a:pPr>
            <a:r>
              <a:rPr dirty="0" sz="1800">
                <a:latin typeface="Consolas"/>
                <a:cs typeface="Consolas"/>
              </a:rPr>
              <a:t>fn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"Hello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Web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 Tech"</a:t>
            </a:r>
            <a:r>
              <a:rPr dirty="0" sz="1800" spc="-10">
                <a:latin typeface="Consolas"/>
                <a:cs typeface="Consolas"/>
              </a:rPr>
              <a:t>};</a:t>
            </a:r>
            <a:r>
              <a:rPr dirty="0" sz="1800">
                <a:latin typeface="Consolas"/>
                <a:cs typeface="Consolas"/>
              </a:rPr>
              <a:t>	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//ok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fn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(x: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`Hello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//TypeError!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4</a:t>
            </a:r>
            <a:r>
              <a:rPr dirty="0" spc="-25"/>
              <a:t>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4</a:t>
            </a:r>
            <a:r>
              <a:rPr dirty="0" spc="-25"/>
              <a:t>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9170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10"/>
              <a:t> </a:t>
            </a:r>
            <a:r>
              <a:rPr dirty="0"/>
              <a:t>FUNCTION </a:t>
            </a:r>
            <a:r>
              <a:rPr dirty="0" spc="-130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886711"/>
            <a:ext cx="10427335" cy="397002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enum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Case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Uppercase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Lowercase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GREET(name: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decorator: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(x: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mode: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Case)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string){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decorator(name,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Case.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Uppercase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4184650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stringDecorator(x: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mode: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Case)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(mode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===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Case.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Lowercase</a:t>
            </a:r>
            <a:r>
              <a:rPr dirty="0" sz="1800" spc="-1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`&gt;&gt;&gt;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Hello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&lt;&lt;&lt;`</a:t>
            </a:r>
            <a:r>
              <a:rPr dirty="0" sz="1800" spc="-10">
                <a:latin typeface="Consolas"/>
                <a:cs typeface="Consolas"/>
              </a:rPr>
              <a:t>.toLowerCase();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`&gt;&gt;&gt;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Hello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&lt;&lt;&lt;`</a:t>
            </a:r>
            <a:r>
              <a:rPr dirty="0" sz="1800" spc="-10">
                <a:latin typeface="Consolas"/>
                <a:cs typeface="Consolas"/>
              </a:rPr>
              <a:t>.toUpperCase();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console.log(GREET(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1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1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stringDecorator));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GENERICS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5549265" cy="41636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just" marL="240029" marR="36195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good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deal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efforts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Software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Engineering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goes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towards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building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reusable</a:t>
            </a:r>
            <a:r>
              <a:rPr dirty="0" sz="2800" spc="-1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endParaRPr sz="2800">
              <a:latin typeface="Calibri"/>
              <a:cs typeface="Calibri"/>
            </a:endParaRPr>
          </a:p>
          <a:p>
            <a:pPr marL="240029" marR="5715" indent="-227329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Developing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can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seamlessly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operate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both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current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future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crucial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building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large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software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systems</a:t>
            </a:r>
            <a:endParaRPr sz="2800">
              <a:latin typeface="Calibri"/>
              <a:cs typeface="Calibri"/>
            </a:endParaRPr>
          </a:p>
          <a:p>
            <a:pPr algn="just" marL="240029" marR="76200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Generics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main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write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seamlessly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work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variety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2751" y="1990469"/>
            <a:ext cx="3007621" cy="300883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4</a:t>
            </a:r>
            <a:r>
              <a:rPr dirty="0" spc="-25"/>
              <a:t>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4</a:t>
            </a:r>
            <a:r>
              <a:rPr dirty="0" spc="-25"/>
              <a:t>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HELLO</a:t>
            </a:r>
            <a:r>
              <a:rPr dirty="0" spc="-175"/>
              <a:t> </a:t>
            </a:r>
            <a:r>
              <a:rPr dirty="0" spc="-85"/>
              <a:t>GENERICS:</a:t>
            </a:r>
            <a:r>
              <a:rPr dirty="0" spc="-100"/>
              <a:t> </a:t>
            </a:r>
            <a:r>
              <a:rPr dirty="0"/>
              <a:t>THE</a:t>
            </a:r>
            <a:r>
              <a:rPr dirty="0" spc="-120"/>
              <a:t> </a:t>
            </a:r>
            <a:r>
              <a:rPr dirty="0" spc="-185"/>
              <a:t>IDENTITY</a:t>
            </a:r>
            <a:r>
              <a:rPr dirty="0" spc="-80"/>
              <a:t> </a:t>
            </a:r>
            <a:r>
              <a:rPr dirty="0" spc="-10"/>
              <a:t>FUNCTION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923780" cy="836294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Suppose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identity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function,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i.e.,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back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whatever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passed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in.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4388956"/>
            <a:ext cx="9652000" cy="143192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onsolas"/>
                <a:cs typeface="Consolas"/>
              </a:rPr>
              <a:t>any</a:t>
            </a:r>
            <a:r>
              <a:rPr dirty="0" sz="2800" spc="-894" b="1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(implicitly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explicitly)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certainly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generic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enough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we’re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loosing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information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returns!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414016"/>
            <a:ext cx="10427335" cy="203009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342265" marR="3558540" indent="-250190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identity(x){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//function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identity(x: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any):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any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x;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y: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"Hello"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z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identity(y);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//z: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any!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46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HELLO</a:t>
            </a:r>
            <a:r>
              <a:rPr dirty="0" spc="-175"/>
              <a:t> </a:t>
            </a:r>
            <a:r>
              <a:rPr dirty="0" spc="-85"/>
              <a:t>GENERICS:</a:t>
            </a:r>
            <a:r>
              <a:rPr dirty="0" spc="-100"/>
              <a:t> </a:t>
            </a:r>
            <a:r>
              <a:rPr dirty="0"/>
              <a:t>THE</a:t>
            </a:r>
            <a:r>
              <a:rPr dirty="0" spc="-120"/>
              <a:t> </a:t>
            </a:r>
            <a:r>
              <a:rPr dirty="0" spc="-185"/>
              <a:t>IDENTITY</a:t>
            </a:r>
            <a:r>
              <a:rPr dirty="0" spc="-80"/>
              <a:t> </a:t>
            </a:r>
            <a:r>
              <a:rPr dirty="0" spc="-10"/>
              <a:t>FUNCTION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3570503"/>
            <a:ext cx="7231380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could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give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identity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would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work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onsolas"/>
                <a:cs typeface="Consolas"/>
              </a:rPr>
              <a:t>string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though…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1565147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identity(x: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string):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x;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y: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"Hello"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z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identity(y);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//z: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string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(but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only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works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string!)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4</a:t>
            </a:r>
            <a:r>
              <a:rPr dirty="0" spc="-25"/>
              <a:t>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25"/>
              <a:t> </a:t>
            </a:r>
            <a:r>
              <a:rPr dirty="0" spc="-90"/>
              <a:t>GENERICS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64140" cy="162687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1294765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variables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special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kind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variables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works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rather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endParaRPr sz="280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6595" algn="l"/>
                <a:tab pos="9710420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variable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declared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after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name,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«&lt;»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«&gt;».</a:t>
            </a:r>
            <a:endParaRPr sz="240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Below,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variable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4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(but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could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valid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identifier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name).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314700"/>
            <a:ext cx="10427335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identity&lt;</a:t>
            </a:r>
            <a:r>
              <a:rPr dirty="0" sz="1800" b="1">
                <a:solidFill>
                  <a:srgbClr val="006379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&gt;(x: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006379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):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006379"/>
                </a:solidFill>
                <a:latin typeface="Consolas"/>
                <a:cs typeface="Consolas"/>
              </a:rPr>
              <a:t>Type</a:t>
            </a:r>
            <a:r>
              <a:rPr dirty="0" sz="1800" spc="-55" b="1">
                <a:solidFill>
                  <a:srgbClr val="006379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x;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 marR="105156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identity&lt;string&gt;(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"Hello"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//explicitly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set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string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identity(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42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//let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automatic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inference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do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its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magic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{title: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artist: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string}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identity({</a:t>
            </a:r>
            <a:endParaRPr sz="1800">
              <a:latin typeface="Consolas"/>
              <a:cs typeface="Consolas"/>
            </a:endParaRPr>
          </a:p>
          <a:p>
            <a:pPr marL="342265" marR="6817359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title: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"Sultans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of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swing"</a:t>
            </a:r>
            <a:r>
              <a:rPr dirty="0" sz="1800" spc="-10">
                <a:latin typeface="Consolas"/>
                <a:cs typeface="Consolas"/>
              </a:rPr>
              <a:t>, </a:t>
            </a:r>
            <a:r>
              <a:rPr dirty="0" sz="1800">
                <a:latin typeface="Consolas"/>
                <a:cs typeface="Consolas"/>
              </a:rPr>
              <a:t>artist: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"Dire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Straits"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25"/>
              <a:t> </a:t>
            </a:r>
            <a:r>
              <a:rPr dirty="0" spc="-90"/>
              <a:t>GENERICS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3559324"/>
            <a:ext cx="7760970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We’re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preserving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information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1565147"/>
            <a:ext cx="10427335" cy="2032000"/>
          </a:xfrm>
          <a:custGeom>
            <a:avLst/>
            <a:gdLst/>
            <a:ahLst/>
            <a:cxnLst/>
            <a:rect l="l" t="t" r="r" b="b"/>
            <a:pathLst>
              <a:path w="10427335" h="2032000">
                <a:moveTo>
                  <a:pt x="0" y="2031491"/>
                </a:moveTo>
                <a:lnTo>
                  <a:pt x="10427208" y="2031491"/>
                </a:lnTo>
                <a:lnTo>
                  <a:pt x="10427208" y="0"/>
                </a:lnTo>
                <a:lnTo>
                  <a:pt x="0" y="0"/>
                </a:lnTo>
                <a:lnTo>
                  <a:pt x="0" y="2031491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1585340"/>
            <a:ext cx="6543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identity&lt;</a:t>
            </a:r>
            <a:r>
              <a:rPr dirty="0" sz="1800" b="1">
                <a:solidFill>
                  <a:srgbClr val="006379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&gt;(x: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006379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):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006379"/>
                </a:solidFill>
                <a:latin typeface="Consolas"/>
                <a:cs typeface="Consolas"/>
              </a:rPr>
              <a:t>Type</a:t>
            </a:r>
            <a:r>
              <a:rPr dirty="0" sz="1800" spc="-30" b="1">
                <a:solidFill>
                  <a:srgbClr val="006379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4</a:t>
            </a:r>
            <a:r>
              <a:rPr dirty="0" spc="-25"/>
              <a:t>8</a:t>
            </a: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943000" y="2205886"/>
          <a:ext cx="9415780" cy="776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/>
                <a:gridCol w="376554"/>
                <a:gridCol w="7646670"/>
                <a:gridCol w="847090"/>
              </a:tblGrid>
              <a:tr h="251460">
                <a:tc>
                  <a:txBody>
                    <a:bodyPr/>
                    <a:lstStyle/>
                    <a:p>
                      <a:pPr algn="ctr" marR="22860">
                        <a:lnSpc>
                          <a:spcPts val="1695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s: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69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string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identity&lt;string&gt;(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"Hello"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);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//explicitly</a:t>
                      </a:r>
                      <a:r>
                        <a:rPr dirty="0" sz="1800" spc="-3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set</a:t>
                      </a:r>
                      <a:r>
                        <a:rPr dirty="0" sz="1800" spc="-3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Type</a:t>
                      </a:r>
                      <a:r>
                        <a:rPr dirty="0" sz="1800" spc="-3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to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695"/>
                        </a:lnSpc>
                      </a:pPr>
                      <a:r>
                        <a:rPr dirty="0" sz="1800" spc="-1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string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algn="ctr" marR="22860">
                        <a:lnSpc>
                          <a:spcPts val="1875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n: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7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number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identity(</a:t>
                      </a:r>
                      <a:r>
                        <a:rPr dirty="0" sz="1800">
                          <a:solidFill>
                            <a:srgbClr val="098557"/>
                          </a:solidFill>
                          <a:latin typeface="Consolas"/>
                          <a:cs typeface="Consolas"/>
                        </a:rPr>
                        <a:t>42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);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//let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automatic</a:t>
                      </a:r>
                      <a:r>
                        <a:rPr dirty="0" sz="1800" spc="-3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type</a:t>
                      </a:r>
                      <a:r>
                        <a:rPr dirty="0" sz="1800" spc="-3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inference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do</a:t>
                      </a:r>
                      <a:r>
                        <a:rPr dirty="0" sz="1800" spc="-3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its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75"/>
                        </a:lnSpc>
                      </a:pPr>
                      <a:r>
                        <a:rPr dirty="0" sz="1800" spc="-1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magic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0825">
                <a:tc>
                  <a:txBody>
                    <a:bodyPr/>
                    <a:lstStyle/>
                    <a:p>
                      <a:pPr algn="ctr" marR="22860">
                        <a:lnSpc>
                          <a:spcPts val="1875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o: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7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{title: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string,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artist: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string}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identity({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962050" y="2957321"/>
            <a:ext cx="641858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title: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"Sultans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of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swing"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artist: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"Dire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Straits"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49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25"/>
              <a:t> </a:t>
            </a:r>
            <a:r>
              <a:rPr dirty="0" spc="-90"/>
              <a:t>GENERICS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65468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variables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well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4089908"/>
            <a:ext cx="747775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work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type-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parametric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arrays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396" y="2025395"/>
            <a:ext cx="10427335" cy="175450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merge&lt;T1,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T2&gt;(x: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T1,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y: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T2):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{field: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T2,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otherField: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T1}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{field: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y,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otherField:</a:t>
            </a:r>
            <a:r>
              <a:rPr dirty="0" sz="1800" spc="-25">
                <a:latin typeface="Consolas"/>
                <a:cs typeface="Consolas"/>
              </a:rPr>
              <a:t> x};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merge(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"Sultans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of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Swing"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42</a:t>
            </a:r>
            <a:r>
              <a:rPr dirty="0" sz="1800" spc="-2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//x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{field: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number,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otherField: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string}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396" y="4597908"/>
            <a:ext cx="10427335" cy="175450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342265" marR="5939790" indent="-250190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getFirst&lt;T&gt;(arr: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T[]):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arr[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10">
                <a:latin typeface="Consolas"/>
                <a:cs typeface="Consolas"/>
              </a:rPr>
              <a:t>];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first: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getFirst([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"hello"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"technologies"</a:t>
            </a:r>
            <a:r>
              <a:rPr dirty="0" sz="1800" spc="-10">
                <a:latin typeface="Consolas"/>
                <a:cs typeface="Consolas"/>
              </a:rPr>
              <a:t>]);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console.log(first);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//hello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0497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65"/>
              <a:t>GENERIC</a:t>
            </a:r>
            <a:r>
              <a:rPr dirty="0" spc="-105"/>
              <a:t> </a:t>
            </a:r>
            <a:r>
              <a:rPr dirty="0" spc="-100"/>
              <a:t>CLASSES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609344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628902"/>
            <a:ext cx="9426575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255" marR="6022340" indent="-2501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CustomCollection&lt;T&gt;</a:t>
            </a:r>
            <a:r>
              <a:rPr dirty="0" sz="1800" spc="-60">
                <a:latin typeface="Consolas"/>
                <a:cs typeface="Consolas"/>
              </a:rPr>
              <a:t> { </a:t>
            </a:r>
            <a:r>
              <a:rPr dirty="0" sz="1800">
                <a:latin typeface="Consolas"/>
                <a:cs typeface="Consolas"/>
              </a:rPr>
              <a:t>list: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T[]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[];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addElement(element: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T):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50">
                <a:latin typeface="Consolas"/>
                <a:cs typeface="Consolas"/>
              </a:rPr>
              <a:t> {</a:t>
            </a:r>
            <a:endParaRPr sz="1800">
              <a:latin typeface="Consolas"/>
              <a:cs typeface="Consolas"/>
            </a:endParaRPr>
          </a:p>
          <a:p>
            <a:pPr marL="51371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.list.push(element);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getRandomElement():</a:t>
            </a:r>
            <a:r>
              <a:rPr dirty="0" sz="1800" spc="-8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T{</a:t>
            </a:r>
            <a:endParaRPr sz="1800">
              <a:latin typeface="Consolas"/>
              <a:cs typeface="Consolas"/>
            </a:endParaRPr>
          </a:p>
          <a:p>
            <a:pPr marL="51371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selectedIndex: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Math.floor(Math.random()*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.list.length);</a:t>
            </a:r>
            <a:endParaRPr sz="1800">
              <a:latin typeface="Consolas"/>
              <a:cs typeface="Consolas"/>
            </a:endParaRPr>
          </a:p>
          <a:p>
            <a:pPr marL="51371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.list[selectedIndex];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CustomCollection&lt;string&gt;();</a:t>
            </a:r>
            <a:endParaRPr sz="1800">
              <a:latin typeface="Consolas"/>
              <a:cs typeface="Consolas"/>
            </a:endParaRPr>
          </a:p>
          <a:p>
            <a:pPr marL="12700" marR="25336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c.addElement(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"hello"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1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c.addElement(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c.addElement(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"technologies"</a:t>
            </a:r>
            <a:r>
              <a:rPr dirty="0" sz="1800" spc="-10">
                <a:latin typeface="Consolas"/>
                <a:cs typeface="Consolas"/>
              </a:rPr>
              <a:t>); console.log(c.getRandomElement());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50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70"/>
              <a:t> </a:t>
            </a:r>
            <a:r>
              <a:rPr dirty="0" spc="-65"/>
              <a:t>GENERIC</a:t>
            </a:r>
            <a:r>
              <a:rPr dirty="0" spc="-130"/>
              <a:t> </a:t>
            </a:r>
            <a:r>
              <a:rPr dirty="0" spc="-135"/>
              <a:t>TYPE</a:t>
            </a:r>
            <a:r>
              <a:rPr dirty="0" spc="-100"/>
              <a:t> </a:t>
            </a:r>
            <a:r>
              <a:rPr dirty="0" spc="-45"/>
              <a:t>CONSTRAINTS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609344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628902"/>
            <a:ext cx="7044690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Animal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species: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 marR="6305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Bird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Animal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canFly: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boolean;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Snake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Animal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isVenomous: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boolean;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262255" marR="5080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animalInfo&lt;T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Animal&gt;(animal: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T):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void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latin typeface="Consolas"/>
                <a:cs typeface="Consolas"/>
              </a:rPr>
              <a:t>console.log(animal.species);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5</a:t>
            </a:r>
            <a:r>
              <a:rPr dirty="0" spc="-25"/>
              <a:t>1</a:t>
            </a: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943000" y="3895140"/>
          <a:ext cx="8790305" cy="77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/>
                <a:gridCol w="376554"/>
                <a:gridCol w="7868284"/>
              </a:tblGrid>
              <a:tr h="251460">
                <a:tc>
                  <a:txBody>
                    <a:bodyPr/>
                    <a:lstStyle/>
                    <a:p>
                      <a:pPr algn="ctr" marR="22860">
                        <a:lnSpc>
                          <a:spcPts val="170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a: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70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Animal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new</a:t>
                      </a: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Animal();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a.species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"Dog"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algn="ctr" marR="22860">
                        <a:lnSpc>
                          <a:spcPts val="1880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b: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80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Bird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new</a:t>
                      </a:r>
                      <a:r>
                        <a:rPr dirty="0"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Bird();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b.species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"Kiwi"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;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b.canFly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false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1460">
                <a:tc>
                  <a:txBody>
                    <a:bodyPr/>
                    <a:lstStyle/>
                    <a:p>
                      <a:pPr algn="ctr" marR="22860">
                        <a:lnSpc>
                          <a:spcPts val="1875"/>
                        </a:lnSpc>
                      </a:pP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c: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75"/>
                        </a:lnSpc>
                      </a:pPr>
                      <a:r>
                        <a:rPr dirty="0" sz="1800">
                          <a:latin typeface="Consolas"/>
                          <a:cs typeface="Consolas"/>
                        </a:rPr>
                        <a:t>Snake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new</a:t>
                      </a: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Snake();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c.species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"Cobra"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;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c.isVenomous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true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962050" y="4921377"/>
            <a:ext cx="591693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3880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animalInfo(a);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//Dog </a:t>
            </a:r>
            <a:r>
              <a:rPr dirty="0" sz="1800">
                <a:latin typeface="Consolas"/>
                <a:cs typeface="Consolas"/>
              </a:rPr>
              <a:t>animalInfo(b);</a:t>
            </a:r>
            <a:r>
              <a:rPr dirty="0" sz="1800" spc="-9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//Kiwi </a:t>
            </a:r>
            <a:r>
              <a:rPr dirty="0" sz="1800">
                <a:latin typeface="Consolas"/>
                <a:cs typeface="Consolas"/>
              </a:rPr>
              <a:t>animalInfo(c);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//Cobra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animalInfo({species: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"Spider"</a:t>
            </a:r>
            <a:r>
              <a:rPr dirty="0" sz="1800">
                <a:latin typeface="Consolas"/>
                <a:cs typeface="Consolas"/>
              </a:rPr>
              <a:t>});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//Spider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(!!!)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5</a:t>
            </a:r>
            <a:r>
              <a:rPr dirty="0" spc="-25"/>
              <a:t>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102698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10"/>
              <a:t> </a:t>
            </a:r>
            <a:r>
              <a:rPr dirty="0"/>
              <a:t>OTHER</a:t>
            </a:r>
            <a:r>
              <a:rPr dirty="0" spc="-20"/>
              <a:t> </a:t>
            </a:r>
            <a:r>
              <a:rPr dirty="0" spc="-160"/>
              <a:t>TYPES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 spc="110"/>
              <a:t>KNOW</a:t>
            </a:r>
            <a:r>
              <a:rPr dirty="0" spc="-20"/>
              <a:t> </a:t>
            </a:r>
            <a:r>
              <a:rPr dirty="0" spc="-10"/>
              <a:t>ABOUT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49205" cy="288353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additional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types,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useful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especially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context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about: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800" spc="-20" b="1">
                <a:solidFill>
                  <a:srgbClr val="111F35"/>
                </a:solidFill>
                <a:latin typeface="Consolas"/>
                <a:cs typeface="Consolas"/>
              </a:rPr>
              <a:t>void</a:t>
            </a:r>
            <a:endParaRPr sz="2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onsolas"/>
                <a:cs typeface="Consolas"/>
              </a:rPr>
              <a:t>unknown</a:t>
            </a:r>
            <a:endParaRPr sz="280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onsolas"/>
                <a:cs typeface="Consolas"/>
              </a:rPr>
              <a:t>never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5</a:t>
            </a:r>
            <a:r>
              <a:rPr dirty="0" spc="-25"/>
              <a:t>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25"/>
              <a:t> </a:t>
            </a:r>
            <a:r>
              <a:rPr dirty="0" spc="-20"/>
              <a:t>VOID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031730" cy="14351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void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inferred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return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statement,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empty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statement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592067"/>
            <a:ext cx="10427335" cy="258508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342265" marR="7820659" indent="-25019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f():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void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5940425" indent="-2501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g(){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function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g():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void </a:t>
            </a:r>
            <a:r>
              <a:rPr dirty="0" sz="1800" spc="-10">
                <a:latin typeface="Consolas"/>
                <a:cs typeface="Consolas"/>
              </a:rPr>
              <a:t>console.log(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"Hello"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void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g();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049761" y="6465214"/>
            <a:ext cx="18097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>
                <a:solidFill>
                  <a:srgbClr val="006379"/>
                </a:solidFill>
                <a:latin typeface="Calibri"/>
                <a:cs typeface="Calibri"/>
              </a:rPr>
              <a:t>54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25"/>
              <a:t> </a:t>
            </a:r>
            <a:r>
              <a:rPr dirty="0" spc="140"/>
              <a:t>UNKNOWN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18794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unknown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represents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value.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similar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safer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(does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allow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operation!)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639567"/>
            <a:ext cx="10427335" cy="369442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greet(a: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20">
                <a:latin typeface="Consolas"/>
                <a:cs typeface="Consolas"/>
              </a:rPr>
              <a:t>any){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console.log(a.name);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//OK,</a:t>
            </a:r>
            <a:r>
              <a:rPr dirty="0" sz="1800" spc="-6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but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possible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runtime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5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saferGreet(a: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unknown){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console.log(a.name);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//Compile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error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TS18046: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'a'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unknown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 marR="5815330">
              <a:lnSpc>
                <a:spcPct val="2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namedObject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{name: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string};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notSoSafeGreet(a: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unknown){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console.log((a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namedObject).name);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5</a:t>
            </a:r>
            <a:r>
              <a:rPr dirty="0" spc="-25"/>
              <a:t>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7170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220"/>
              <a:t> </a:t>
            </a:r>
            <a:r>
              <a:rPr dirty="0"/>
              <a:t>NEVER</a:t>
            </a:r>
            <a:r>
              <a:rPr dirty="0" spc="-165"/>
              <a:t> </a:t>
            </a:r>
            <a:r>
              <a:rPr dirty="0" spc="-130"/>
              <a:t>TYPE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886079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functions</a:t>
            </a:r>
            <a:r>
              <a:rPr dirty="0" sz="2800" spc="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never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value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never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represents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which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111F35"/>
                </a:solidFill>
                <a:latin typeface="Calibri"/>
                <a:cs typeface="Calibri"/>
              </a:rPr>
              <a:t>never</a:t>
            </a:r>
            <a:r>
              <a:rPr dirty="0" sz="2800" spc="-60" i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observed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2572511"/>
            <a:ext cx="10427335" cy="3694429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algn="ctr" marL="92075" marR="644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f(x: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|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number){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typeof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===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"string"</a:t>
            </a:r>
            <a:r>
              <a:rPr dirty="0" sz="1800" spc="-10">
                <a:latin typeface="Consolas"/>
                <a:cs typeface="Consolas"/>
              </a:rPr>
              <a:t>){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x.toLowerCase();</a:t>
            </a:r>
            <a:endParaRPr sz="1800">
              <a:latin typeface="Consolas"/>
              <a:cs typeface="Consolas"/>
            </a:endParaRPr>
          </a:p>
          <a:p>
            <a:pPr algn="ctr" marR="53460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typeof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===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"number"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algn="ctr" marR="622554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x.toPrecision(</a:t>
            </a:r>
            <a:r>
              <a:rPr dirty="0" sz="1800" spc="-10">
                <a:solidFill>
                  <a:srgbClr val="098557"/>
                </a:solidFill>
                <a:latin typeface="Consolas"/>
                <a:cs typeface="Consolas"/>
              </a:rPr>
              <a:t>2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algn="ctr" marR="873125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algn="ctr" marR="384302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//x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never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this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branch</a:t>
            </a:r>
            <a:endParaRPr sz="1800">
              <a:latin typeface="Consolas"/>
              <a:cs typeface="Consolas"/>
            </a:endParaRPr>
          </a:p>
          <a:p>
            <a:pPr algn="ctr" marR="960882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ctr" marR="1010983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2265" marR="1176655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g(x: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any):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never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//g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never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returns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(it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always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throws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error)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throw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Error(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"Oops!"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5</a:t>
            </a:r>
            <a:r>
              <a:rPr dirty="0" spc="-25"/>
              <a:t>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-15"/>
              <a:t> </a:t>
            </a:r>
            <a:r>
              <a:rPr dirty="0" spc="-180"/>
              <a:t>STRICTNESS</a:t>
            </a:r>
            <a:r>
              <a:rPr dirty="0" spc="-60"/>
              <a:t> </a:t>
            </a:r>
            <a:r>
              <a:rPr dirty="0" spc="-75"/>
              <a:t>LEVELS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10" b="0">
                <a:latin typeface="Calibri"/>
                <a:cs typeface="Calibri"/>
              </a:rPr>
              <a:t>Different</a:t>
            </a:r>
            <a:r>
              <a:rPr dirty="0" spc="-9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users</a:t>
            </a:r>
            <a:r>
              <a:rPr dirty="0" spc="-9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expect</a:t>
            </a:r>
            <a:r>
              <a:rPr dirty="0" spc="-9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different</a:t>
            </a:r>
            <a:r>
              <a:rPr dirty="0" spc="-9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things</a:t>
            </a:r>
            <a:r>
              <a:rPr dirty="0" spc="-9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from</a:t>
            </a:r>
            <a:r>
              <a:rPr dirty="0" spc="-10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TypeScript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b="0">
                <a:latin typeface="Calibri"/>
                <a:cs typeface="Calibri"/>
              </a:rPr>
              <a:t>By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default,</a:t>
            </a:r>
            <a:r>
              <a:rPr dirty="0" spc="-50" b="0">
                <a:latin typeface="Calibri"/>
                <a:cs typeface="Calibri"/>
              </a:rPr>
              <a:t> </a:t>
            </a:r>
            <a:r>
              <a:rPr dirty="0" spc="-20" b="0">
                <a:latin typeface="Calibri"/>
                <a:cs typeface="Calibri"/>
              </a:rPr>
              <a:t>TypeScript</a:t>
            </a:r>
            <a:r>
              <a:rPr dirty="0" spc="-2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offers</a:t>
            </a:r>
            <a:r>
              <a:rPr dirty="0" spc="-5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an</a:t>
            </a:r>
            <a:r>
              <a:rPr dirty="0" spc="-60" b="0">
                <a:latin typeface="Calibri"/>
                <a:cs typeface="Calibri"/>
              </a:rPr>
              <a:t> </a:t>
            </a:r>
            <a:r>
              <a:rPr dirty="0" spc="-25" b="0">
                <a:latin typeface="Calibri"/>
                <a:cs typeface="Calibri"/>
              </a:rPr>
              <a:t>opt-</a:t>
            </a:r>
            <a:r>
              <a:rPr dirty="0" b="0">
                <a:latin typeface="Calibri"/>
                <a:cs typeface="Calibri"/>
              </a:rPr>
              <a:t>in</a:t>
            </a:r>
            <a:r>
              <a:rPr dirty="0" spc="-4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experience</a:t>
            </a:r>
          </a:p>
          <a:p>
            <a:pPr lvl="1" marL="696595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Types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optional,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precise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cannot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inferred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strict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inferred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noImplicitAny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flag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pc="-110" b="0">
                <a:latin typeface="Calibri"/>
                <a:cs typeface="Calibri"/>
              </a:rPr>
              <a:t>To</a:t>
            </a:r>
            <a:r>
              <a:rPr dirty="0" spc="-5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avoid</a:t>
            </a:r>
            <a:r>
              <a:rPr dirty="0" spc="-11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being</a:t>
            </a:r>
            <a:r>
              <a:rPr dirty="0" spc="-7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too</a:t>
            </a:r>
            <a:r>
              <a:rPr dirty="0" spc="-8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intrusive,</a:t>
            </a:r>
            <a:r>
              <a:rPr dirty="0" spc="-5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some</a:t>
            </a:r>
            <a:r>
              <a:rPr dirty="0" spc="-7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checks</a:t>
            </a:r>
            <a:r>
              <a:rPr dirty="0" spc="-6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are</a:t>
            </a:r>
            <a:r>
              <a:rPr dirty="0" spc="-8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disabled</a:t>
            </a:r>
            <a:r>
              <a:rPr dirty="0" spc="-5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by</a:t>
            </a:r>
            <a:r>
              <a:rPr dirty="0" spc="-7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default</a:t>
            </a:r>
          </a:p>
          <a:p>
            <a:pPr lvl="1" marL="696595" indent="-227329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null</a:t>
            </a:r>
            <a:r>
              <a:rPr dirty="0" sz="24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undefined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assigned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endParaRPr sz="24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4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Forgetting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explicitly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handle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null/undefined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cause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countless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bugs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world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(some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billion</a:t>
            </a:r>
            <a:r>
              <a:rPr dirty="0" u="sng" sz="24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4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dollar</a:t>
            </a:r>
            <a:r>
              <a:rPr dirty="0" u="sng" sz="24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mistake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!)</a:t>
            </a:r>
            <a:endParaRPr sz="2400">
              <a:latin typeface="Calibri"/>
              <a:cs typeface="Calibri"/>
            </a:endParaRPr>
          </a:p>
          <a:p>
            <a:pPr lvl="1" marL="696595" marR="664845" indent="-227329">
              <a:lnSpc>
                <a:spcPts val="2590"/>
              </a:lnSpc>
              <a:spcBef>
                <a:spcPts val="50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strictNullChecks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flag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ensure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null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undefined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values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explicitly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handled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7806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75"/>
              <a:t> </a:t>
            </a:r>
            <a:r>
              <a:rPr dirty="0" spc="-275"/>
              <a:t>STRICT</a:t>
            </a:r>
            <a:r>
              <a:rPr dirty="0" spc="45"/>
              <a:t> </a:t>
            </a:r>
            <a:r>
              <a:rPr dirty="0"/>
              <a:t>NULL</a:t>
            </a:r>
            <a:r>
              <a:rPr dirty="0" spc="60"/>
              <a:t> </a:t>
            </a:r>
            <a:r>
              <a:rPr dirty="0" spc="-10"/>
              <a:t>CHECKS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748027"/>
            <a:ext cx="10427335" cy="4247515"/>
          </a:xfrm>
          <a:custGeom>
            <a:avLst/>
            <a:gdLst/>
            <a:ahLst/>
            <a:cxnLst/>
            <a:rect l="l" t="t" r="r" b="b"/>
            <a:pathLst>
              <a:path w="10427335" h="4247515">
                <a:moveTo>
                  <a:pt x="0" y="4247388"/>
                </a:moveTo>
                <a:lnTo>
                  <a:pt x="10427208" y="4247388"/>
                </a:lnTo>
                <a:lnTo>
                  <a:pt x="10427208" y="0"/>
                </a:lnTo>
                <a:lnTo>
                  <a:pt x="0" y="0"/>
                </a:lnTo>
                <a:lnTo>
                  <a:pt x="0" y="4247388"/>
                </a:lnTo>
                <a:close/>
              </a:path>
            </a:pathLst>
          </a:custGeom>
          <a:ln w="12699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767027"/>
            <a:ext cx="8683625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CustomCollection&lt;T&gt;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list: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T[]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[];</a:t>
            </a:r>
            <a:endParaRPr sz="1800">
              <a:latin typeface="Consolas"/>
              <a:cs typeface="Consolas"/>
            </a:endParaRPr>
          </a:p>
          <a:p>
            <a:pPr marL="512445" marR="3272790" indent="-25019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add: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(x: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number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(element: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T)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.list.push(element);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 marR="314833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CustomCollection&lt;string&gt;(); </a:t>
            </a:r>
            <a:r>
              <a:rPr dirty="0" sz="1800">
                <a:latin typeface="Consolas"/>
                <a:cs typeface="Consolas"/>
              </a:rPr>
              <a:t>x.add(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"Sam"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8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x.add(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"Cliff"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x.add(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"Mama"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character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x.list.find((val: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string)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val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===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"Amelie"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console.log(character.toUpperCase());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//character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might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undefined!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9206230" y="1409446"/>
            <a:ext cx="2110105" cy="345440"/>
            <a:chOff x="9206230" y="1409446"/>
            <a:chExt cx="2110105" cy="345440"/>
          </a:xfrm>
        </p:grpSpPr>
        <p:sp>
          <p:nvSpPr>
            <p:cNvPr id="6" name="object 6" descr=""/>
            <p:cNvSpPr/>
            <p:nvPr/>
          </p:nvSpPr>
          <p:spPr>
            <a:xfrm>
              <a:off x="9212580" y="1415796"/>
              <a:ext cx="2097405" cy="332740"/>
            </a:xfrm>
            <a:custGeom>
              <a:avLst/>
              <a:gdLst/>
              <a:ahLst/>
              <a:cxnLst/>
              <a:rect l="l" t="t" r="r" b="b"/>
              <a:pathLst>
                <a:path w="2097404" h="332739">
                  <a:moveTo>
                    <a:pt x="2097024" y="0"/>
                  </a:moveTo>
                  <a:lnTo>
                    <a:pt x="0" y="0"/>
                  </a:lnTo>
                  <a:lnTo>
                    <a:pt x="0" y="332232"/>
                  </a:lnTo>
                  <a:lnTo>
                    <a:pt x="2097024" y="332232"/>
                  </a:lnTo>
                  <a:lnTo>
                    <a:pt x="2097024" y="0"/>
                  </a:lnTo>
                  <a:close/>
                </a:path>
              </a:pathLst>
            </a:custGeom>
            <a:solidFill>
              <a:srgbClr val="006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212580" y="1415796"/>
              <a:ext cx="2097405" cy="332740"/>
            </a:xfrm>
            <a:custGeom>
              <a:avLst/>
              <a:gdLst/>
              <a:ahLst/>
              <a:cxnLst/>
              <a:rect l="l" t="t" r="r" b="b"/>
              <a:pathLst>
                <a:path w="2097404" h="332739">
                  <a:moveTo>
                    <a:pt x="0" y="332232"/>
                  </a:moveTo>
                  <a:lnTo>
                    <a:pt x="2097024" y="332232"/>
                  </a:lnTo>
                  <a:lnTo>
                    <a:pt x="2097024" y="0"/>
                  </a:lnTo>
                  <a:lnTo>
                    <a:pt x="0" y="0"/>
                  </a:lnTo>
                  <a:lnTo>
                    <a:pt x="0" y="332232"/>
                  </a:lnTo>
                  <a:close/>
                </a:path>
              </a:pathLst>
            </a:custGeom>
            <a:ln w="12700">
              <a:solidFill>
                <a:srgbClr val="0025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9902443" y="1416507"/>
            <a:ext cx="7188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strict.ts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57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30"/>
              <a:t> </a:t>
            </a:r>
            <a:r>
              <a:rPr dirty="0"/>
              <a:t>Libero</a:t>
            </a:r>
            <a:r>
              <a:rPr dirty="0" spc="-30"/>
              <a:t> </a:t>
            </a:r>
            <a:r>
              <a:rPr dirty="0"/>
              <a:t>Lucio Starace,</a:t>
            </a:r>
            <a:r>
              <a:rPr dirty="0" spc="-15"/>
              <a:t> </a:t>
            </a:r>
            <a:r>
              <a:rPr dirty="0"/>
              <a:t>Ph.D.</a:t>
            </a:r>
            <a:r>
              <a:rPr dirty="0" spc="-20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Naples</a:t>
            </a:r>
            <a:r>
              <a:rPr dirty="0" spc="-20"/>
              <a:t> </a:t>
            </a:r>
            <a:r>
              <a:rPr dirty="0"/>
              <a:t>Federico</a:t>
            </a:r>
            <a:r>
              <a:rPr dirty="0" spc="-10"/>
              <a:t> </a:t>
            </a:r>
            <a:r>
              <a:rPr dirty="0"/>
              <a:t>II -</a:t>
            </a:r>
            <a:r>
              <a:rPr dirty="0" spc="-15"/>
              <a:t> </a:t>
            </a:r>
            <a:r>
              <a:rPr dirty="0"/>
              <a:t>Web</a:t>
            </a:r>
            <a:r>
              <a:rPr dirty="0" spc="-10"/>
              <a:t> Technologies</a:t>
            </a:r>
            <a:r>
              <a:rPr dirty="0" spc="-20"/>
              <a:t> </a:t>
            </a:r>
            <a:r>
              <a:rPr dirty="0"/>
              <a:t>Course -</a:t>
            </a:r>
            <a:r>
              <a:rPr dirty="0" spc="-15"/>
              <a:t> </a:t>
            </a:r>
            <a:r>
              <a:rPr dirty="0"/>
              <a:t>Lecture</a:t>
            </a:r>
            <a:r>
              <a:rPr dirty="0" spc="-25"/>
              <a:t> </a:t>
            </a:r>
            <a:r>
              <a:rPr dirty="0"/>
              <a:t>16 -</a:t>
            </a:r>
            <a:r>
              <a:rPr dirty="0" spc="-15"/>
              <a:t> </a:t>
            </a:r>
            <a:r>
              <a:rPr dirty="0" spc="-10"/>
              <a:t>TypeScript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57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77806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TYPESCRIPT:</a:t>
            </a:r>
            <a:r>
              <a:rPr dirty="0" spc="75"/>
              <a:t> </a:t>
            </a:r>
            <a:r>
              <a:rPr dirty="0" spc="-275"/>
              <a:t>STRICT</a:t>
            </a:r>
            <a:r>
              <a:rPr dirty="0" spc="45"/>
              <a:t> </a:t>
            </a:r>
            <a:r>
              <a:rPr dirty="0"/>
              <a:t>NULL</a:t>
            </a:r>
            <a:r>
              <a:rPr dirty="0" spc="60"/>
              <a:t> </a:t>
            </a:r>
            <a:r>
              <a:rPr dirty="0" spc="-10"/>
              <a:t>CHECKS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2301239"/>
            <a:ext cx="10427335" cy="3139440"/>
          </a:xfrm>
          <a:prstGeom prst="rect">
            <a:avLst/>
          </a:prstGeom>
          <a:solidFill>
            <a:srgbClr val="282C34"/>
          </a:solidFill>
        </p:spPr>
        <p:txBody>
          <a:bodyPr wrap="square" lIns="0" tIns="3429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0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34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45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4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Consolas"/>
                <a:cs typeface="Consolas"/>
              </a:rPr>
              <a:t>-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target</a:t>
            </a:r>
            <a:r>
              <a:rPr dirty="0" sz="1800" spc="-4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es6</a:t>
            </a:r>
            <a:r>
              <a:rPr dirty="0" sz="1800" spc="-5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.\strict.ts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800">
              <a:latin typeface="Consolas"/>
              <a:cs typeface="Consolas"/>
            </a:endParaRPr>
          </a:p>
          <a:p>
            <a:pPr marL="92075" marR="319405">
              <a:lnSpc>
                <a:spcPts val="2150"/>
              </a:lnSpc>
            </a:pP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@luigi</a:t>
            </a:r>
            <a:r>
              <a:rPr dirty="0" sz="1800" spc="-4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CD681"/>
                </a:solidFill>
                <a:latin typeface="Segoe UI Symbol"/>
                <a:cs typeface="Segoe UI Symbol"/>
              </a:rPr>
              <a:t>➜</a:t>
            </a:r>
            <a:r>
              <a:rPr dirty="0" sz="1800" spc="425">
                <a:solidFill>
                  <a:srgbClr val="5CD681"/>
                </a:solidFill>
                <a:latin typeface="Segoe UI Symbol"/>
                <a:cs typeface="Segoe UI Symbol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D/O/T/W/2/e/TypeScript</a:t>
            </a:r>
            <a:r>
              <a:rPr dirty="0" sz="1800" spc="-1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$</a:t>
            </a:r>
            <a:r>
              <a:rPr dirty="0" sz="1800" spc="-50">
                <a:solidFill>
                  <a:srgbClr val="55B5C2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D6B576"/>
                </a:solidFill>
                <a:latin typeface="Consolas"/>
                <a:cs typeface="Consolas"/>
              </a:rPr>
              <a:t>tsc</a:t>
            </a:r>
            <a:r>
              <a:rPr dirty="0" sz="1800" spc="-55">
                <a:solidFill>
                  <a:srgbClr val="D6B576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Consolas"/>
                <a:cs typeface="Consolas"/>
              </a:rPr>
              <a:t>-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target</a:t>
            </a:r>
            <a:r>
              <a:rPr dirty="0" sz="1800" spc="-40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es6</a:t>
            </a:r>
            <a:r>
              <a:rPr dirty="0" sz="1800" spc="-55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BEBEBE"/>
                </a:solidFill>
                <a:latin typeface="Consolas"/>
                <a:cs typeface="Consolas"/>
              </a:rPr>
              <a:t>-</a:t>
            </a:r>
            <a:r>
              <a:rPr dirty="0" sz="1800">
                <a:solidFill>
                  <a:srgbClr val="BEBEBE"/>
                </a:solidFill>
                <a:latin typeface="Consolas"/>
                <a:cs typeface="Consolas"/>
              </a:rPr>
              <a:t>strictNullChecks</a:t>
            </a:r>
            <a:r>
              <a:rPr dirty="0" sz="1800" spc="5">
                <a:solidFill>
                  <a:srgbClr val="BEBEBE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.\strict.ts </a:t>
            </a:r>
            <a:r>
              <a:rPr dirty="0" sz="1800">
                <a:solidFill>
                  <a:srgbClr val="55B5C2"/>
                </a:solidFill>
                <a:latin typeface="Consolas"/>
                <a:cs typeface="Consolas"/>
              </a:rPr>
              <a:t>strict.ts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13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>
                <a:solidFill>
                  <a:srgbClr val="EFDB4F"/>
                </a:solidFill>
                <a:latin typeface="Consolas"/>
                <a:cs typeface="Consolas"/>
              </a:rPr>
              <a:t>13</a:t>
            </a:r>
            <a:r>
              <a:rPr dirty="0" sz="1800" spc="-55">
                <a:solidFill>
                  <a:srgbClr val="EFDB4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-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error</a:t>
            </a:r>
            <a:r>
              <a:rPr dirty="0" sz="1800" spc="-35">
                <a:solidFill>
                  <a:srgbClr val="E6646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66464"/>
                </a:solidFill>
                <a:latin typeface="Consolas"/>
                <a:cs typeface="Consolas"/>
              </a:rPr>
              <a:t>TS18048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'character'</a:t>
            </a:r>
            <a:r>
              <a:rPr dirty="0" sz="18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possibly</a:t>
            </a:r>
            <a:r>
              <a:rPr dirty="0" sz="18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'undefined'.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2090"/>
              </a:spcBef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13</a:t>
            </a:r>
            <a:r>
              <a:rPr dirty="0" sz="1800" spc="-2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console.log(character.toUpperCase());</a:t>
            </a:r>
            <a:endParaRPr sz="1800">
              <a:latin typeface="Consolas"/>
              <a:cs typeface="Consolas"/>
            </a:endParaRPr>
          </a:p>
          <a:p>
            <a:pPr marL="1971039">
              <a:lnSpc>
                <a:spcPct val="100000"/>
              </a:lnSpc>
            </a:pPr>
            <a:r>
              <a:rPr dirty="0" sz="1800" spc="-10">
                <a:solidFill>
                  <a:srgbClr val="E66464"/>
                </a:solidFill>
                <a:latin typeface="Consolas"/>
                <a:cs typeface="Consolas"/>
              </a:rPr>
              <a:t>~~~~~~~~~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Found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1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error</a:t>
            </a:r>
            <a:r>
              <a:rPr dirty="0" sz="18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FFFFFF"/>
                </a:solidFill>
                <a:latin typeface="Consolas"/>
                <a:cs typeface="Consolas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nsolas"/>
                <a:cs typeface="Consolas"/>
              </a:rPr>
              <a:t>strict.ts:13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51676" y="3549408"/>
            <a:ext cx="3197225" cy="2564765"/>
          </a:xfrm>
          <a:custGeom>
            <a:avLst/>
            <a:gdLst/>
            <a:ahLst/>
            <a:cxnLst/>
            <a:rect l="l" t="t" r="r" b="b"/>
            <a:pathLst>
              <a:path w="3197225" h="2564765">
                <a:moveTo>
                  <a:pt x="391439" y="219443"/>
                </a:moveTo>
                <a:lnTo>
                  <a:pt x="349440" y="187439"/>
                </a:lnTo>
                <a:lnTo>
                  <a:pt x="311251" y="154787"/>
                </a:lnTo>
                <a:lnTo>
                  <a:pt x="277329" y="120624"/>
                </a:lnTo>
                <a:lnTo>
                  <a:pt x="248094" y="84035"/>
                </a:lnTo>
                <a:lnTo>
                  <a:pt x="224002" y="44132"/>
                </a:lnTo>
                <a:lnTo>
                  <a:pt x="205511" y="0"/>
                </a:lnTo>
                <a:lnTo>
                  <a:pt x="181305" y="38862"/>
                </a:lnTo>
                <a:lnTo>
                  <a:pt x="153746" y="79044"/>
                </a:lnTo>
                <a:lnTo>
                  <a:pt x="123304" y="118859"/>
                </a:lnTo>
                <a:lnTo>
                  <a:pt x="90474" y="156654"/>
                </a:lnTo>
                <a:lnTo>
                  <a:pt x="55727" y="190741"/>
                </a:lnTo>
                <a:lnTo>
                  <a:pt x="19583" y="219443"/>
                </a:lnTo>
                <a:lnTo>
                  <a:pt x="66560" y="253288"/>
                </a:lnTo>
                <a:lnTo>
                  <a:pt x="107175" y="286029"/>
                </a:lnTo>
                <a:lnTo>
                  <a:pt x="141401" y="319316"/>
                </a:lnTo>
                <a:lnTo>
                  <a:pt x="169214" y="354799"/>
                </a:lnTo>
                <a:lnTo>
                  <a:pt x="190588" y="394119"/>
                </a:lnTo>
                <a:lnTo>
                  <a:pt x="205511" y="438899"/>
                </a:lnTo>
                <a:lnTo>
                  <a:pt x="226174" y="392722"/>
                </a:lnTo>
                <a:lnTo>
                  <a:pt x="252323" y="349580"/>
                </a:lnTo>
                <a:lnTo>
                  <a:pt x="282943" y="310083"/>
                </a:lnTo>
                <a:lnTo>
                  <a:pt x="317004" y="274815"/>
                </a:lnTo>
                <a:lnTo>
                  <a:pt x="353517" y="244411"/>
                </a:lnTo>
                <a:lnTo>
                  <a:pt x="391439" y="219443"/>
                </a:lnTo>
                <a:close/>
              </a:path>
              <a:path w="3197225" h="2564765">
                <a:moveTo>
                  <a:pt x="1653768" y="205803"/>
                </a:moveTo>
                <a:lnTo>
                  <a:pt x="1650263" y="146164"/>
                </a:lnTo>
                <a:lnTo>
                  <a:pt x="1634490" y="110032"/>
                </a:lnTo>
                <a:lnTo>
                  <a:pt x="1595399" y="91427"/>
                </a:lnTo>
                <a:lnTo>
                  <a:pt x="1575765" y="94437"/>
                </a:lnTo>
                <a:lnTo>
                  <a:pt x="1557439" y="107797"/>
                </a:lnTo>
                <a:lnTo>
                  <a:pt x="1544370" y="126669"/>
                </a:lnTo>
                <a:lnTo>
                  <a:pt x="1540535" y="146164"/>
                </a:lnTo>
                <a:lnTo>
                  <a:pt x="1541310" y="208064"/>
                </a:lnTo>
                <a:lnTo>
                  <a:pt x="1540357" y="259384"/>
                </a:lnTo>
                <a:lnTo>
                  <a:pt x="1536738" y="347840"/>
                </a:lnTo>
                <a:lnTo>
                  <a:pt x="1535887" y="393712"/>
                </a:lnTo>
                <a:lnTo>
                  <a:pt x="1536852" y="446532"/>
                </a:lnTo>
                <a:lnTo>
                  <a:pt x="1540535" y="510654"/>
                </a:lnTo>
                <a:lnTo>
                  <a:pt x="1557769" y="551649"/>
                </a:lnTo>
                <a:lnTo>
                  <a:pt x="1595399" y="565391"/>
                </a:lnTo>
                <a:lnTo>
                  <a:pt x="1617256" y="557580"/>
                </a:lnTo>
                <a:lnTo>
                  <a:pt x="1634540" y="546176"/>
                </a:lnTo>
                <a:lnTo>
                  <a:pt x="1645970" y="530694"/>
                </a:lnTo>
                <a:lnTo>
                  <a:pt x="1650263" y="510654"/>
                </a:lnTo>
                <a:lnTo>
                  <a:pt x="1644230" y="445566"/>
                </a:lnTo>
                <a:lnTo>
                  <a:pt x="1643392" y="391680"/>
                </a:lnTo>
                <a:lnTo>
                  <a:pt x="1645831" y="344881"/>
                </a:lnTo>
                <a:lnTo>
                  <a:pt x="1649641" y="301040"/>
                </a:lnTo>
                <a:lnTo>
                  <a:pt x="1652917" y="256057"/>
                </a:lnTo>
                <a:lnTo>
                  <a:pt x="1653768" y="205803"/>
                </a:lnTo>
                <a:close/>
              </a:path>
              <a:path w="3197225" h="2564765">
                <a:moveTo>
                  <a:pt x="3197123" y="2132800"/>
                </a:moveTo>
                <a:lnTo>
                  <a:pt x="3182620" y="2081999"/>
                </a:lnTo>
                <a:lnTo>
                  <a:pt x="3175419" y="2031199"/>
                </a:lnTo>
                <a:lnTo>
                  <a:pt x="3171037" y="1980399"/>
                </a:lnTo>
                <a:lnTo>
                  <a:pt x="3168675" y="1929599"/>
                </a:lnTo>
                <a:lnTo>
                  <a:pt x="3167545" y="1866099"/>
                </a:lnTo>
                <a:lnTo>
                  <a:pt x="3166846" y="1802599"/>
                </a:lnTo>
                <a:lnTo>
                  <a:pt x="3165779" y="1751799"/>
                </a:lnTo>
                <a:lnTo>
                  <a:pt x="3163557" y="1688299"/>
                </a:lnTo>
                <a:lnTo>
                  <a:pt x="3159391" y="1637499"/>
                </a:lnTo>
                <a:lnTo>
                  <a:pt x="3152470" y="1599399"/>
                </a:lnTo>
                <a:lnTo>
                  <a:pt x="3142005" y="1561299"/>
                </a:lnTo>
                <a:lnTo>
                  <a:pt x="3133433" y="1535899"/>
                </a:lnTo>
                <a:lnTo>
                  <a:pt x="3128314" y="1497799"/>
                </a:lnTo>
                <a:lnTo>
                  <a:pt x="3125914" y="1459699"/>
                </a:lnTo>
                <a:lnTo>
                  <a:pt x="3125444" y="1408899"/>
                </a:lnTo>
                <a:lnTo>
                  <a:pt x="3126181" y="1358099"/>
                </a:lnTo>
                <a:lnTo>
                  <a:pt x="3127337" y="1307299"/>
                </a:lnTo>
                <a:lnTo>
                  <a:pt x="3128162" y="1243799"/>
                </a:lnTo>
                <a:lnTo>
                  <a:pt x="3127921" y="1192999"/>
                </a:lnTo>
                <a:lnTo>
                  <a:pt x="3125825" y="1129499"/>
                </a:lnTo>
                <a:lnTo>
                  <a:pt x="3121152" y="1078699"/>
                </a:lnTo>
                <a:lnTo>
                  <a:pt x="3113113" y="1027899"/>
                </a:lnTo>
                <a:lnTo>
                  <a:pt x="3100971" y="977099"/>
                </a:lnTo>
                <a:lnTo>
                  <a:pt x="3083966" y="938999"/>
                </a:lnTo>
                <a:lnTo>
                  <a:pt x="3054604" y="888199"/>
                </a:lnTo>
                <a:lnTo>
                  <a:pt x="3033687" y="875499"/>
                </a:lnTo>
                <a:lnTo>
                  <a:pt x="2984030" y="875499"/>
                </a:lnTo>
                <a:lnTo>
                  <a:pt x="2969895" y="862799"/>
                </a:lnTo>
                <a:lnTo>
                  <a:pt x="2956331" y="875499"/>
                </a:lnTo>
                <a:lnTo>
                  <a:pt x="2944418" y="824699"/>
                </a:lnTo>
                <a:lnTo>
                  <a:pt x="2942983" y="799299"/>
                </a:lnTo>
                <a:lnTo>
                  <a:pt x="2942259" y="786599"/>
                </a:lnTo>
                <a:lnTo>
                  <a:pt x="2944241" y="748499"/>
                </a:lnTo>
                <a:lnTo>
                  <a:pt x="2944711" y="710399"/>
                </a:lnTo>
                <a:lnTo>
                  <a:pt x="2938043" y="659599"/>
                </a:lnTo>
                <a:lnTo>
                  <a:pt x="2908833" y="659599"/>
                </a:lnTo>
                <a:lnTo>
                  <a:pt x="2908833" y="1942299"/>
                </a:lnTo>
                <a:lnTo>
                  <a:pt x="2885490" y="1954999"/>
                </a:lnTo>
                <a:lnTo>
                  <a:pt x="2858960" y="1967699"/>
                </a:lnTo>
                <a:lnTo>
                  <a:pt x="2829369" y="1967699"/>
                </a:lnTo>
                <a:lnTo>
                  <a:pt x="2796908" y="1980399"/>
                </a:lnTo>
                <a:lnTo>
                  <a:pt x="2761742" y="1993099"/>
                </a:lnTo>
                <a:lnTo>
                  <a:pt x="2724023" y="2005799"/>
                </a:lnTo>
                <a:lnTo>
                  <a:pt x="2683929" y="2018499"/>
                </a:lnTo>
                <a:lnTo>
                  <a:pt x="2641612" y="2018499"/>
                </a:lnTo>
                <a:lnTo>
                  <a:pt x="2551023" y="2043899"/>
                </a:lnTo>
                <a:lnTo>
                  <a:pt x="2503055" y="2056599"/>
                </a:lnTo>
                <a:lnTo>
                  <a:pt x="2402649" y="2081999"/>
                </a:lnTo>
                <a:lnTo>
                  <a:pt x="2350541" y="2107400"/>
                </a:lnTo>
                <a:lnTo>
                  <a:pt x="2188527" y="2145500"/>
                </a:lnTo>
                <a:lnTo>
                  <a:pt x="2133181" y="2170900"/>
                </a:lnTo>
                <a:lnTo>
                  <a:pt x="2077453" y="2183600"/>
                </a:lnTo>
                <a:lnTo>
                  <a:pt x="1744103" y="2336000"/>
                </a:lnTo>
                <a:lnTo>
                  <a:pt x="1690268" y="2374100"/>
                </a:lnTo>
                <a:lnTo>
                  <a:pt x="1701380" y="2361400"/>
                </a:lnTo>
                <a:lnTo>
                  <a:pt x="1745869" y="2310600"/>
                </a:lnTo>
                <a:lnTo>
                  <a:pt x="1802955" y="2272500"/>
                </a:lnTo>
                <a:lnTo>
                  <a:pt x="1861172" y="2221700"/>
                </a:lnTo>
                <a:lnTo>
                  <a:pt x="1920201" y="2183600"/>
                </a:lnTo>
                <a:lnTo>
                  <a:pt x="2098662" y="2069299"/>
                </a:lnTo>
                <a:lnTo>
                  <a:pt x="2215388" y="2018499"/>
                </a:lnTo>
                <a:lnTo>
                  <a:pt x="2272068" y="1993099"/>
                </a:lnTo>
                <a:lnTo>
                  <a:pt x="2327160" y="1967699"/>
                </a:lnTo>
                <a:lnTo>
                  <a:pt x="2380335" y="1954999"/>
                </a:lnTo>
                <a:lnTo>
                  <a:pt x="2431237" y="1929599"/>
                </a:lnTo>
                <a:lnTo>
                  <a:pt x="2479548" y="1916899"/>
                </a:lnTo>
                <a:lnTo>
                  <a:pt x="2524912" y="1904199"/>
                </a:lnTo>
                <a:lnTo>
                  <a:pt x="2567000" y="1891499"/>
                </a:lnTo>
                <a:lnTo>
                  <a:pt x="2605468" y="1878799"/>
                </a:lnTo>
                <a:lnTo>
                  <a:pt x="2639974" y="1878799"/>
                </a:lnTo>
                <a:lnTo>
                  <a:pt x="2670175" y="1866099"/>
                </a:lnTo>
                <a:lnTo>
                  <a:pt x="2695727" y="1866099"/>
                </a:lnTo>
                <a:lnTo>
                  <a:pt x="2716301" y="1853399"/>
                </a:lnTo>
                <a:lnTo>
                  <a:pt x="2795447" y="1853399"/>
                </a:lnTo>
                <a:lnTo>
                  <a:pt x="2813964" y="1840699"/>
                </a:lnTo>
                <a:lnTo>
                  <a:pt x="2807068" y="1802599"/>
                </a:lnTo>
                <a:lnTo>
                  <a:pt x="2803055" y="1764499"/>
                </a:lnTo>
                <a:lnTo>
                  <a:pt x="2801061" y="1713699"/>
                </a:lnTo>
                <a:lnTo>
                  <a:pt x="2800210" y="1662899"/>
                </a:lnTo>
                <a:lnTo>
                  <a:pt x="2800096" y="1650199"/>
                </a:lnTo>
                <a:lnTo>
                  <a:pt x="2799981" y="1637499"/>
                </a:lnTo>
                <a:lnTo>
                  <a:pt x="2799880" y="1624799"/>
                </a:lnTo>
                <a:lnTo>
                  <a:pt x="2799765" y="1612099"/>
                </a:lnTo>
                <a:lnTo>
                  <a:pt x="2799651" y="1599399"/>
                </a:lnTo>
                <a:lnTo>
                  <a:pt x="2798534" y="1548599"/>
                </a:lnTo>
                <a:lnTo>
                  <a:pt x="2795981" y="1497799"/>
                </a:lnTo>
                <a:lnTo>
                  <a:pt x="2791142" y="1446999"/>
                </a:lnTo>
                <a:lnTo>
                  <a:pt x="2783154" y="1396199"/>
                </a:lnTo>
                <a:lnTo>
                  <a:pt x="2771165" y="1358099"/>
                </a:lnTo>
                <a:lnTo>
                  <a:pt x="2760624" y="1319999"/>
                </a:lnTo>
                <a:lnTo>
                  <a:pt x="2754338" y="1269199"/>
                </a:lnTo>
                <a:lnTo>
                  <a:pt x="2751302" y="1218399"/>
                </a:lnTo>
                <a:lnTo>
                  <a:pt x="2750489" y="1180299"/>
                </a:lnTo>
                <a:lnTo>
                  <a:pt x="2750655" y="1154899"/>
                </a:lnTo>
                <a:lnTo>
                  <a:pt x="2750731" y="1142199"/>
                </a:lnTo>
                <a:lnTo>
                  <a:pt x="2750820" y="1129499"/>
                </a:lnTo>
                <a:lnTo>
                  <a:pt x="2750896" y="1116799"/>
                </a:lnTo>
                <a:lnTo>
                  <a:pt x="2751531" y="1065999"/>
                </a:lnTo>
                <a:lnTo>
                  <a:pt x="2751417" y="1027899"/>
                </a:lnTo>
                <a:lnTo>
                  <a:pt x="2751378" y="1015199"/>
                </a:lnTo>
                <a:lnTo>
                  <a:pt x="2749435" y="964399"/>
                </a:lnTo>
                <a:lnTo>
                  <a:pt x="2744686" y="900899"/>
                </a:lnTo>
                <a:lnTo>
                  <a:pt x="2736138" y="850099"/>
                </a:lnTo>
                <a:lnTo>
                  <a:pt x="2722778" y="799299"/>
                </a:lnTo>
                <a:lnTo>
                  <a:pt x="2799359" y="799299"/>
                </a:lnTo>
                <a:lnTo>
                  <a:pt x="2814536" y="850099"/>
                </a:lnTo>
                <a:lnTo>
                  <a:pt x="2825699" y="888199"/>
                </a:lnTo>
                <a:lnTo>
                  <a:pt x="2833484" y="938999"/>
                </a:lnTo>
                <a:lnTo>
                  <a:pt x="2838488" y="977099"/>
                </a:lnTo>
                <a:lnTo>
                  <a:pt x="2841371" y="1015199"/>
                </a:lnTo>
                <a:lnTo>
                  <a:pt x="2842717" y="1065999"/>
                </a:lnTo>
                <a:lnTo>
                  <a:pt x="2843187" y="1104099"/>
                </a:lnTo>
                <a:lnTo>
                  <a:pt x="2843403" y="1154899"/>
                </a:lnTo>
                <a:lnTo>
                  <a:pt x="2843961" y="1205699"/>
                </a:lnTo>
                <a:lnTo>
                  <a:pt x="2845524" y="1256499"/>
                </a:lnTo>
                <a:lnTo>
                  <a:pt x="2848686" y="1307299"/>
                </a:lnTo>
                <a:lnTo>
                  <a:pt x="2854096" y="1370799"/>
                </a:lnTo>
                <a:lnTo>
                  <a:pt x="2860789" y="1434299"/>
                </a:lnTo>
                <a:lnTo>
                  <a:pt x="2866301" y="1485099"/>
                </a:lnTo>
                <a:lnTo>
                  <a:pt x="2870911" y="1535899"/>
                </a:lnTo>
                <a:lnTo>
                  <a:pt x="2874886" y="1586699"/>
                </a:lnTo>
                <a:lnTo>
                  <a:pt x="2882112" y="1675599"/>
                </a:lnTo>
                <a:lnTo>
                  <a:pt x="2885910" y="1726399"/>
                </a:lnTo>
                <a:lnTo>
                  <a:pt x="2890202" y="1777199"/>
                </a:lnTo>
                <a:lnTo>
                  <a:pt x="2895257" y="1827999"/>
                </a:lnTo>
                <a:lnTo>
                  <a:pt x="2901378" y="1878799"/>
                </a:lnTo>
                <a:lnTo>
                  <a:pt x="2908833" y="1942299"/>
                </a:lnTo>
                <a:lnTo>
                  <a:pt x="2908833" y="659599"/>
                </a:lnTo>
                <a:lnTo>
                  <a:pt x="2711856" y="659599"/>
                </a:lnTo>
                <a:lnTo>
                  <a:pt x="2702598" y="608799"/>
                </a:lnTo>
                <a:lnTo>
                  <a:pt x="2702077" y="583399"/>
                </a:lnTo>
                <a:lnTo>
                  <a:pt x="2701569" y="557999"/>
                </a:lnTo>
                <a:lnTo>
                  <a:pt x="2701442" y="545299"/>
                </a:lnTo>
                <a:lnTo>
                  <a:pt x="2701328" y="532599"/>
                </a:lnTo>
                <a:lnTo>
                  <a:pt x="2701213" y="519899"/>
                </a:lnTo>
                <a:lnTo>
                  <a:pt x="2701099" y="507199"/>
                </a:lnTo>
                <a:lnTo>
                  <a:pt x="2693568" y="469099"/>
                </a:lnTo>
                <a:lnTo>
                  <a:pt x="2682138" y="456399"/>
                </a:lnTo>
                <a:lnTo>
                  <a:pt x="2657119" y="456399"/>
                </a:lnTo>
                <a:lnTo>
                  <a:pt x="2657119" y="1713699"/>
                </a:lnTo>
                <a:lnTo>
                  <a:pt x="2631236" y="1726399"/>
                </a:lnTo>
                <a:lnTo>
                  <a:pt x="2573972" y="1726399"/>
                </a:lnTo>
                <a:lnTo>
                  <a:pt x="2542603" y="1739099"/>
                </a:lnTo>
                <a:lnTo>
                  <a:pt x="2509393" y="1739099"/>
                </a:lnTo>
                <a:lnTo>
                  <a:pt x="2437511" y="1764499"/>
                </a:lnTo>
                <a:lnTo>
                  <a:pt x="2398839" y="1777199"/>
                </a:lnTo>
                <a:lnTo>
                  <a:pt x="2358352" y="1789899"/>
                </a:lnTo>
                <a:lnTo>
                  <a:pt x="2316061" y="1802599"/>
                </a:lnTo>
                <a:lnTo>
                  <a:pt x="2271953" y="1827999"/>
                </a:lnTo>
                <a:lnTo>
                  <a:pt x="2226043" y="1840699"/>
                </a:lnTo>
                <a:lnTo>
                  <a:pt x="2178329" y="1866099"/>
                </a:lnTo>
                <a:lnTo>
                  <a:pt x="2128812" y="1891499"/>
                </a:lnTo>
                <a:lnTo>
                  <a:pt x="2077504" y="1916899"/>
                </a:lnTo>
                <a:lnTo>
                  <a:pt x="2024392" y="1954999"/>
                </a:lnTo>
                <a:lnTo>
                  <a:pt x="1969503" y="1980399"/>
                </a:lnTo>
                <a:lnTo>
                  <a:pt x="1912823" y="2018499"/>
                </a:lnTo>
                <a:lnTo>
                  <a:pt x="1854352" y="2056599"/>
                </a:lnTo>
                <a:lnTo>
                  <a:pt x="1794116" y="2094699"/>
                </a:lnTo>
                <a:lnTo>
                  <a:pt x="1732089" y="2132800"/>
                </a:lnTo>
                <a:lnTo>
                  <a:pt x="1668297" y="2183600"/>
                </a:lnTo>
                <a:lnTo>
                  <a:pt x="1663179" y="2145500"/>
                </a:lnTo>
                <a:lnTo>
                  <a:pt x="1663255" y="2132800"/>
                </a:lnTo>
                <a:lnTo>
                  <a:pt x="1663331" y="2120100"/>
                </a:lnTo>
                <a:lnTo>
                  <a:pt x="1663407" y="2107400"/>
                </a:lnTo>
                <a:lnTo>
                  <a:pt x="1663484" y="2094699"/>
                </a:lnTo>
                <a:lnTo>
                  <a:pt x="1667230" y="2056599"/>
                </a:lnTo>
                <a:lnTo>
                  <a:pt x="1672437" y="2005799"/>
                </a:lnTo>
                <a:lnTo>
                  <a:pt x="1677123" y="1967699"/>
                </a:lnTo>
                <a:lnTo>
                  <a:pt x="1679308" y="1904199"/>
                </a:lnTo>
                <a:lnTo>
                  <a:pt x="1677022" y="1840699"/>
                </a:lnTo>
                <a:lnTo>
                  <a:pt x="1668297" y="1777199"/>
                </a:lnTo>
                <a:lnTo>
                  <a:pt x="1660448" y="1713699"/>
                </a:lnTo>
                <a:lnTo>
                  <a:pt x="1658289" y="1662899"/>
                </a:lnTo>
                <a:lnTo>
                  <a:pt x="1660220" y="1612099"/>
                </a:lnTo>
                <a:lnTo>
                  <a:pt x="1664639" y="1561299"/>
                </a:lnTo>
                <a:lnTo>
                  <a:pt x="1669961" y="1523199"/>
                </a:lnTo>
                <a:lnTo>
                  <a:pt x="1674583" y="1485099"/>
                </a:lnTo>
                <a:lnTo>
                  <a:pt x="1676908" y="1434299"/>
                </a:lnTo>
                <a:lnTo>
                  <a:pt x="1675345" y="1396199"/>
                </a:lnTo>
                <a:lnTo>
                  <a:pt x="1668297" y="1345399"/>
                </a:lnTo>
                <a:lnTo>
                  <a:pt x="1660321" y="1294599"/>
                </a:lnTo>
                <a:lnTo>
                  <a:pt x="1658391" y="1243799"/>
                </a:lnTo>
                <a:lnTo>
                  <a:pt x="1660639" y="1180299"/>
                </a:lnTo>
                <a:lnTo>
                  <a:pt x="1665147" y="1116799"/>
                </a:lnTo>
                <a:lnTo>
                  <a:pt x="1670050" y="1065999"/>
                </a:lnTo>
                <a:lnTo>
                  <a:pt x="1673466" y="1015199"/>
                </a:lnTo>
                <a:lnTo>
                  <a:pt x="1673504" y="977099"/>
                </a:lnTo>
                <a:lnTo>
                  <a:pt x="1668297" y="938999"/>
                </a:lnTo>
                <a:lnTo>
                  <a:pt x="1706714" y="888199"/>
                </a:lnTo>
                <a:lnTo>
                  <a:pt x="1745361" y="850099"/>
                </a:lnTo>
                <a:lnTo>
                  <a:pt x="1784311" y="824699"/>
                </a:lnTo>
                <a:lnTo>
                  <a:pt x="1810524" y="799299"/>
                </a:lnTo>
                <a:lnTo>
                  <a:pt x="1823631" y="786599"/>
                </a:lnTo>
                <a:lnTo>
                  <a:pt x="1863382" y="761199"/>
                </a:lnTo>
                <a:lnTo>
                  <a:pt x="1903641" y="723099"/>
                </a:lnTo>
                <a:lnTo>
                  <a:pt x="1944471" y="697699"/>
                </a:lnTo>
                <a:lnTo>
                  <a:pt x="1985949" y="684999"/>
                </a:lnTo>
                <a:lnTo>
                  <a:pt x="2028126" y="659599"/>
                </a:lnTo>
                <a:lnTo>
                  <a:pt x="2071090" y="646899"/>
                </a:lnTo>
                <a:lnTo>
                  <a:pt x="2114893" y="621499"/>
                </a:lnTo>
                <a:lnTo>
                  <a:pt x="2205317" y="596099"/>
                </a:lnTo>
                <a:lnTo>
                  <a:pt x="2252078" y="596099"/>
                </a:lnTo>
                <a:lnTo>
                  <a:pt x="2299957" y="583399"/>
                </a:lnTo>
                <a:lnTo>
                  <a:pt x="2558567" y="583399"/>
                </a:lnTo>
                <a:lnTo>
                  <a:pt x="2574391" y="621499"/>
                </a:lnTo>
                <a:lnTo>
                  <a:pt x="2584475" y="646899"/>
                </a:lnTo>
                <a:lnTo>
                  <a:pt x="2589949" y="684999"/>
                </a:lnTo>
                <a:lnTo>
                  <a:pt x="2591955" y="723099"/>
                </a:lnTo>
                <a:lnTo>
                  <a:pt x="2591879" y="735799"/>
                </a:lnTo>
                <a:lnTo>
                  <a:pt x="2591803" y="748499"/>
                </a:lnTo>
                <a:lnTo>
                  <a:pt x="2591727" y="761199"/>
                </a:lnTo>
                <a:lnTo>
                  <a:pt x="2591651" y="773899"/>
                </a:lnTo>
                <a:lnTo>
                  <a:pt x="2590152" y="824699"/>
                </a:lnTo>
                <a:lnTo>
                  <a:pt x="2588615" y="875499"/>
                </a:lnTo>
                <a:lnTo>
                  <a:pt x="2588514" y="888199"/>
                </a:lnTo>
                <a:lnTo>
                  <a:pt x="2588399" y="900899"/>
                </a:lnTo>
                <a:lnTo>
                  <a:pt x="2588298" y="913599"/>
                </a:lnTo>
                <a:lnTo>
                  <a:pt x="2588183" y="926299"/>
                </a:lnTo>
                <a:lnTo>
                  <a:pt x="2590000" y="989799"/>
                </a:lnTo>
                <a:lnTo>
                  <a:pt x="2595194" y="1053299"/>
                </a:lnTo>
                <a:lnTo>
                  <a:pt x="2604922" y="1116799"/>
                </a:lnTo>
                <a:lnTo>
                  <a:pt x="2614498" y="1180299"/>
                </a:lnTo>
                <a:lnTo>
                  <a:pt x="2621013" y="1243799"/>
                </a:lnTo>
                <a:lnTo>
                  <a:pt x="2625090" y="1294599"/>
                </a:lnTo>
                <a:lnTo>
                  <a:pt x="2627363" y="1345399"/>
                </a:lnTo>
                <a:lnTo>
                  <a:pt x="2628481" y="1396199"/>
                </a:lnTo>
                <a:lnTo>
                  <a:pt x="2629065" y="1446999"/>
                </a:lnTo>
                <a:lnTo>
                  <a:pt x="2629751" y="1497799"/>
                </a:lnTo>
                <a:lnTo>
                  <a:pt x="2631186" y="1535899"/>
                </a:lnTo>
                <a:lnTo>
                  <a:pt x="2634005" y="1586699"/>
                </a:lnTo>
                <a:lnTo>
                  <a:pt x="2638844" y="1624799"/>
                </a:lnTo>
                <a:lnTo>
                  <a:pt x="2646337" y="1675599"/>
                </a:lnTo>
                <a:lnTo>
                  <a:pt x="2657119" y="1713699"/>
                </a:lnTo>
                <a:lnTo>
                  <a:pt x="2657119" y="456399"/>
                </a:lnTo>
                <a:lnTo>
                  <a:pt x="2638831" y="456399"/>
                </a:lnTo>
                <a:lnTo>
                  <a:pt x="2586342" y="443699"/>
                </a:lnTo>
                <a:lnTo>
                  <a:pt x="2386838" y="443699"/>
                </a:lnTo>
                <a:lnTo>
                  <a:pt x="2339238" y="456399"/>
                </a:lnTo>
                <a:lnTo>
                  <a:pt x="2292413" y="456399"/>
                </a:lnTo>
                <a:lnTo>
                  <a:pt x="2155964" y="494499"/>
                </a:lnTo>
                <a:lnTo>
                  <a:pt x="2111591" y="519899"/>
                </a:lnTo>
                <a:lnTo>
                  <a:pt x="2024138" y="545299"/>
                </a:lnTo>
                <a:lnTo>
                  <a:pt x="1895182" y="621499"/>
                </a:lnTo>
                <a:lnTo>
                  <a:pt x="1852523" y="634199"/>
                </a:lnTo>
                <a:lnTo>
                  <a:pt x="1767293" y="684999"/>
                </a:lnTo>
                <a:lnTo>
                  <a:pt x="1724609" y="723099"/>
                </a:lnTo>
                <a:lnTo>
                  <a:pt x="1595399" y="799299"/>
                </a:lnTo>
                <a:lnTo>
                  <a:pt x="1530477" y="758164"/>
                </a:lnTo>
                <a:lnTo>
                  <a:pt x="1530477" y="1053299"/>
                </a:lnTo>
                <a:lnTo>
                  <a:pt x="1530096" y="1116799"/>
                </a:lnTo>
                <a:lnTo>
                  <a:pt x="1527962" y="1154899"/>
                </a:lnTo>
                <a:lnTo>
                  <a:pt x="1524965" y="1205699"/>
                </a:lnTo>
                <a:lnTo>
                  <a:pt x="1522006" y="1243799"/>
                </a:lnTo>
                <a:lnTo>
                  <a:pt x="1519986" y="1281899"/>
                </a:lnTo>
                <a:lnTo>
                  <a:pt x="1519923" y="1294599"/>
                </a:lnTo>
                <a:lnTo>
                  <a:pt x="1519809" y="1319999"/>
                </a:lnTo>
                <a:lnTo>
                  <a:pt x="1522374" y="1370799"/>
                </a:lnTo>
                <a:lnTo>
                  <a:pt x="1525905" y="1408899"/>
                </a:lnTo>
                <a:lnTo>
                  <a:pt x="1527327" y="1459699"/>
                </a:lnTo>
                <a:lnTo>
                  <a:pt x="1527213" y="1497799"/>
                </a:lnTo>
                <a:lnTo>
                  <a:pt x="1526082" y="1548599"/>
                </a:lnTo>
                <a:lnTo>
                  <a:pt x="1524482" y="1599399"/>
                </a:lnTo>
                <a:lnTo>
                  <a:pt x="1522971" y="1650199"/>
                </a:lnTo>
                <a:lnTo>
                  <a:pt x="1522082" y="1700999"/>
                </a:lnTo>
                <a:lnTo>
                  <a:pt x="1522158" y="1713699"/>
                </a:lnTo>
                <a:lnTo>
                  <a:pt x="1522222" y="1726399"/>
                </a:lnTo>
                <a:lnTo>
                  <a:pt x="1522336" y="1866099"/>
                </a:lnTo>
                <a:lnTo>
                  <a:pt x="1521320" y="1916899"/>
                </a:lnTo>
                <a:lnTo>
                  <a:pt x="1520177" y="1967699"/>
                </a:lnTo>
                <a:lnTo>
                  <a:pt x="1519313" y="2018499"/>
                </a:lnTo>
                <a:lnTo>
                  <a:pt x="1519212" y="2043899"/>
                </a:lnTo>
                <a:lnTo>
                  <a:pt x="1519123" y="2069299"/>
                </a:lnTo>
                <a:lnTo>
                  <a:pt x="1519999" y="2120100"/>
                </a:lnTo>
                <a:lnTo>
                  <a:pt x="1522374" y="2183600"/>
                </a:lnTo>
                <a:lnTo>
                  <a:pt x="1500530" y="2168842"/>
                </a:lnTo>
                <a:lnTo>
                  <a:pt x="1500530" y="2361400"/>
                </a:lnTo>
                <a:lnTo>
                  <a:pt x="1324800" y="2247100"/>
                </a:lnTo>
                <a:lnTo>
                  <a:pt x="1266634" y="2221700"/>
                </a:lnTo>
                <a:lnTo>
                  <a:pt x="1208862" y="2183600"/>
                </a:lnTo>
                <a:lnTo>
                  <a:pt x="1180223" y="2170900"/>
                </a:lnTo>
                <a:lnTo>
                  <a:pt x="1038974" y="2107400"/>
                </a:lnTo>
                <a:lnTo>
                  <a:pt x="983869" y="2081999"/>
                </a:lnTo>
                <a:lnTo>
                  <a:pt x="929703" y="2069299"/>
                </a:lnTo>
                <a:lnTo>
                  <a:pt x="876592" y="2043899"/>
                </a:lnTo>
                <a:lnTo>
                  <a:pt x="773976" y="2018499"/>
                </a:lnTo>
                <a:lnTo>
                  <a:pt x="676910" y="1993099"/>
                </a:lnTo>
                <a:lnTo>
                  <a:pt x="630732" y="1980399"/>
                </a:lnTo>
                <a:lnTo>
                  <a:pt x="586270" y="1980399"/>
                </a:lnTo>
                <a:lnTo>
                  <a:pt x="543648" y="1967699"/>
                </a:lnTo>
                <a:lnTo>
                  <a:pt x="502958" y="1954999"/>
                </a:lnTo>
                <a:lnTo>
                  <a:pt x="427850" y="1954999"/>
                </a:lnTo>
                <a:lnTo>
                  <a:pt x="393661" y="1942299"/>
                </a:lnTo>
                <a:lnTo>
                  <a:pt x="281838" y="1942299"/>
                </a:lnTo>
                <a:lnTo>
                  <a:pt x="281000" y="1904199"/>
                </a:lnTo>
                <a:lnTo>
                  <a:pt x="284162" y="1866099"/>
                </a:lnTo>
                <a:lnTo>
                  <a:pt x="290398" y="1827999"/>
                </a:lnTo>
                <a:lnTo>
                  <a:pt x="298843" y="1789899"/>
                </a:lnTo>
                <a:lnTo>
                  <a:pt x="308584" y="1739099"/>
                </a:lnTo>
                <a:lnTo>
                  <a:pt x="318757" y="1688299"/>
                </a:lnTo>
                <a:lnTo>
                  <a:pt x="328460" y="1650199"/>
                </a:lnTo>
                <a:lnTo>
                  <a:pt x="336791" y="1586699"/>
                </a:lnTo>
                <a:lnTo>
                  <a:pt x="342874" y="1535899"/>
                </a:lnTo>
                <a:lnTo>
                  <a:pt x="345821" y="1472399"/>
                </a:lnTo>
                <a:lnTo>
                  <a:pt x="344728" y="1408899"/>
                </a:lnTo>
                <a:lnTo>
                  <a:pt x="338721" y="1345399"/>
                </a:lnTo>
                <a:lnTo>
                  <a:pt x="333349" y="1281899"/>
                </a:lnTo>
                <a:lnTo>
                  <a:pt x="332803" y="1231099"/>
                </a:lnTo>
                <a:lnTo>
                  <a:pt x="336207" y="1192999"/>
                </a:lnTo>
                <a:lnTo>
                  <a:pt x="342658" y="1154899"/>
                </a:lnTo>
                <a:lnTo>
                  <a:pt x="351269" y="1116799"/>
                </a:lnTo>
                <a:lnTo>
                  <a:pt x="361162" y="1078699"/>
                </a:lnTo>
                <a:lnTo>
                  <a:pt x="371436" y="1053299"/>
                </a:lnTo>
                <a:lnTo>
                  <a:pt x="381203" y="1015199"/>
                </a:lnTo>
                <a:lnTo>
                  <a:pt x="389572" y="977099"/>
                </a:lnTo>
                <a:lnTo>
                  <a:pt x="395655" y="938999"/>
                </a:lnTo>
                <a:lnTo>
                  <a:pt x="398564" y="900899"/>
                </a:lnTo>
                <a:lnTo>
                  <a:pt x="397408" y="850099"/>
                </a:lnTo>
                <a:lnTo>
                  <a:pt x="391312" y="799299"/>
                </a:lnTo>
                <a:lnTo>
                  <a:pt x="467893" y="799299"/>
                </a:lnTo>
                <a:lnTo>
                  <a:pt x="473494" y="850099"/>
                </a:lnTo>
                <a:lnTo>
                  <a:pt x="473557" y="900899"/>
                </a:lnTo>
                <a:lnTo>
                  <a:pt x="469226" y="951699"/>
                </a:lnTo>
                <a:lnTo>
                  <a:pt x="461645" y="989799"/>
                </a:lnTo>
                <a:lnTo>
                  <a:pt x="451967" y="1027899"/>
                </a:lnTo>
                <a:lnTo>
                  <a:pt x="441312" y="1065999"/>
                </a:lnTo>
                <a:lnTo>
                  <a:pt x="430847" y="1116799"/>
                </a:lnTo>
                <a:lnTo>
                  <a:pt x="421716" y="1154899"/>
                </a:lnTo>
                <a:lnTo>
                  <a:pt x="415061" y="1192999"/>
                </a:lnTo>
                <a:lnTo>
                  <a:pt x="412026" y="1243799"/>
                </a:lnTo>
                <a:lnTo>
                  <a:pt x="413753" y="1281899"/>
                </a:lnTo>
                <a:lnTo>
                  <a:pt x="429628" y="1383499"/>
                </a:lnTo>
                <a:lnTo>
                  <a:pt x="431241" y="1434299"/>
                </a:lnTo>
                <a:lnTo>
                  <a:pt x="427621" y="1485099"/>
                </a:lnTo>
                <a:lnTo>
                  <a:pt x="420166" y="1523199"/>
                </a:lnTo>
                <a:lnTo>
                  <a:pt x="410260" y="1561299"/>
                </a:lnTo>
                <a:lnTo>
                  <a:pt x="399275" y="1612099"/>
                </a:lnTo>
                <a:lnTo>
                  <a:pt x="388607" y="1650199"/>
                </a:lnTo>
                <a:lnTo>
                  <a:pt x="379628" y="1688299"/>
                </a:lnTo>
                <a:lnTo>
                  <a:pt x="373722" y="1739099"/>
                </a:lnTo>
                <a:lnTo>
                  <a:pt x="372287" y="1789899"/>
                </a:lnTo>
                <a:lnTo>
                  <a:pt x="376694" y="1840699"/>
                </a:lnTo>
                <a:lnTo>
                  <a:pt x="397789" y="1853399"/>
                </a:lnTo>
                <a:lnTo>
                  <a:pt x="446049" y="1853399"/>
                </a:lnTo>
                <a:lnTo>
                  <a:pt x="444271" y="1840699"/>
                </a:lnTo>
                <a:lnTo>
                  <a:pt x="447421" y="1840699"/>
                </a:lnTo>
                <a:lnTo>
                  <a:pt x="455256" y="1827999"/>
                </a:lnTo>
                <a:lnTo>
                  <a:pt x="483997" y="1827999"/>
                </a:lnTo>
                <a:lnTo>
                  <a:pt x="504418" y="1815299"/>
                </a:lnTo>
                <a:lnTo>
                  <a:pt x="620674" y="1815299"/>
                </a:lnTo>
                <a:lnTo>
                  <a:pt x="657161" y="1827999"/>
                </a:lnTo>
                <a:lnTo>
                  <a:pt x="696125" y="1827999"/>
                </a:lnTo>
                <a:lnTo>
                  <a:pt x="737336" y="1840699"/>
                </a:lnTo>
                <a:lnTo>
                  <a:pt x="780516" y="1853399"/>
                </a:lnTo>
                <a:lnTo>
                  <a:pt x="825461" y="1866099"/>
                </a:lnTo>
                <a:lnTo>
                  <a:pt x="919581" y="1891499"/>
                </a:lnTo>
                <a:lnTo>
                  <a:pt x="968273" y="1916899"/>
                </a:lnTo>
                <a:lnTo>
                  <a:pt x="1117981" y="1993099"/>
                </a:lnTo>
                <a:lnTo>
                  <a:pt x="1267942" y="2107400"/>
                </a:lnTo>
                <a:lnTo>
                  <a:pt x="1316850" y="2145500"/>
                </a:lnTo>
                <a:lnTo>
                  <a:pt x="1364805" y="2196300"/>
                </a:lnTo>
                <a:lnTo>
                  <a:pt x="1411566" y="2247100"/>
                </a:lnTo>
                <a:lnTo>
                  <a:pt x="1456893" y="2297900"/>
                </a:lnTo>
                <a:lnTo>
                  <a:pt x="1500530" y="2361400"/>
                </a:lnTo>
                <a:lnTo>
                  <a:pt x="1500530" y="2168842"/>
                </a:lnTo>
                <a:lnTo>
                  <a:pt x="1465986" y="2145500"/>
                </a:lnTo>
                <a:lnTo>
                  <a:pt x="1410093" y="2094699"/>
                </a:lnTo>
                <a:lnTo>
                  <a:pt x="1300124" y="2018499"/>
                </a:lnTo>
                <a:lnTo>
                  <a:pt x="1246225" y="1993099"/>
                </a:lnTo>
                <a:lnTo>
                  <a:pt x="1193190" y="1954999"/>
                </a:lnTo>
                <a:lnTo>
                  <a:pt x="1141082" y="1929599"/>
                </a:lnTo>
                <a:lnTo>
                  <a:pt x="1090002" y="1891499"/>
                </a:lnTo>
                <a:lnTo>
                  <a:pt x="1040041" y="1866099"/>
                </a:lnTo>
                <a:lnTo>
                  <a:pt x="991298" y="1840699"/>
                </a:lnTo>
                <a:lnTo>
                  <a:pt x="943851" y="1827999"/>
                </a:lnTo>
                <a:lnTo>
                  <a:pt x="920826" y="1815299"/>
                </a:lnTo>
                <a:lnTo>
                  <a:pt x="897788" y="1802599"/>
                </a:lnTo>
                <a:lnTo>
                  <a:pt x="853211" y="1789899"/>
                </a:lnTo>
                <a:lnTo>
                  <a:pt x="810209" y="1764499"/>
                </a:lnTo>
                <a:lnTo>
                  <a:pt x="768870" y="1751799"/>
                </a:lnTo>
                <a:lnTo>
                  <a:pt x="729272" y="1751799"/>
                </a:lnTo>
                <a:lnTo>
                  <a:pt x="691515" y="1739099"/>
                </a:lnTo>
                <a:lnTo>
                  <a:pt x="655701" y="1726399"/>
                </a:lnTo>
                <a:lnTo>
                  <a:pt x="533552" y="1726399"/>
                </a:lnTo>
                <a:lnTo>
                  <a:pt x="523214" y="1675599"/>
                </a:lnTo>
                <a:lnTo>
                  <a:pt x="518604" y="1624799"/>
                </a:lnTo>
                <a:lnTo>
                  <a:pt x="518668" y="1612099"/>
                </a:lnTo>
                <a:lnTo>
                  <a:pt x="518744" y="1599399"/>
                </a:lnTo>
                <a:lnTo>
                  <a:pt x="518807" y="1586699"/>
                </a:lnTo>
                <a:lnTo>
                  <a:pt x="522859" y="1535899"/>
                </a:lnTo>
                <a:lnTo>
                  <a:pt x="529831" y="1485099"/>
                </a:lnTo>
                <a:lnTo>
                  <a:pt x="538810" y="1434299"/>
                </a:lnTo>
                <a:lnTo>
                  <a:pt x="548843" y="1383499"/>
                </a:lnTo>
                <a:lnTo>
                  <a:pt x="559003" y="1332699"/>
                </a:lnTo>
                <a:lnTo>
                  <a:pt x="568363" y="1281899"/>
                </a:lnTo>
                <a:lnTo>
                  <a:pt x="575983" y="1231099"/>
                </a:lnTo>
                <a:lnTo>
                  <a:pt x="580923" y="1180299"/>
                </a:lnTo>
                <a:lnTo>
                  <a:pt x="585089" y="1142199"/>
                </a:lnTo>
                <a:lnTo>
                  <a:pt x="591248" y="1091399"/>
                </a:lnTo>
                <a:lnTo>
                  <a:pt x="598792" y="1053299"/>
                </a:lnTo>
                <a:lnTo>
                  <a:pt x="607136" y="1015199"/>
                </a:lnTo>
                <a:lnTo>
                  <a:pt x="615708" y="964399"/>
                </a:lnTo>
                <a:lnTo>
                  <a:pt x="623887" y="926299"/>
                </a:lnTo>
                <a:lnTo>
                  <a:pt x="631113" y="875499"/>
                </a:lnTo>
                <a:lnTo>
                  <a:pt x="636778" y="824699"/>
                </a:lnTo>
                <a:lnTo>
                  <a:pt x="640295" y="773899"/>
                </a:lnTo>
                <a:lnTo>
                  <a:pt x="641083" y="723099"/>
                </a:lnTo>
                <a:lnTo>
                  <a:pt x="638543" y="659599"/>
                </a:lnTo>
                <a:lnTo>
                  <a:pt x="632104" y="596099"/>
                </a:lnTo>
                <a:lnTo>
                  <a:pt x="693305" y="583399"/>
                </a:lnTo>
                <a:lnTo>
                  <a:pt x="859269" y="583399"/>
                </a:lnTo>
                <a:lnTo>
                  <a:pt x="909447" y="596099"/>
                </a:lnTo>
                <a:lnTo>
                  <a:pt x="957427" y="608799"/>
                </a:lnTo>
                <a:lnTo>
                  <a:pt x="1003427" y="621499"/>
                </a:lnTo>
                <a:lnTo>
                  <a:pt x="1047661" y="634199"/>
                </a:lnTo>
                <a:lnTo>
                  <a:pt x="1090371" y="646899"/>
                </a:lnTo>
                <a:lnTo>
                  <a:pt x="1131760" y="672299"/>
                </a:lnTo>
                <a:lnTo>
                  <a:pt x="1172070" y="697699"/>
                </a:lnTo>
                <a:lnTo>
                  <a:pt x="1211503" y="710399"/>
                </a:lnTo>
                <a:lnTo>
                  <a:pt x="1326807" y="786599"/>
                </a:lnTo>
                <a:lnTo>
                  <a:pt x="1364996" y="824699"/>
                </a:lnTo>
                <a:lnTo>
                  <a:pt x="1442300" y="875499"/>
                </a:lnTo>
                <a:lnTo>
                  <a:pt x="1481886" y="913599"/>
                </a:lnTo>
                <a:lnTo>
                  <a:pt x="1522374" y="938999"/>
                </a:lnTo>
                <a:lnTo>
                  <a:pt x="1528203" y="1002499"/>
                </a:lnTo>
                <a:lnTo>
                  <a:pt x="1530477" y="1053299"/>
                </a:lnTo>
                <a:lnTo>
                  <a:pt x="1530477" y="758164"/>
                </a:lnTo>
                <a:lnTo>
                  <a:pt x="1433207" y="697699"/>
                </a:lnTo>
                <a:lnTo>
                  <a:pt x="1349260" y="646899"/>
                </a:lnTo>
                <a:lnTo>
                  <a:pt x="1263370" y="596099"/>
                </a:lnTo>
                <a:lnTo>
                  <a:pt x="1219669" y="583399"/>
                </a:lnTo>
                <a:lnTo>
                  <a:pt x="1130744" y="532599"/>
                </a:lnTo>
                <a:lnTo>
                  <a:pt x="1085507" y="519899"/>
                </a:lnTo>
                <a:lnTo>
                  <a:pt x="1039736" y="494499"/>
                </a:lnTo>
                <a:lnTo>
                  <a:pt x="851293" y="443699"/>
                </a:lnTo>
                <a:lnTo>
                  <a:pt x="802805" y="443699"/>
                </a:lnTo>
                <a:lnTo>
                  <a:pt x="753757" y="430999"/>
                </a:lnTo>
                <a:lnTo>
                  <a:pt x="704151" y="430999"/>
                </a:lnTo>
                <a:lnTo>
                  <a:pt x="653961" y="443699"/>
                </a:lnTo>
                <a:lnTo>
                  <a:pt x="603186" y="443699"/>
                </a:lnTo>
                <a:lnTo>
                  <a:pt x="551840" y="456399"/>
                </a:lnTo>
                <a:lnTo>
                  <a:pt x="513867" y="456399"/>
                </a:lnTo>
                <a:lnTo>
                  <a:pt x="497103" y="469099"/>
                </a:lnTo>
                <a:lnTo>
                  <a:pt x="497001" y="494499"/>
                </a:lnTo>
                <a:lnTo>
                  <a:pt x="496912" y="519899"/>
                </a:lnTo>
                <a:lnTo>
                  <a:pt x="488048" y="570699"/>
                </a:lnTo>
                <a:lnTo>
                  <a:pt x="479132" y="608799"/>
                </a:lnTo>
                <a:lnTo>
                  <a:pt x="479044" y="621499"/>
                </a:lnTo>
                <a:lnTo>
                  <a:pt x="478967" y="634199"/>
                </a:lnTo>
                <a:lnTo>
                  <a:pt x="478891" y="646899"/>
                </a:lnTo>
                <a:lnTo>
                  <a:pt x="478815" y="659599"/>
                </a:lnTo>
                <a:lnTo>
                  <a:pt x="439280" y="659599"/>
                </a:lnTo>
                <a:lnTo>
                  <a:pt x="400596" y="646899"/>
                </a:lnTo>
                <a:lnTo>
                  <a:pt x="360883" y="646899"/>
                </a:lnTo>
                <a:lnTo>
                  <a:pt x="318287" y="659599"/>
                </a:lnTo>
                <a:lnTo>
                  <a:pt x="256311" y="659599"/>
                </a:lnTo>
                <a:lnTo>
                  <a:pt x="259181" y="710399"/>
                </a:lnTo>
                <a:lnTo>
                  <a:pt x="251206" y="748499"/>
                </a:lnTo>
                <a:lnTo>
                  <a:pt x="241211" y="811999"/>
                </a:lnTo>
                <a:lnTo>
                  <a:pt x="238023" y="875499"/>
                </a:lnTo>
                <a:lnTo>
                  <a:pt x="156921" y="875499"/>
                </a:lnTo>
                <a:lnTo>
                  <a:pt x="135496" y="888199"/>
                </a:lnTo>
                <a:lnTo>
                  <a:pt x="119735" y="913599"/>
                </a:lnTo>
                <a:lnTo>
                  <a:pt x="110388" y="938999"/>
                </a:lnTo>
                <a:lnTo>
                  <a:pt x="107759" y="989799"/>
                </a:lnTo>
                <a:lnTo>
                  <a:pt x="102463" y="1053299"/>
                </a:lnTo>
                <a:lnTo>
                  <a:pt x="95199" y="1104099"/>
                </a:lnTo>
                <a:lnTo>
                  <a:pt x="86677" y="1154899"/>
                </a:lnTo>
                <a:lnTo>
                  <a:pt x="77597" y="1205699"/>
                </a:lnTo>
                <a:lnTo>
                  <a:pt x="68656" y="1256499"/>
                </a:lnTo>
                <a:lnTo>
                  <a:pt x="60591" y="1307299"/>
                </a:lnTo>
                <a:lnTo>
                  <a:pt x="54076" y="1358099"/>
                </a:lnTo>
                <a:lnTo>
                  <a:pt x="49834" y="1396199"/>
                </a:lnTo>
                <a:lnTo>
                  <a:pt x="48577" y="1434299"/>
                </a:lnTo>
                <a:lnTo>
                  <a:pt x="50990" y="1472399"/>
                </a:lnTo>
                <a:lnTo>
                  <a:pt x="57810" y="1510499"/>
                </a:lnTo>
                <a:lnTo>
                  <a:pt x="64719" y="1535899"/>
                </a:lnTo>
                <a:lnTo>
                  <a:pt x="67424" y="1573999"/>
                </a:lnTo>
                <a:lnTo>
                  <a:pt x="66522" y="1624799"/>
                </a:lnTo>
                <a:lnTo>
                  <a:pt x="62661" y="1662899"/>
                </a:lnTo>
                <a:lnTo>
                  <a:pt x="56476" y="1726399"/>
                </a:lnTo>
                <a:lnTo>
                  <a:pt x="48602" y="1777199"/>
                </a:lnTo>
                <a:lnTo>
                  <a:pt x="39636" y="1827999"/>
                </a:lnTo>
                <a:lnTo>
                  <a:pt x="30251" y="1891499"/>
                </a:lnTo>
                <a:lnTo>
                  <a:pt x="21043" y="1942299"/>
                </a:lnTo>
                <a:lnTo>
                  <a:pt x="12674" y="2005799"/>
                </a:lnTo>
                <a:lnTo>
                  <a:pt x="5753" y="2069299"/>
                </a:lnTo>
                <a:lnTo>
                  <a:pt x="914" y="2120100"/>
                </a:lnTo>
                <a:lnTo>
                  <a:pt x="0" y="2145500"/>
                </a:lnTo>
                <a:lnTo>
                  <a:pt x="14605" y="2170900"/>
                </a:lnTo>
                <a:lnTo>
                  <a:pt x="37858" y="2196300"/>
                </a:lnTo>
                <a:lnTo>
                  <a:pt x="110083" y="2196300"/>
                </a:lnTo>
                <a:lnTo>
                  <a:pt x="146951" y="2183600"/>
                </a:lnTo>
                <a:lnTo>
                  <a:pt x="222504" y="2183600"/>
                </a:lnTo>
                <a:lnTo>
                  <a:pt x="261226" y="2170900"/>
                </a:lnTo>
                <a:lnTo>
                  <a:pt x="551548" y="2170900"/>
                </a:lnTo>
                <a:lnTo>
                  <a:pt x="595998" y="2183600"/>
                </a:lnTo>
                <a:lnTo>
                  <a:pt x="641235" y="2183600"/>
                </a:lnTo>
                <a:lnTo>
                  <a:pt x="734187" y="2209000"/>
                </a:lnTo>
                <a:lnTo>
                  <a:pt x="781926" y="2209000"/>
                </a:lnTo>
                <a:lnTo>
                  <a:pt x="830529" y="2234400"/>
                </a:lnTo>
                <a:lnTo>
                  <a:pt x="930402" y="2259800"/>
                </a:lnTo>
                <a:lnTo>
                  <a:pt x="981722" y="2285200"/>
                </a:lnTo>
                <a:lnTo>
                  <a:pt x="1087170" y="2336000"/>
                </a:lnTo>
                <a:lnTo>
                  <a:pt x="1196530" y="2386800"/>
                </a:lnTo>
                <a:lnTo>
                  <a:pt x="1252715" y="2424900"/>
                </a:lnTo>
                <a:lnTo>
                  <a:pt x="1309928" y="2463000"/>
                </a:lnTo>
                <a:lnTo>
                  <a:pt x="1368183" y="2501100"/>
                </a:lnTo>
                <a:lnTo>
                  <a:pt x="1427505" y="2539200"/>
                </a:lnTo>
                <a:lnTo>
                  <a:pt x="1446733" y="2551900"/>
                </a:lnTo>
                <a:lnTo>
                  <a:pt x="1465008" y="2551900"/>
                </a:lnTo>
                <a:lnTo>
                  <a:pt x="1484591" y="2564600"/>
                </a:lnTo>
                <a:lnTo>
                  <a:pt x="1711032" y="2564600"/>
                </a:lnTo>
                <a:lnTo>
                  <a:pt x="1731556" y="2551900"/>
                </a:lnTo>
                <a:lnTo>
                  <a:pt x="1750568" y="2551900"/>
                </a:lnTo>
                <a:lnTo>
                  <a:pt x="1766849" y="2539200"/>
                </a:lnTo>
                <a:lnTo>
                  <a:pt x="1826539" y="2513800"/>
                </a:lnTo>
                <a:lnTo>
                  <a:pt x="1885950" y="2475700"/>
                </a:lnTo>
                <a:lnTo>
                  <a:pt x="2119338" y="2374100"/>
                </a:lnTo>
                <a:lnTo>
                  <a:pt x="2176310" y="2348700"/>
                </a:lnTo>
                <a:lnTo>
                  <a:pt x="2288171" y="2323300"/>
                </a:lnTo>
                <a:lnTo>
                  <a:pt x="2342934" y="2297900"/>
                </a:lnTo>
                <a:lnTo>
                  <a:pt x="2449817" y="2272500"/>
                </a:lnTo>
                <a:lnTo>
                  <a:pt x="2501811" y="2272500"/>
                </a:lnTo>
                <a:lnTo>
                  <a:pt x="2651226" y="2234400"/>
                </a:lnTo>
                <a:lnTo>
                  <a:pt x="2744749" y="2234400"/>
                </a:lnTo>
                <a:lnTo>
                  <a:pt x="2789504" y="2221700"/>
                </a:lnTo>
                <a:lnTo>
                  <a:pt x="2874657" y="2221700"/>
                </a:lnTo>
                <a:lnTo>
                  <a:pt x="2914942" y="2209000"/>
                </a:lnTo>
                <a:lnTo>
                  <a:pt x="3148444" y="2209000"/>
                </a:lnTo>
                <a:lnTo>
                  <a:pt x="3172015" y="2183600"/>
                </a:lnTo>
                <a:lnTo>
                  <a:pt x="3188995" y="2158200"/>
                </a:lnTo>
                <a:lnTo>
                  <a:pt x="3197123" y="21328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0963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REFERENCES</a:t>
            </a:r>
            <a:r>
              <a:rPr dirty="0" spc="-35"/>
              <a:t> </a:t>
            </a:r>
            <a:r>
              <a:rPr dirty="0" spc="-175"/>
              <a:t>(1/2)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75" y="2139695"/>
            <a:ext cx="589026" cy="48082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75" y="4021835"/>
            <a:ext cx="589026" cy="480821"/>
          </a:xfrm>
          <a:prstGeom prst="rect">
            <a:avLst/>
          </a:prstGeom>
        </p:spPr>
      </p:pic>
      <p:sp>
        <p:nvSpPr>
          <p:cNvPr id="17" name="object 1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8412" rIns="0" bIns="0" rtlCol="0" vert="horz">
            <a:spAutoFit/>
          </a:bodyPr>
          <a:lstStyle/>
          <a:p>
            <a:pPr marL="240029" indent="-227329">
              <a:lnSpc>
                <a:spcPts val="328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The</a:t>
            </a:r>
            <a:r>
              <a:rPr dirty="0" spc="-100"/>
              <a:t> </a:t>
            </a:r>
            <a:r>
              <a:rPr dirty="0"/>
              <a:t>TypeScript</a:t>
            </a:r>
            <a:r>
              <a:rPr dirty="0" spc="-65"/>
              <a:t> </a:t>
            </a:r>
            <a:r>
              <a:rPr dirty="0" spc="-10"/>
              <a:t>Handbook</a:t>
            </a:r>
          </a:p>
          <a:p>
            <a:pPr marL="241300">
              <a:lnSpc>
                <a:spcPts val="1989"/>
              </a:lnSpc>
            </a:pPr>
            <a:r>
              <a:rPr dirty="0" sz="1800" b="0">
                <a:latin typeface="Calibri"/>
                <a:cs typeface="Calibri"/>
              </a:rPr>
              <a:t>Available</a:t>
            </a:r>
            <a:r>
              <a:rPr dirty="0" sz="1800" spc="-1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at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u="sng" sz="1800" spc="-10" b="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https://www.typescriptlang.org/docs/handbook/intro.html</a:t>
            </a:r>
            <a:endParaRPr sz="1800">
              <a:latin typeface="Calibri"/>
              <a:cs typeface="Calibri"/>
            </a:endParaRPr>
          </a:p>
          <a:p>
            <a:pPr marL="241300" marR="5080" indent="313690">
              <a:lnSpc>
                <a:spcPts val="1920"/>
              </a:lnSpc>
              <a:spcBef>
                <a:spcPts val="170"/>
              </a:spcBef>
            </a:pPr>
            <a:r>
              <a:rPr dirty="0" sz="1800" b="0">
                <a:latin typeface="Calibri"/>
                <a:cs typeface="Calibri"/>
              </a:rPr>
              <a:t>You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do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not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need</a:t>
            </a:r>
            <a:r>
              <a:rPr dirty="0" sz="1800" spc="-1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to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know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the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 i="1">
                <a:latin typeface="Calibri"/>
                <a:cs typeface="Calibri"/>
              </a:rPr>
              <a:t>entire</a:t>
            </a:r>
            <a:r>
              <a:rPr dirty="0" sz="1800" spc="-30" b="0" i="1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handbook!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Use</a:t>
            </a:r>
            <a:r>
              <a:rPr dirty="0" sz="1800" spc="-2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it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as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a</a:t>
            </a:r>
            <a:r>
              <a:rPr dirty="0" sz="1800" spc="-2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reference</a:t>
            </a:r>
            <a:r>
              <a:rPr dirty="0" sz="1800" spc="-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for</a:t>
            </a:r>
            <a:r>
              <a:rPr dirty="0" sz="1800" spc="-2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the</a:t>
            </a:r>
            <a:r>
              <a:rPr dirty="0" sz="1800" spc="-1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parts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that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were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discussed</a:t>
            </a:r>
            <a:r>
              <a:rPr dirty="0" sz="1800" spc="-30" b="0">
                <a:latin typeface="Calibri"/>
                <a:cs typeface="Calibri"/>
              </a:rPr>
              <a:t> </a:t>
            </a:r>
            <a:r>
              <a:rPr dirty="0" sz="1800" spc="-25" b="0">
                <a:latin typeface="Calibri"/>
                <a:cs typeface="Calibri"/>
              </a:rPr>
              <a:t>in </a:t>
            </a:r>
            <a:r>
              <a:rPr dirty="0" sz="1800" b="0">
                <a:latin typeface="Calibri"/>
                <a:cs typeface="Calibri"/>
              </a:rPr>
              <a:t>these</a:t>
            </a:r>
            <a:r>
              <a:rPr dirty="0" sz="1800" spc="-50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slides.</a:t>
            </a:r>
            <a:endParaRPr sz="1800">
              <a:latin typeface="Calibri"/>
              <a:cs typeface="Calibri"/>
            </a:endParaRPr>
          </a:p>
          <a:p>
            <a:pPr marL="240029" marR="1247775" indent="-227329">
              <a:lnSpc>
                <a:spcPts val="3020"/>
              </a:lnSpc>
              <a:spcBef>
                <a:spcPts val="9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Lecture</a:t>
            </a:r>
            <a:r>
              <a:rPr dirty="0" spc="-45"/>
              <a:t> </a:t>
            </a:r>
            <a:r>
              <a:rPr dirty="0"/>
              <a:t>Notes</a:t>
            </a:r>
            <a:r>
              <a:rPr dirty="0" spc="-50"/>
              <a:t> </a:t>
            </a:r>
            <a:r>
              <a:rPr dirty="0"/>
              <a:t>for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10"/>
              <a:t>Comparative</a:t>
            </a:r>
            <a:r>
              <a:rPr dirty="0" spc="-35"/>
              <a:t> </a:t>
            </a:r>
            <a:r>
              <a:rPr dirty="0"/>
              <a:t>Studies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Programming </a:t>
            </a:r>
            <a:r>
              <a:rPr dirty="0" spc="-10"/>
              <a:t>	</a:t>
            </a:r>
            <a:r>
              <a:rPr dirty="0"/>
              <a:t>Languages</a:t>
            </a:r>
            <a:r>
              <a:rPr dirty="0" spc="-80"/>
              <a:t> </a:t>
            </a:r>
            <a:r>
              <a:rPr dirty="0"/>
              <a:t>Course</a:t>
            </a:r>
            <a:r>
              <a:rPr dirty="0" spc="-105"/>
              <a:t> </a:t>
            </a:r>
            <a:r>
              <a:rPr dirty="0"/>
              <a:t>(Revision</a:t>
            </a:r>
            <a:r>
              <a:rPr dirty="0" spc="-80"/>
              <a:t> </a:t>
            </a:r>
            <a:r>
              <a:rPr dirty="0" spc="-20"/>
              <a:t>1.9)</a:t>
            </a:r>
          </a:p>
          <a:p>
            <a:pPr marL="241300">
              <a:lnSpc>
                <a:spcPts val="1860"/>
              </a:lnSpc>
            </a:pPr>
            <a:r>
              <a:rPr dirty="0" sz="1800" b="0">
                <a:latin typeface="Calibri"/>
                <a:cs typeface="Calibri"/>
              </a:rPr>
              <a:t>By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Paquet,</a:t>
            </a:r>
            <a:r>
              <a:rPr dirty="0" sz="1800" spc="-1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J.,</a:t>
            </a:r>
            <a:r>
              <a:rPr dirty="0" sz="1800" spc="-1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&amp;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Mokhov,</a:t>
            </a:r>
            <a:r>
              <a:rPr dirty="0" sz="1800" spc="-1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S.</a:t>
            </a:r>
            <a:r>
              <a:rPr dirty="0" sz="1800" spc="-2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A.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(2010)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50"/>
              </a:lnSpc>
            </a:pPr>
            <a:r>
              <a:rPr dirty="0" sz="1800" b="0">
                <a:latin typeface="Calibri"/>
                <a:cs typeface="Calibri"/>
              </a:rPr>
              <a:t>Available</a:t>
            </a:r>
            <a:r>
              <a:rPr dirty="0" sz="1800" spc="-1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at</a:t>
            </a:r>
            <a:r>
              <a:rPr dirty="0" sz="1800" spc="-20" b="0">
                <a:latin typeface="Calibri"/>
                <a:cs typeface="Calibri"/>
              </a:rPr>
              <a:t> </a:t>
            </a:r>
            <a:r>
              <a:rPr dirty="0" u="sng" sz="1800" spc="-10" b="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https://arxiv.org/pdf/1007.2123.pdf</a:t>
            </a:r>
            <a:endParaRPr sz="1800">
              <a:latin typeface="Calibri"/>
              <a:cs typeface="Calibri"/>
            </a:endParaRPr>
          </a:p>
          <a:p>
            <a:pPr marL="241300" marR="636270" indent="313690">
              <a:lnSpc>
                <a:spcPts val="1930"/>
              </a:lnSpc>
              <a:spcBef>
                <a:spcPts val="150"/>
              </a:spcBef>
            </a:pPr>
            <a:r>
              <a:rPr dirty="0" sz="1800" b="0">
                <a:latin typeface="Calibri"/>
                <a:cs typeface="Calibri"/>
              </a:rPr>
              <a:t>If</a:t>
            </a:r>
            <a:r>
              <a:rPr dirty="0" sz="1800" spc="-4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you</a:t>
            </a:r>
            <a:r>
              <a:rPr dirty="0" sz="1800" spc="-4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want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to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learn</a:t>
            </a:r>
            <a:r>
              <a:rPr dirty="0" sz="1800" spc="-3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more</a:t>
            </a:r>
            <a:r>
              <a:rPr dirty="0" sz="1800" spc="-4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about</a:t>
            </a:r>
            <a:r>
              <a:rPr dirty="0" sz="1800" spc="-3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type</a:t>
            </a:r>
            <a:r>
              <a:rPr dirty="0" sz="1800" spc="-4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system</a:t>
            </a:r>
            <a:r>
              <a:rPr dirty="0" sz="1800" spc="-6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design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in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programming</a:t>
            </a:r>
            <a:r>
              <a:rPr dirty="0" sz="1800" spc="-4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languages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(e.g.:</a:t>
            </a:r>
            <a:r>
              <a:rPr dirty="0" sz="1800" spc="-3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duck</a:t>
            </a:r>
            <a:r>
              <a:rPr dirty="0" sz="1800" spc="-40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typing, </a:t>
            </a:r>
            <a:r>
              <a:rPr dirty="0" sz="1800" b="0">
                <a:latin typeface="Calibri"/>
                <a:cs typeface="Calibri"/>
              </a:rPr>
              <a:t>structural</a:t>
            </a:r>
            <a:r>
              <a:rPr dirty="0" sz="1800" spc="-4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vs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nominative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type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systems),</a:t>
            </a:r>
            <a:r>
              <a:rPr dirty="0" sz="1800" spc="-5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check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out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Section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3.3.</a:t>
            </a:r>
            <a:r>
              <a:rPr dirty="0" sz="1800" spc="-3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This</a:t>
            </a:r>
            <a:r>
              <a:rPr dirty="0" sz="1800" spc="-30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is</a:t>
            </a:r>
            <a:r>
              <a:rPr dirty="0" sz="1800" spc="-20" b="0">
                <a:latin typeface="Calibri"/>
                <a:cs typeface="Calibri"/>
              </a:rPr>
              <a:t> </a:t>
            </a:r>
            <a:r>
              <a:rPr dirty="0" sz="1800"/>
              <a:t>not</a:t>
            </a:r>
            <a:r>
              <a:rPr dirty="0" sz="1800" spc="-40"/>
              <a:t> </a:t>
            </a:r>
            <a:r>
              <a:rPr dirty="0" sz="1800" b="0">
                <a:latin typeface="Calibri"/>
                <a:cs typeface="Calibri"/>
              </a:rPr>
              <a:t>required</a:t>
            </a:r>
            <a:r>
              <a:rPr dirty="0" sz="1800" spc="-1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for</a:t>
            </a:r>
            <a:r>
              <a:rPr dirty="0" sz="1800" spc="-25" b="0">
                <a:latin typeface="Calibri"/>
                <a:cs typeface="Calibri"/>
              </a:rPr>
              <a:t> </a:t>
            </a:r>
            <a:r>
              <a:rPr dirty="0" sz="1800" b="0">
                <a:latin typeface="Calibri"/>
                <a:cs typeface="Calibri"/>
              </a:rPr>
              <a:t>the</a:t>
            </a:r>
            <a:r>
              <a:rPr dirty="0" sz="1800" spc="-25" b="0">
                <a:latin typeface="Calibri"/>
                <a:cs typeface="Calibri"/>
              </a:rPr>
              <a:t> Web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20"/>
              </a:lnSpc>
            </a:pPr>
            <a:r>
              <a:rPr dirty="0" sz="1800" spc="-10" b="0">
                <a:latin typeface="Calibri"/>
                <a:cs typeface="Calibri"/>
              </a:rPr>
              <a:t>Technologies</a:t>
            </a:r>
            <a:r>
              <a:rPr dirty="0" sz="1800" spc="5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course!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51676" y="3549408"/>
            <a:ext cx="3197225" cy="2564765"/>
          </a:xfrm>
          <a:custGeom>
            <a:avLst/>
            <a:gdLst/>
            <a:ahLst/>
            <a:cxnLst/>
            <a:rect l="l" t="t" r="r" b="b"/>
            <a:pathLst>
              <a:path w="3197225" h="2564765">
                <a:moveTo>
                  <a:pt x="391439" y="219443"/>
                </a:moveTo>
                <a:lnTo>
                  <a:pt x="349440" y="187439"/>
                </a:lnTo>
                <a:lnTo>
                  <a:pt x="311251" y="154787"/>
                </a:lnTo>
                <a:lnTo>
                  <a:pt x="277329" y="120624"/>
                </a:lnTo>
                <a:lnTo>
                  <a:pt x="248094" y="84035"/>
                </a:lnTo>
                <a:lnTo>
                  <a:pt x="224002" y="44132"/>
                </a:lnTo>
                <a:lnTo>
                  <a:pt x="205511" y="0"/>
                </a:lnTo>
                <a:lnTo>
                  <a:pt x="181305" y="38862"/>
                </a:lnTo>
                <a:lnTo>
                  <a:pt x="153746" y="79044"/>
                </a:lnTo>
                <a:lnTo>
                  <a:pt x="123304" y="118859"/>
                </a:lnTo>
                <a:lnTo>
                  <a:pt x="90474" y="156654"/>
                </a:lnTo>
                <a:lnTo>
                  <a:pt x="55727" y="190741"/>
                </a:lnTo>
                <a:lnTo>
                  <a:pt x="19583" y="219443"/>
                </a:lnTo>
                <a:lnTo>
                  <a:pt x="66560" y="253288"/>
                </a:lnTo>
                <a:lnTo>
                  <a:pt x="107175" y="286029"/>
                </a:lnTo>
                <a:lnTo>
                  <a:pt x="141401" y="319316"/>
                </a:lnTo>
                <a:lnTo>
                  <a:pt x="169214" y="354799"/>
                </a:lnTo>
                <a:lnTo>
                  <a:pt x="190588" y="394119"/>
                </a:lnTo>
                <a:lnTo>
                  <a:pt x="205511" y="438899"/>
                </a:lnTo>
                <a:lnTo>
                  <a:pt x="226174" y="392722"/>
                </a:lnTo>
                <a:lnTo>
                  <a:pt x="252323" y="349580"/>
                </a:lnTo>
                <a:lnTo>
                  <a:pt x="282943" y="310083"/>
                </a:lnTo>
                <a:lnTo>
                  <a:pt x="317004" y="274815"/>
                </a:lnTo>
                <a:lnTo>
                  <a:pt x="353517" y="244411"/>
                </a:lnTo>
                <a:lnTo>
                  <a:pt x="391439" y="219443"/>
                </a:lnTo>
                <a:close/>
              </a:path>
              <a:path w="3197225" h="2564765">
                <a:moveTo>
                  <a:pt x="1653768" y="205803"/>
                </a:moveTo>
                <a:lnTo>
                  <a:pt x="1650263" y="146164"/>
                </a:lnTo>
                <a:lnTo>
                  <a:pt x="1634490" y="110032"/>
                </a:lnTo>
                <a:lnTo>
                  <a:pt x="1595399" y="91427"/>
                </a:lnTo>
                <a:lnTo>
                  <a:pt x="1575765" y="94437"/>
                </a:lnTo>
                <a:lnTo>
                  <a:pt x="1557439" y="107797"/>
                </a:lnTo>
                <a:lnTo>
                  <a:pt x="1544370" y="126669"/>
                </a:lnTo>
                <a:lnTo>
                  <a:pt x="1540535" y="146164"/>
                </a:lnTo>
                <a:lnTo>
                  <a:pt x="1541310" y="208064"/>
                </a:lnTo>
                <a:lnTo>
                  <a:pt x="1540357" y="259384"/>
                </a:lnTo>
                <a:lnTo>
                  <a:pt x="1536738" y="347840"/>
                </a:lnTo>
                <a:lnTo>
                  <a:pt x="1535887" y="393712"/>
                </a:lnTo>
                <a:lnTo>
                  <a:pt x="1536852" y="446532"/>
                </a:lnTo>
                <a:lnTo>
                  <a:pt x="1540535" y="510654"/>
                </a:lnTo>
                <a:lnTo>
                  <a:pt x="1557769" y="551649"/>
                </a:lnTo>
                <a:lnTo>
                  <a:pt x="1595399" y="565391"/>
                </a:lnTo>
                <a:lnTo>
                  <a:pt x="1617256" y="557580"/>
                </a:lnTo>
                <a:lnTo>
                  <a:pt x="1634540" y="546176"/>
                </a:lnTo>
                <a:lnTo>
                  <a:pt x="1645970" y="530694"/>
                </a:lnTo>
                <a:lnTo>
                  <a:pt x="1650263" y="510654"/>
                </a:lnTo>
                <a:lnTo>
                  <a:pt x="1644230" y="445566"/>
                </a:lnTo>
                <a:lnTo>
                  <a:pt x="1643392" y="391680"/>
                </a:lnTo>
                <a:lnTo>
                  <a:pt x="1645831" y="344881"/>
                </a:lnTo>
                <a:lnTo>
                  <a:pt x="1649641" y="301040"/>
                </a:lnTo>
                <a:lnTo>
                  <a:pt x="1652917" y="256057"/>
                </a:lnTo>
                <a:lnTo>
                  <a:pt x="1653768" y="205803"/>
                </a:lnTo>
                <a:close/>
              </a:path>
              <a:path w="3197225" h="2564765">
                <a:moveTo>
                  <a:pt x="3197123" y="2132800"/>
                </a:moveTo>
                <a:lnTo>
                  <a:pt x="3182620" y="2081999"/>
                </a:lnTo>
                <a:lnTo>
                  <a:pt x="3175419" y="2031199"/>
                </a:lnTo>
                <a:lnTo>
                  <a:pt x="3171037" y="1980399"/>
                </a:lnTo>
                <a:lnTo>
                  <a:pt x="3168675" y="1929599"/>
                </a:lnTo>
                <a:lnTo>
                  <a:pt x="3167545" y="1866099"/>
                </a:lnTo>
                <a:lnTo>
                  <a:pt x="3166846" y="1802599"/>
                </a:lnTo>
                <a:lnTo>
                  <a:pt x="3165779" y="1751799"/>
                </a:lnTo>
                <a:lnTo>
                  <a:pt x="3163557" y="1688299"/>
                </a:lnTo>
                <a:lnTo>
                  <a:pt x="3159391" y="1637499"/>
                </a:lnTo>
                <a:lnTo>
                  <a:pt x="3152470" y="1599399"/>
                </a:lnTo>
                <a:lnTo>
                  <a:pt x="3142005" y="1561299"/>
                </a:lnTo>
                <a:lnTo>
                  <a:pt x="3133433" y="1535899"/>
                </a:lnTo>
                <a:lnTo>
                  <a:pt x="3128314" y="1497799"/>
                </a:lnTo>
                <a:lnTo>
                  <a:pt x="3125914" y="1459699"/>
                </a:lnTo>
                <a:lnTo>
                  <a:pt x="3125444" y="1408899"/>
                </a:lnTo>
                <a:lnTo>
                  <a:pt x="3126181" y="1358099"/>
                </a:lnTo>
                <a:lnTo>
                  <a:pt x="3127337" y="1307299"/>
                </a:lnTo>
                <a:lnTo>
                  <a:pt x="3128162" y="1243799"/>
                </a:lnTo>
                <a:lnTo>
                  <a:pt x="3127921" y="1192999"/>
                </a:lnTo>
                <a:lnTo>
                  <a:pt x="3125825" y="1129499"/>
                </a:lnTo>
                <a:lnTo>
                  <a:pt x="3121152" y="1078699"/>
                </a:lnTo>
                <a:lnTo>
                  <a:pt x="3113113" y="1027899"/>
                </a:lnTo>
                <a:lnTo>
                  <a:pt x="3100971" y="977099"/>
                </a:lnTo>
                <a:lnTo>
                  <a:pt x="3083966" y="938999"/>
                </a:lnTo>
                <a:lnTo>
                  <a:pt x="3054604" y="888199"/>
                </a:lnTo>
                <a:lnTo>
                  <a:pt x="3033687" y="875499"/>
                </a:lnTo>
                <a:lnTo>
                  <a:pt x="2984030" y="875499"/>
                </a:lnTo>
                <a:lnTo>
                  <a:pt x="2969895" y="862799"/>
                </a:lnTo>
                <a:lnTo>
                  <a:pt x="2956331" y="875499"/>
                </a:lnTo>
                <a:lnTo>
                  <a:pt x="2944418" y="824699"/>
                </a:lnTo>
                <a:lnTo>
                  <a:pt x="2942983" y="799299"/>
                </a:lnTo>
                <a:lnTo>
                  <a:pt x="2942259" y="786599"/>
                </a:lnTo>
                <a:lnTo>
                  <a:pt x="2944241" y="748499"/>
                </a:lnTo>
                <a:lnTo>
                  <a:pt x="2944711" y="710399"/>
                </a:lnTo>
                <a:lnTo>
                  <a:pt x="2938043" y="659599"/>
                </a:lnTo>
                <a:lnTo>
                  <a:pt x="2908833" y="659599"/>
                </a:lnTo>
                <a:lnTo>
                  <a:pt x="2908833" y="1942299"/>
                </a:lnTo>
                <a:lnTo>
                  <a:pt x="2885490" y="1954999"/>
                </a:lnTo>
                <a:lnTo>
                  <a:pt x="2858960" y="1967699"/>
                </a:lnTo>
                <a:lnTo>
                  <a:pt x="2829369" y="1967699"/>
                </a:lnTo>
                <a:lnTo>
                  <a:pt x="2796908" y="1980399"/>
                </a:lnTo>
                <a:lnTo>
                  <a:pt x="2761742" y="1993099"/>
                </a:lnTo>
                <a:lnTo>
                  <a:pt x="2724023" y="2005799"/>
                </a:lnTo>
                <a:lnTo>
                  <a:pt x="2683929" y="2018499"/>
                </a:lnTo>
                <a:lnTo>
                  <a:pt x="2641612" y="2018499"/>
                </a:lnTo>
                <a:lnTo>
                  <a:pt x="2551023" y="2043899"/>
                </a:lnTo>
                <a:lnTo>
                  <a:pt x="2503055" y="2056599"/>
                </a:lnTo>
                <a:lnTo>
                  <a:pt x="2402649" y="2081999"/>
                </a:lnTo>
                <a:lnTo>
                  <a:pt x="2350541" y="2107400"/>
                </a:lnTo>
                <a:lnTo>
                  <a:pt x="2188527" y="2145500"/>
                </a:lnTo>
                <a:lnTo>
                  <a:pt x="2133181" y="2170900"/>
                </a:lnTo>
                <a:lnTo>
                  <a:pt x="2077453" y="2183600"/>
                </a:lnTo>
                <a:lnTo>
                  <a:pt x="1744103" y="2336000"/>
                </a:lnTo>
                <a:lnTo>
                  <a:pt x="1690268" y="2374100"/>
                </a:lnTo>
                <a:lnTo>
                  <a:pt x="1701380" y="2361400"/>
                </a:lnTo>
                <a:lnTo>
                  <a:pt x="1745869" y="2310600"/>
                </a:lnTo>
                <a:lnTo>
                  <a:pt x="1802955" y="2272500"/>
                </a:lnTo>
                <a:lnTo>
                  <a:pt x="1861172" y="2221700"/>
                </a:lnTo>
                <a:lnTo>
                  <a:pt x="1920201" y="2183600"/>
                </a:lnTo>
                <a:lnTo>
                  <a:pt x="2098662" y="2069299"/>
                </a:lnTo>
                <a:lnTo>
                  <a:pt x="2215388" y="2018499"/>
                </a:lnTo>
                <a:lnTo>
                  <a:pt x="2272068" y="1993099"/>
                </a:lnTo>
                <a:lnTo>
                  <a:pt x="2327160" y="1967699"/>
                </a:lnTo>
                <a:lnTo>
                  <a:pt x="2380335" y="1954999"/>
                </a:lnTo>
                <a:lnTo>
                  <a:pt x="2431237" y="1929599"/>
                </a:lnTo>
                <a:lnTo>
                  <a:pt x="2479548" y="1916899"/>
                </a:lnTo>
                <a:lnTo>
                  <a:pt x="2524912" y="1904199"/>
                </a:lnTo>
                <a:lnTo>
                  <a:pt x="2567000" y="1891499"/>
                </a:lnTo>
                <a:lnTo>
                  <a:pt x="2605468" y="1878799"/>
                </a:lnTo>
                <a:lnTo>
                  <a:pt x="2639974" y="1878799"/>
                </a:lnTo>
                <a:lnTo>
                  <a:pt x="2670175" y="1866099"/>
                </a:lnTo>
                <a:lnTo>
                  <a:pt x="2695727" y="1866099"/>
                </a:lnTo>
                <a:lnTo>
                  <a:pt x="2716301" y="1853399"/>
                </a:lnTo>
                <a:lnTo>
                  <a:pt x="2795447" y="1853399"/>
                </a:lnTo>
                <a:lnTo>
                  <a:pt x="2813964" y="1840699"/>
                </a:lnTo>
                <a:lnTo>
                  <a:pt x="2807068" y="1802599"/>
                </a:lnTo>
                <a:lnTo>
                  <a:pt x="2803055" y="1764499"/>
                </a:lnTo>
                <a:lnTo>
                  <a:pt x="2801061" y="1713699"/>
                </a:lnTo>
                <a:lnTo>
                  <a:pt x="2800210" y="1662899"/>
                </a:lnTo>
                <a:lnTo>
                  <a:pt x="2800096" y="1650199"/>
                </a:lnTo>
                <a:lnTo>
                  <a:pt x="2799981" y="1637499"/>
                </a:lnTo>
                <a:lnTo>
                  <a:pt x="2799880" y="1624799"/>
                </a:lnTo>
                <a:lnTo>
                  <a:pt x="2799765" y="1612099"/>
                </a:lnTo>
                <a:lnTo>
                  <a:pt x="2799651" y="1599399"/>
                </a:lnTo>
                <a:lnTo>
                  <a:pt x="2798534" y="1548599"/>
                </a:lnTo>
                <a:lnTo>
                  <a:pt x="2795981" y="1497799"/>
                </a:lnTo>
                <a:lnTo>
                  <a:pt x="2791142" y="1446999"/>
                </a:lnTo>
                <a:lnTo>
                  <a:pt x="2783154" y="1396199"/>
                </a:lnTo>
                <a:lnTo>
                  <a:pt x="2771165" y="1358099"/>
                </a:lnTo>
                <a:lnTo>
                  <a:pt x="2760624" y="1319999"/>
                </a:lnTo>
                <a:lnTo>
                  <a:pt x="2754338" y="1269199"/>
                </a:lnTo>
                <a:lnTo>
                  <a:pt x="2751302" y="1218399"/>
                </a:lnTo>
                <a:lnTo>
                  <a:pt x="2750489" y="1180299"/>
                </a:lnTo>
                <a:lnTo>
                  <a:pt x="2750655" y="1154899"/>
                </a:lnTo>
                <a:lnTo>
                  <a:pt x="2750731" y="1142199"/>
                </a:lnTo>
                <a:lnTo>
                  <a:pt x="2750820" y="1129499"/>
                </a:lnTo>
                <a:lnTo>
                  <a:pt x="2750896" y="1116799"/>
                </a:lnTo>
                <a:lnTo>
                  <a:pt x="2751531" y="1065999"/>
                </a:lnTo>
                <a:lnTo>
                  <a:pt x="2751417" y="1027899"/>
                </a:lnTo>
                <a:lnTo>
                  <a:pt x="2751378" y="1015199"/>
                </a:lnTo>
                <a:lnTo>
                  <a:pt x="2749435" y="964399"/>
                </a:lnTo>
                <a:lnTo>
                  <a:pt x="2744686" y="900899"/>
                </a:lnTo>
                <a:lnTo>
                  <a:pt x="2736138" y="850099"/>
                </a:lnTo>
                <a:lnTo>
                  <a:pt x="2722778" y="799299"/>
                </a:lnTo>
                <a:lnTo>
                  <a:pt x="2799359" y="799299"/>
                </a:lnTo>
                <a:lnTo>
                  <a:pt x="2814536" y="850099"/>
                </a:lnTo>
                <a:lnTo>
                  <a:pt x="2825699" y="888199"/>
                </a:lnTo>
                <a:lnTo>
                  <a:pt x="2833484" y="938999"/>
                </a:lnTo>
                <a:lnTo>
                  <a:pt x="2838488" y="977099"/>
                </a:lnTo>
                <a:lnTo>
                  <a:pt x="2841371" y="1015199"/>
                </a:lnTo>
                <a:lnTo>
                  <a:pt x="2842717" y="1065999"/>
                </a:lnTo>
                <a:lnTo>
                  <a:pt x="2843187" y="1104099"/>
                </a:lnTo>
                <a:lnTo>
                  <a:pt x="2843403" y="1154899"/>
                </a:lnTo>
                <a:lnTo>
                  <a:pt x="2843961" y="1205699"/>
                </a:lnTo>
                <a:lnTo>
                  <a:pt x="2845524" y="1256499"/>
                </a:lnTo>
                <a:lnTo>
                  <a:pt x="2848686" y="1307299"/>
                </a:lnTo>
                <a:lnTo>
                  <a:pt x="2854096" y="1370799"/>
                </a:lnTo>
                <a:lnTo>
                  <a:pt x="2860789" y="1434299"/>
                </a:lnTo>
                <a:lnTo>
                  <a:pt x="2866301" y="1485099"/>
                </a:lnTo>
                <a:lnTo>
                  <a:pt x="2870911" y="1535899"/>
                </a:lnTo>
                <a:lnTo>
                  <a:pt x="2874886" y="1586699"/>
                </a:lnTo>
                <a:lnTo>
                  <a:pt x="2882112" y="1675599"/>
                </a:lnTo>
                <a:lnTo>
                  <a:pt x="2885910" y="1726399"/>
                </a:lnTo>
                <a:lnTo>
                  <a:pt x="2890202" y="1777199"/>
                </a:lnTo>
                <a:lnTo>
                  <a:pt x="2895257" y="1827999"/>
                </a:lnTo>
                <a:lnTo>
                  <a:pt x="2901378" y="1878799"/>
                </a:lnTo>
                <a:lnTo>
                  <a:pt x="2908833" y="1942299"/>
                </a:lnTo>
                <a:lnTo>
                  <a:pt x="2908833" y="659599"/>
                </a:lnTo>
                <a:lnTo>
                  <a:pt x="2711856" y="659599"/>
                </a:lnTo>
                <a:lnTo>
                  <a:pt x="2702598" y="608799"/>
                </a:lnTo>
                <a:lnTo>
                  <a:pt x="2702077" y="583399"/>
                </a:lnTo>
                <a:lnTo>
                  <a:pt x="2701569" y="557999"/>
                </a:lnTo>
                <a:lnTo>
                  <a:pt x="2701442" y="545299"/>
                </a:lnTo>
                <a:lnTo>
                  <a:pt x="2701328" y="532599"/>
                </a:lnTo>
                <a:lnTo>
                  <a:pt x="2701213" y="519899"/>
                </a:lnTo>
                <a:lnTo>
                  <a:pt x="2701099" y="507199"/>
                </a:lnTo>
                <a:lnTo>
                  <a:pt x="2693568" y="469099"/>
                </a:lnTo>
                <a:lnTo>
                  <a:pt x="2682138" y="456399"/>
                </a:lnTo>
                <a:lnTo>
                  <a:pt x="2657119" y="456399"/>
                </a:lnTo>
                <a:lnTo>
                  <a:pt x="2657119" y="1713699"/>
                </a:lnTo>
                <a:lnTo>
                  <a:pt x="2631236" y="1726399"/>
                </a:lnTo>
                <a:lnTo>
                  <a:pt x="2573972" y="1726399"/>
                </a:lnTo>
                <a:lnTo>
                  <a:pt x="2542603" y="1739099"/>
                </a:lnTo>
                <a:lnTo>
                  <a:pt x="2509393" y="1739099"/>
                </a:lnTo>
                <a:lnTo>
                  <a:pt x="2437511" y="1764499"/>
                </a:lnTo>
                <a:lnTo>
                  <a:pt x="2398839" y="1777199"/>
                </a:lnTo>
                <a:lnTo>
                  <a:pt x="2358352" y="1789899"/>
                </a:lnTo>
                <a:lnTo>
                  <a:pt x="2316061" y="1802599"/>
                </a:lnTo>
                <a:lnTo>
                  <a:pt x="2271953" y="1827999"/>
                </a:lnTo>
                <a:lnTo>
                  <a:pt x="2226043" y="1840699"/>
                </a:lnTo>
                <a:lnTo>
                  <a:pt x="2178329" y="1866099"/>
                </a:lnTo>
                <a:lnTo>
                  <a:pt x="2128812" y="1891499"/>
                </a:lnTo>
                <a:lnTo>
                  <a:pt x="2077504" y="1916899"/>
                </a:lnTo>
                <a:lnTo>
                  <a:pt x="2024392" y="1954999"/>
                </a:lnTo>
                <a:lnTo>
                  <a:pt x="1969503" y="1980399"/>
                </a:lnTo>
                <a:lnTo>
                  <a:pt x="1912823" y="2018499"/>
                </a:lnTo>
                <a:lnTo>
                  <a:pt x="1854352" y="2056599"/>
                </a:lnTo>
                <a:lnTo>
                  <a:pt x="1794116" y="2094699"/>
                </a:lnTo>
                <a:lnTo>
                  <a:pt x="1732089" y="2132800"/>
                </a:lnTo>
                <a:lnTo>
                  <a:pt x="1668297" y="2183600"/>
                </a:lnTo>
                <a:lnTo>
                  <a:pt x="1663179" y="2145500"/>
                </a:lnTo>
                <a:lnTo>
                  <a:pt x="1663255" y="2132800"/>
                </a:lnTo>
                <a:lnTo>
                  <a:pt x="1663331" y="2120100"/>
                </a:lnTo>
                <a:lnTo>
                  <a:pt x="1663407" y="2107400"/>
                </a:lnTo>
                <a:lnTo>
                  <a:pt x="1663484" y="2094699"/>
                </a:lnTo>
                <a:lnTo>
                  <a:pt x="1667230" y="2056599"/>
                </a:lnTo>
                <a:lnTo>
                  <a:pt x="1672437" y="2005799"/>
                </a:lnTo>
                <a:lnTo>
                  <a:pt x="1677123" y="1967699"/>
                </a:lnTo>
                <a:lnTo>
                  <a:pt x="1679308" y="1904199"/>
                </a:lnTo>
                <a:lnTo>
                  <a:pt x="1677022" y="1840699"/>
                </a:lnTo>
                <a:lnTo>
                  <a:pt x="1668297" y="1777199"/>
                </a:lnTo>
                <a:lnTo>
                  <a:pt x="1660448" y="1713699"/>
                </a:lnTo>
                <a:lnTo>
                  <a:pt x="1658289" y="1662899"/>
                </a:lnTo>
                <a:lnTo>
                  <a:pt x="1660220" y="1612099"/>
                </a:lnTo>
                <a:lnTo>
                  <a:pt x="1664639" y="1561299"/>
                </a:lnTo>
                <a:lnTo>
                  <a:pt x="1669961" y="1523199"/>
                </a:lnTo>
                <a:lnTo>
                  <a:pt x="1674583" y="1485099"/>
                </a:lnTo>
                <a:lnTo>
                  <a:pt x="1676908" y="1434299"/>
                </a:lnTo>
                <a:lnTo>
                  <a:pt x="1675345" y="1396199"/>
                </a:lnTo>
                <a:lnTo>
                  <a:pt x="1668297" y="1345399"/>
                </a:lnTo>
                <a:lnTo>
                  <a:pt x="1660321" y="1294599"/>
                </a:lnTo>
                <a:lnTo>
                  <a:pt x="1658391" y="1243799"/>
                </a:lnTo>
                <a:lnTo>
                  <a:pt x="1660639" y="1180299"/>
                </a:lnTo>
                <a:lnTo>
                  <a:pt x="1665147" y="1116799"/>
                </a:lnTo>
                <a:lnTo>
                  <a:pt x="1670050" y="1065999"/>
                </a:lnTo>
                <a:lnTo>
                  <a:pt x="1673466" y="1015199"/>
                </a:lnTo>
                <a:lnTo>
                  <a:pt x="1673504" y="977099"/>
                </a:lnTo>
                <a:lnTo>
                  <a:pt x="1668297" y="938999"/>
                </a:lnTo>
                <a:lnTo>
                  <a:pt x="1706714" y="888199"/>
                </a:lnTo>
                <a:lnTo>
                  <a:pt x="1745361" y="850099"/>
                </a:lnTo>
                <a:lnTo>
                  <a:pt x="1784311" y="824699"/>
                </a:lnTo>
                <a:lnTo>
                  <a:pt x="1810524" y="799299"/>
                </a:lnTo>
                <a:lnTo>
                  <a:pt x="1823631" y="786599"/>
                </a:lnTo>
                <a:lnTo>
                  <a:pt x="1863382" y="761199"/>
                </a:lnTo>
                <a:lnTo>
                  <a:pt x="1903641" y="723099"/>
                </a:lnTo>
                <a:lnTo>
                  <a:pt x="1944471" y="697699"/>
                </a:lnTo>
                <a:lnTo>
                  <a:pt x="1985949" y="684999"/>
                </a:lnTo>
                <a:lnTo>
                  <a:pt x="2028126" y="659599"/>
                </a:lnTo>
                <a:lnTo>
                  <a:pt x="2071090" y="646899"/>
                </a:lnTo>
                <a:lnTo>
                  <a:pt x="2114893" y="621499"/>
                </a:lnTo>
                <a:lnTo>
                  <a:pt x="2205317" y="596099"/>
                </a:lnTo>
                <a:lnTo>
                  <a:pt x="2252078" y="596099"/>
                </a:lnTo>
                <a:lnTo>
                  <a:pt x="2299957" y="583399"/>
                </a:lnTo>
                <a:lnTo>
                  <a:pt x="2558567" y="583399"/>
                </a:lnTo>
                <a:lnTo>
                  <a:pt x="2574391" y="621499"/>
                </a:lnTo>
                <a:lnTo>
                  <a:pt x="2584475" y="646899"/>
                </a:lnTo>
                <a:lnTo>
                  <a:pt x="2589949" y="684999"/>
                </a:lnTo>
                <a:lnTo>
                  <a:pt x="2591955" y="723099"/>
                </a:lnTo>
                <a:lnTo>
                  <a:pt x="2591879" y="735799"/>
                </a:lnTo>
                <a:lnTo>
                  <a:pt x="2591803" y="748499"/>
                </a:lnTo>
                <a:lnTo>
                  <a:pt x="2591727" y="761199"/>
                </a:lnTo>
                <a:lnTo>
                  <a:pt x="2591651" y="773899"/>
                </a:lnTo>
                <a:lnTo>
                  <a:pt x="2590152" y="824699"/>
                </a:lnTo>
                <a:lnTo>
                  <a:pt x="2588615" y="875499"/>
                </a:lnTo>
                <a:lnTo>
                  <a:pt x="2588514" y="888199"/>
                </a:lnTo>
                <a:lnTo>
                  <a:pt x="2588399" y="900899"/>
                </a:lnTo>
                <a:lnTo>
                  <a:pt x="2588298" y="913599"/>
                </a:lnTo>
                <a:lnTo>
                  <a:pt x="2588183" y="926299"/>
                </a:lnTo>
                <a:lnTo>
                  <a:pt x="2590000" y="989799"/>
                </a:lnTo>
                <a:lnTo>
                  <a:pt x="2595194" y="1053299"/>
                </a:lnTo>
                <a:lnTo>
                  <a:pt x="2604922" y="1116799"/>
                </a:lnTo>
                <a:lnTo>
                  <a:pt x="2614498" y="1180299"/>
                </a:lnTo>
                <a:lnTo>
                  <a:pt x="2621013" y="1243799"/>
                </a:lnTo>
                <a:lnTo>
                  <a:pt x="2625090" y="1294599"/>
                </a:lnTo>
                <a:lnTo>
                  <a:pt x="2627363" y="1345399"/>
                </a:lnTo>
                <a:lnTo>
                  <a:pt x="2628481" y="1396199"/>
                </a:lnTo>
                <a:lnTo>
                  <a:pt x="2629065" y="1446999"/>
                </a:lnTo>
                <a:lnTo>
                  <a:pt x="2629751" y="1497799"/>
                </a:lnTo>
                <a:lnTo>
                  <a:pt x="2631186" y="1535899"/>
                </a:lnTo>
                <a:lnTo>
                  <a:pt x="2634005" y="1586699"/>
                </a:lnTo>
                <a:lnTo>
                  <a:pt x="2638844" y="1624799"/>
                </a:lnTo>
                <a:lnTo>
                  <a:pt x="2646337" y="1675599"/>
                </a:lnTo>
                <a:lnTo>
                  <a:pt x="2657119" y="1713699"/>
                </a:lnTo>
                <a:lnTo>
                  <a:pt x="2657119" y="456399"/>
                </a:lnTo>
                <a:lnTo>
                  <a:pt x="2638831" y="456399"/>
                </a:lnTo>
                <a:lnTo>
                  <a:pt x="2586342" y="443699"/>
                </a:lnTo>
                <a:lnTo>
                  <a:pt x="2386838" y="443699"/>
                </a:lnTo>
                <a:lnTo>
                  <a:pt x="2339238" y="456399"/>
                </a:lnTo>
                <a:lnTo>
                  <a:pt x="2292413" y="456399"/>
                </a:lnTo>
                <a:lnTo>
                  <a:pt x="2155964" y="494499"/>
                </a:lnTo>
                <a:lnTo>
                  <a:pt x="2111591" y="519899"/>
                </a:lnTo>
                <a:lnTo>
                  <a:pt x="2024138" y="545299"/>
                </a:lnTo>
                <a:lnTo>
                  <a:pt x="1895182" y="621499"/>
                </a:lnTo>
                <a:lnTo>
                  <a:pt x="1852523" y="634199"/>
                </a:lnTo>
                <a:lnTo>
                  <a:pt x="1767293" y="684999"/>
                </a:lnTo>
                <a:lnTo>
                  <a:pt x="1724609" y="723099"/>
                </a:lnTo>
                <a:lnTo>
                  <a:pt x="1595399" y="799299"/>
                </a:lnTo>
                <a:lnTo>
                  <a:pt x="1530477" y="758164"/>
                </a:lnTo>
                <a:lnTo>
                  <a:pt x="1530477" y="1053299"/>
                </a:lnTo>
                <a:lnTo>
                  <a:pt x="1530096" y="1116799"/>
                </a:lnTo>
                <a:lnTo>
                  <a:pt x="1527962" y="1154899"/>
                </a:lnTo>
                <a:lnTo>
                  <a:pt x="1524965" y="1205699"/>
                </a:lnTo>
                <a:lnTo>
                  <a:pt x="1522006" y="1243799"/>
                </a:lnTo>
                <a:lnTo>
                  <a:pt x="1519986" y="1281899"/>
                </a:lnTo>
                <a:lnTo>
                  <a:pt x="1519923" y="1294599"/>
                </a:lnTo>
                <a:lnTo>
                  <a:pt x="1519809" y="1319999"/>
                </a:lnTo>
                <a:lnTo>
                  <a:pt x="1522374" y="1370799"/>
                </a:lnTo>
                <a:lnTo>
                  <a:pt x="1525905" y="1408899"/>
                </a:lnTo>
                <a:lnTo>
                  <a:pt x="1527327" y="1459699"/>
                </a:lnTo>
                <a:lnTo>
                  <a:pt x="1527213" y="1497799"/>
                </a:lnTo>
                <a:lnTo>
                  <a:pt x="1526082" y="1548599"/>
                </a:lnTo>
                <a:lnTo>
                  <a:pt x="1524482" y="1599399"/>
                </a:lnTo>
                <a:lnTo>
                  <a:pt x="1522971" y="1650199"/>
                </a:lnTo>
                <a:lnTo>
                  <a:pt x="1522082" y="1700999"/>
                </a:lnTo>
                <a:lnTo>
                  <a:pt x="1522158" y="1713699"/>
                </a:lnTo>
                <a:lnTo>
                  <a:pt x="1522222" y="1726399"/>
                </a:lnTo>
                <a:lnTo>
                  <a:pt x="1522336" y="1866099"/>
                </a:lnTo>
                <a:lnTo>
                  <a:pt x="1521320" y="1916899"/>
                </a:lnTo>
                <a:lnTo>
                  <a:pt x="1520177" y="1967699"/>
                </a:lnTo>
                <a:lnTo>
                  <a:pt x="1519313" y="2018499"/>
                </a:lnTo>
                <a:lnTo>
                  <a:pt x="1519212" y="2043899"/>
                </a:lnTo>
                <a:lnTo>
                  <a:pt x="1519123" y="2069299"/>
                </a:lnTo>
                <a:lnTo>
                  <a:pt x="1519999" y="2120100"/>
                </a:lnTo>
                <a:lnTo>
                  <a:pt x="1522374" y="2183600"/>
                </a:lnTo>
                <a:lnTo>
                  <a:pt x="1500530" y="2168842"/>
                </a:lnTo>
                <a:lnTo>
                  <a:pt x="1500530" y="2361400"/>
                </a:lnTo>
                <a:lnTo>
                  <a:pt x="1324800" y="2247100"/>
                </a:lnTo>
                <a:lnTo>
                  <a:pt x="1266634" y="2221700"/>
                </a:lnTo>
                <a:lnTo>
                  <a:pt x="1208862" y="2183600"/>
                </a:lnTo>
                <a:lnTo>
                  <a:pt x="1180223" y="2170900"/>
                </a:lnTo>
                <a:lnTo>
                  <a:pt x="1038974" y="2107400"/>
                </a:lnTo>
                <a:lnTo>
                  <a:pt x="983869" y="2081999"/>
                </a:lnTo>
                <a:lnTo>
                  <a:pt x="929703" y="2069299"/>
                </a:lnTo>
                <a:lnTo>
                  <a:pt x="876592" y="2043899"/>
                </a:lnTo>
                <a:lnTo>
                  <a:pt x="773976" y="2018499"/>
                </a:lnTo>
                <a:lnTo>
                  <a:pt x="676910" y="1993099"/>
                </a:lnTo>
                <a:lnTo>
                  <a:pt x="630732" y="1980399"/>
                </a:lnTo>
                <a:lnTo>
                  <a:pt x="586270" y="1980399"/>
                </a:lnTo>
                <a:lnTo>
                  <a:pt x="543648" y="1967699"/>
                </a:lnTo>
                <a:lnTo>
                  <a:pt x="502958" y="1954999"/>
                </a:lnTo>
                <a:lnTo>
                  <a:pt x="427850" y="1954999"/>
                </a:lnTo>
                <a:lnTo>
                  <a:pt x="393661" y="1942299"/>
                </a:lnTo>
                <a:lnTo>
                  <a:pt x="281838" y="1942299"/>
                </a:lnTo>
                <a:lnTo>
                  <a:pt x="281000" y="1904199"/>
                </a:lnTo>
                <a:lnTo>
                  <a:pt x="284162" y="1866099"/>
                </a:lnTo>
                <a:lnTo>
                  <a:pt x="290398" y="1827999"/>
                </a:lnTo>
                <a:lnTo>
                  <a:pt x="298843" y="1789899"/>
                </a:lnTo>
                <a:lnTo>
                  <a:pt x="308584" y="1739099"/>
                </a:lnTo>
                <a:lnTo>
                  <a:pt x="318757" y="1688299"/>
                </a:lnTo>
                <a:lnTo>
                  <a:pt x="328460" y="1650199"/>
                </a:lnTo>
                <a:lnTo>
                  <a:pt x="336791" y="1586699"/>
                </a:lnTo>
                <a:lnTo>
                  <a:pt x="342874" y="1535899"/>
                </a:lnTo>
                <a:lnTo>
                  <a:pt x="345821" y="1472399"/>
                </a:lnTo>
                <a:lnTo>
                  <a:pt x="344728" y="1408899"/>
                </a:lnTo>
                <a:lnTo>
                  <a:pt x="338721" y="1345399"/>
                </a:lnTo>
                <a:lnTo>
                  <a:pt x="333349" y="1281899"/>
                </a:lnTo>
                <a:lnTo>
                  <a:pt x="332803" y="1231099"/>
                </a:lnTo>
                <a:lnTo>
                  <a:pt x="336207" y="1192999"/>
                </a:lnTo>
                <a:lnTo>
                  <a:pt x="342658" y="1154899"/>
                </a:lnTo>
                <a:lnTo>
                  <a:pt x="351269" y="1116799"/>
                </a:lnTo>
                <a:lnTo>
                  <a:pt x="361162" y="1078699"/>
                </a:lnTo>
                <a:lnTo>
                  <a:pt x="371436" y="1053299"/>
                </a:lnTo>
                <a:lnTo>
                  <a:pt x="381203" y="1015199"/>
                </a:lnTo>
                <a:lnTo>
                  <a:pt x="389572" y="977099"/>
                </a:lnTo>
                <a:lnTo>
                  <a:pt x="395655" y="938999"/>
                </a:lnTo>
                <a:lnTo>
                  <a:pt x="398564" y="900899"/>
                </a:lnTo>
                <a:lnTo>
                  <a:pt x="397408" y="850099"/>
                </a:lnTo>
                <a:lnTo>
                  <a:pt x="391312" y="799299"/>
                </a:lnTo>
                <a:lnTo>
                  <a:pt x="467893" y="799299"/>
                </a:lnTo>
                <a:lnTo>
                  <a:pt x="473494" y="850099"/>
                </a:lnTo>
                <a:lnTo>
                  <a:pt x="473557" y="900899"/>
                </a:lnTo>
                <a:lnTo>
                  <a:pt x="469226" y="951699"/>
                </a:lnTo>
                <a:lnTo>
                  <a:pt x="461645" y="989799"/>
                </a:lnTo>
                <a:lnTo>
                  <a:pt x="451967" y="1027899"/>
                </a:lnTo>
                <a:lnTo>
                  <a:pt x="441312" y="1065999"/>
                </a:lnTo>
                <a:lnTo>
                  <a:pt x="430847" y="1116799"/>
                </a:lnTo>
                <a:lnTo>
                  <a:pt x="421716" y="1154899"/>
                </a:lnTo>
                <a:lnTo>
                  <a:pt x="415061" y="1192999"/>
                </a:lnTo>
                <a:lnTo>
                  <a:pt x="412026" y="1243799"/>
                </a:lnTo>
                <a:lnTo>
                  <a:pt x="413753" y="1281899"/>
                </a:lnTo>
                <a:lnTo>
                  <a:pt x="429628" y="1383499"/>
                </a:lnTo>
                <a:lnTo>
                  <a:pt x="431241" y="1434299"/>
                </a:lnTo>
                <a:lnTo>
                  <a:pt x="427621" y="1485099"/>
                </a:lnTo>
                <a:lnTo>
                  <a:pt x="420166" y="1523199"/>
                </a:lnTo>
                <a:lnTo>
                  <a:pt x="410260" y="1561299"/>
                </a:lnTo>
                <a:lnTo>
                  <a:pt x="399275" y="1612099"/>
                </a:lnTo>
                <a:lnTo>
                  <a:pt x="388607" y="1650199"/>
                </a:lnTo>
                <a:lnTo>
                  <a:pt x="379628" y="1688299"/>
                </a:lnTo>
                <a:lnTo>
                  <a:pt x="373722" y="1739099"/>
                </a:lnTo>
                <a:lnTo>
                  <a:pt x="372287" y="1789899"/>
                </a:lnTo>
                <a:lnTo>
                  <a:pt x="376694" y="1840699"/>
                </a:lnTo>
                <a:lnTo>
                  <a:pt x="397789" y="1853399"/>
                </a:lnTo>
                <a:lnTo>
                  <a:pt x="446049" y="1853399"/>
                </a:lnTo>
                <a:lnTo>
                  <a:pt x="444271" y="1840699"/>
                </a:lnTo>
                <a:lnTo>
                  <a:pt x="447421" y="1840699"/>
                </a:lnTo>
                <a:lnTo>
                  <a:pt x="455256" y="1827999"/>
                </a:lnTo>
                <a:lnTo>
                  <a:pt x="483997" y="1827999"/>
                </a:lnTo>
                <a:lnTo>
                  <a:pt x="504418" y="1815299"/>
                </a:lnTo>
                <a:lnTo>
                  <a:pt x="620674" y="1815299"/>
                </a:lnTo>
                <a:lnTo>
                  <a:pt x="657161" y="1827999"/>
                </a:lnTo>
                <a:lnTo>
                  <a:pt x="696125" y="1827999"/>
                </a:lnTo>
                <a:lnTo>
                  <a:pt x="737336" y="1840699"/>
                </a:lnTo>
                <a:lnTo>
                  <a:pt x="780516" y="1853399"/>
                </a:lnTo>
                <a:lnTo>
                  <a:pt x="825461" y="1866099"/>
                </a:lnTo>
                <a:lnTo>
                  <a:pt x="919581" y="1891499"/>
                </a:lnTo>
                <a:lnTo>
                  <a:pt x="968273" y="1916899"/>
                </a:lnTo>
                <a:lnTo>
                  <a:pt x="1117981" y="1993099"/>
                </a:lnTo>
                <a:lnTo>
                  <a:pt x="1267942" y="2107400"/>
                </a:lnTo>
                <a:lnTo>
                  <a:pt x="1316850" y="2145500"/>
                </a:lnTo>
                <a:lnTo>
                  <a:pt x="1364805" y="2196300"/>
                </a:lnTo>
                <a:lnTo>
                  <a:pt x="1411566" y="2247100"/>
                </a:lnTo>
                <a:lnTo>
                  <a:pt x="1456893" y="2297900"/>
                </a:lnTo>
                <a:lnTo>
                  <a:pt x="1500530" y="2361400"/>
                </a:lnTo>
                <a:lnTo>
                  <a:pt x="1500530" y="2168842"/>
                </a:lnTo>
                <a:lnTo>
                  <a:pt x="1465986" y="2145500"/>
                </a:lnTo>
                <a:lnTo>
                  <a:pt x="1410093" y="2094699"/>
                </a:lnTo>
                <a:lnTo>
                  <a:pt x="1300124" y="2018499"/>
                </a:lnTo>
                <a:lnTo>
                  <a:pt x="1246225" y="1993099"/>
                </a:lnTo>
                <a:lnTo>
                  <a:pt x="1193190" y="1954999"/>
                </a:lnTo>
                <a:lnTo>
                  <a:pt x="1141082" y="1929599"/>
                </a:lnTo>
                <a:lnTo>
                  <a:pt x="1090002" y="1891499"/>
                </a:lnTo>
                <a:lnTo>
                  <a:pt x="1040041" y="1866099"/>
                </a:lnTo>
                <a:lnTo>
                  <a:pt x="991298" y="1840699"/>
                </a:lnTo>
                <a:lnTo>
                  <a:pt x="943851" y="1827999"/>
                </a:lnTo>
                <a:lnTo>
                  <a:pt x="920826" y="1815299"/>
                </a:lnTo>
                <a:lnTo>
                  <a:pt x="897788" y="1802599"/>
                </a:lnTo>
                <a:lnTo>
                  <a:pt x="853211" y="1789899"/>
                </a:lnTo>
                <a:lnTo>
                  <a:pt x="810209" y="1764499"/>
                </a:lnTo>
                <a:lnTo>
                  <a:pt x="768870" y="1751799"/>
                </a:lnTo>
                <a:lnTo>
                  <a:pt x="729272" y="1751799"/>
                </a:lnTo>
                <a:lnTo>
                  <a:pt x="691515" y="1739099"/>
                </a:lnTo>
                <a:lnTo>
                  <a:pt x="655701" y="1726399"/>
                </a:lnTo>
                <a:lnTo>
                  <a:pt x="533552" y="1726399"/>
                </a:lnTo>
                <a:lnTo>
                  <a:pt x="523214" y="1675599"/>
                </a:lnTo>
                <a:lnTo>
                  <a:pt x="518604" y="1624799"/>
                </a:lnTo>
                <a:lnTo>
                  <a:pt x="518668" y="1612099"/>
                </a:lnTo>
                <a:lnTo>
                  <a:pt x="518744" y="1599399"/>
                </a:lnTo>
                <a:lnTo>
                  <a:pt x="518807" y="1586699"/>
                </a:lnTo>
                <a:lnTo>
                  <a:pt x="522859" y="1535899"/>
                </a:lnTo>
                <a:lnTo>
                  <a:pt x="529831" y="1485099"/>
                </a:lnTo>
                <a:lnTo>
                  <a:pt x="538810" y="1434299"/>
                </a:lnTo>
                <a:lnTo>
                  <a:pt x="548843" y="1383499"/>
                </a:lnTo>
                <a:lnTo>
                  <a:pt x="559003" y="1332699"/>
                </a:lnTo>
                <a:lnTo>
                  <a:pt x="568363" y="1281899"/>
                </a:lnTo>
                <a:lnTo>
                  <a:pt x="575983" y="1231099"/>
                </a:lnTo>
                <a:lnTo>
                  <a:pt x="580923" y="1180299"/>
                </a:lnTo>
                <a:lnTo>
                  <a:pt x="585089" y="1142199"/>
                </a:lnTo>
                <a:lnTo>
                  <a:pt x="591248" y="1091399"/>
                </a:lnTo>
                <a:lnTo>
                  <a:pt x="598792" y="1053299"/>
                </a:lnTo>
                <a:lnTo>
                  <a:pt x="607136" y="1015199"/>
                </a:lnTo>
                <a:lnTo>
                  <a:pt x="615708" y="964399"/>
                </a:lnTo>
                <a:lnTo>
                  <a:pt x="623887" y="926299"/>
                </a:lnTo>
                <a:lnTo>
                  <a:pt x="631113" y="875499"/>
                </a:lnTo>
                <a:lnTo>
                  <a:pt x="636778" y="824699"/>
                </a:lnTo>
                <a:lnTo>
                  <a:pt x="640295" y="773899"/>
                </a:lnTo>
                <a:lnTo>
                  <a:pt x="641083" y="723099"/>
                </a:lnTo>
                <a:lnTo>
                  <a:pt x="638543" y="659599"/>
                </a:lnTo>
                <a:lnTo>
                  <a:pt x="632104" y="596099"/>
                </a:lnTo>
                <a:lnTo>
                  <a:pt x="693305" y="583399"/>
                </a:lnTo>
                <a:lnTo>
                  <a:pt x="859269" y="583399"/>
                </a:lnTo>
                <a:lnTo>
                  <a:pt x="909447" y="596099"/>
                </a:lnTo>
                <a:lnTo>
                  <a:pt x="957427" y="608799"/>
                </a:lnTo>
                <a:lnTo>
                  <a:pt x="1003427" y="621499"/>
                </a:lnTo>
                <a:lnTo>
                  <a:pt x="1047661" y="634199"/>
                </a:lnTo>
                <a:lnTo>
                  <a:pt x="1090371" y="646899"/>
                </a:lnTo>
                <a:lnTo>
                  <a:pt x="1131760" y="672299"/>
                </a:lnTo>
                <a:lnTo>
                  <a:pt x="1172070" y="697699"/>
                </a:lnTo>
                <a:lnTo>
                  <a:pt x="1211503" y="710399"/>
                </a:lnTo>
                <a:lnTo>
                  <a:pt x="1326807" y="786599"/>
                </a:lnTo>
                <a:lnTo>
                  <a:pt x="1364996" y="824699"/>
                </a:lnTo>
                <a:lnTo>
                  <a:pt x="1442300" y="875499"/>
                </a:lnTo>
                <a:lnTo>
                  <a:pt x="1481886" y="913599"/>
                </a:lnTo>
                <a:lnTo>
                  <a:pt x="1522374" y="938999"/>
                </a:lnTo>
                <a:lnTo>
                  <a:pt x="1528203" y="1002499"/>
                </a:lnTo>
                <a:lnTo>
                  <a:pt x="1530477" y="1053299"/>
                </a:lnTo>
                <a:lnTo>
                  <a:pt x="1530477" y="758164"/>
                </a:lnTo>
                <a:lnTo>
                  <a:pt x="1433207" y="697699"/>
                </a:lnTo>
                <a:lnTo>
                  <a:pt x="1349260" y="646899"/>
                </a:lnTo>
                <a:lnTo>
                  <a:pt x="1263370" y="596099"/>
                </a:lnTo>
                <a:lnTo>
                  <a:pt x="1219669" y="583399"/>
                </a:lnTo>
                <a:lnTo>
                  <a:pt x="1130744" y="532599"/>
                </a:lnTo>
                <a:lnTo>
                  <a:pt x="1085507" y="519899"/>
                </a:lnTo>
                <a:lnTo>
                  <a:pt x="1039736" y="494499"/>
                </a:lnTo>
                <a:lnTo>
                  <a:pt x="851293" y="443699"/>
                </a:lnTo>
                <a:lnTo>
                  <a:pt x="802805" y="443699"/>
                </a:lnTo>
                <a:lnTo>
                  <a:pt x="753757" y="430999"/>
                </a:lnTo>
                <a:lnTo>
                  <a:pt x="704151" y="430999"/>
                </a:lnTo>
                <a:lnTo>
                  <a:pt x="653961" y="443699"/>
                </a:lnTo>
                <a:lnTo>
                  <a:pt x="603186" y="443699"/>
                </a:lnTo>
                <a:lnTo>
                  <a:pt x="551840" y="456399"/>
                </a:lnTo>
                <a:lnTo>
                  <a:pt x="513867" y="456399"/>
                </a:lnTo>
                <a:lnTo>
                  <a:pt x="497103" y="469099"/>
                </a:lnTo>
                <a:lnTo>
                  <a:pt x="497001" y="494499"/>
                </a:lnTo>
                <a:lnTo>
                  <a:pt x="496912" y="519899"/>
                </a:lnTo>
                <a:lnTo>
                  <a:pt x="488048" y="570699"/>
                </a:lnTo>
                <a:lnTo>
                  <a:pt x="479132" y="608799"/>
                </a:lnTo>
                <a:lnTo>
                  <a:pt x="479044" y="621499"/>
                </a:lnTo>
                <a:lnTo>
                  <a:pt x="478967" y="634199"/>
                </a:lnTo>
                <a:lnTo>
                  <a:pt x="478891" y="646899"/>
                </a:lnTo>
                <a:lnTo>
                  <a:pt x="478815" y="659599"/>
                </a:lnTo>
                <a:lnTo>
                  <a:pt x="439280" y="659599"/>
                </a:lnTo>
                <a:lnTo>
                  <a:pt x="400596" y="646899"/>
                </a:lnTo>
                <a:lnTo>
                  <a:pt x="360883" y="646899"/>
                </a:lnTo>
                <a:lnTo>
                  <a:pt x="318287" y="659599"/>
                </a:lnTo>
                <a:lnTo>
                  <a:pt x="256311" y="659599"/>
                </a:lnTo>
                <a:lnTo>
                  <a:pt x="259181" y="710399"/>
                </a:lnTo>
                <a:lnTo>
                  <a:pt x="251206" y="748499"/>
                </a:lnTo>
                <a:lnTo>
                  <a:pt x="241211" y="811999"/>
                </a:lnTo>
                <a:lnTo>
                  <a:pt x="238023" y="875499"/>
                </a:lnTo>
                <a:lnTo>
                  <a:pt x="156921" y="875499"/>
                </a:lnTo>
                <a:lnTo>
                  <a:pt x="135496" y="888199"/>
                </a:lnTo>
                <a:lnTo>
                  <a:pt x="119735" y="913599"/>
                </a:lnTo>
                <a:lnTo>
                  <a:pt x="110388" y="938999"/>
                </a:lnTo>
                <a:lnTo>
                  <a:pt x="107759" y="989799"/>
                </a:lnTo>
                <a:lnTo>
                  <a:pt x="102463" y="1053299"/>
                </a:lnTo>
                <a:lnTo>
                  <a:pt x="95199" y="1104099"/>
                </a:lnTo>
                <a:lnTo>
                  <a:pt x="86677" y="1154899"/>
                </a:lnTo>
                <a:lnTo>
                  <a:pt x="77597" y="1205699"/>
                </a:lnTo>
                <a:lnTo>
                  <a:pt x="68656" y="1256499"/>
                </a:lnTo>
                <a:lnTo>
                  <a:pt x="60591" y="1307299"/>
                </a:lnTo>
                <a:lnTo>
                  <a:pt x="54076" y="1358099"/>
                </a:lnTo>
                <a:lnTo>
                  <a:pt x="49834" y="1396199"/>
                </a:lnTo>
                <a:lnTo>
                  <a:pt x="48577" y="1434299"/>
                </a:lnTo>
                <a:lnTo>
                  <a:pt x="50990" y="1472399"/>
                </a:lnTo>
                <a:lnTo>
                  <a:pt x="57810" y="1510499"/>
                </a:lnTo>
                <a:lnTo>
                  <a:pt x="64719" y="1535899"/>
                </a:lnTo>
                <a:lnTo>
                  <a:pt x="67424" y="1573999"/>
                </a:lnTo>
                <a:lnTo>
                  <a:pt x="66522" y="1624799"/>
                </a:lnTo>
                <a:lnTo>
                  <a:pt x="62661" y="1662899"/>
                </a:lnTo>
                <a:lnTo>
                  <a:pt x="56476" y="1726399"/>
                </a:lnTo>
                <a:lnTo>
                  <a:pt x="48602" y="1777199"/>
                </a:lnTo>
                <a:lnTo>
                  <a:pt x="39636" y="1827999"/>
                </a:lnTo>
                <a:lnTo>
                  <a:pt x="30251" y="1891499"/>
                </a:lnTo>
                <a:lnTo>
                  <a:pt x="21043" y="1942299"/>
                </a:lnTo>
                <a:lnTo>
                  <a:pt x="12674" y="2005799"/>
                </a:lnTo>
                <a:lnTo>
                  <a:pt x="5753" y="2069299"/>
                </a:lnTo>
                <a:lnTo>
                  <a:pt x="914" y="2120100"/>
                </a:lnTo>
                <a:lnTo>
                  <a:pt x="0" y="2145500"/>
                </a:lnTo>
                <a:lnTo>
                  <a:pt x="14605" y="2170900"/>
                </a:lnTo>
                <a:lnTo>
                  <a:pt x="37858" y="2196300"/>
                </a:lnTo>
                <a:lnTo>
                  <a:pt x="110083" y="2196300"/>
                </a:lnTo>
                <a:lnTo>
                  <a:pt x="146951" y="2183600"/>
                </a:lnTo>
                <a:lnTo>
                  <a:pt x="222504" y="2183600"/>
                </a:lnTo>
                <a:lnTo>
                  <a:pt x="261226" y="2170900"/>
                </a:lnTo>
                <a:lnTo>
                  <a:pt x="551548" y="2170900"/>
                </a:lnTo>
                <a:lnTo>
                  <a:pt x="595998" y="2183600"/>
                </a:lnTo>
                <a:lnTo>
                  <a:pt x="641235" y="2183600"/>
                </a:lnTo>
                <a:lnTo>
                  <a:pt x="734187" y="2209000"/>
                </a:lnTo>
                <a:lnTo>
                  <a:pt x="781926" y="2209000"/>
                </a:lnTo>
                <a:lnTo>
                  <a:pt x="830529" y="2234400"/>
                </a:lnTo>
                <a:lnTo>
                  <a:pt x="930402" y="2259800"/>
                </a:lnTo>
                <a:lnTo>
                  <a:pt x="981722" y="2285200"/>
                </a:lnTo>
                <a:lnTo>
                  <a:pt x="1087170" y="2336000"/>
                </a:lnTo>
                <a:lnTo>
                  <a:pt x="1196530" y="2386800"/>
                </a:lnTo>
                <a:lnTo>
                  <a:pt x="1252715" y="2424900"/>
                </a:lnTo>
                <a:lnTo>
                  <a:pt x="1309928" y="2463000"/>
                </a:lnTo>
                <a:lnTo>
                  <a:pt x="1368183" y="2501100"/>
                </a:lnTo>
                <a:lnTo>
                  <a:pt x="1427505" y="2539200"/>
                </a:lnTo>
                <a:lnTo>
                  <a:pt x="1446733" y="2551900"/>
                </a:lnTo>
                <a:lnTo>
                  <a:pt x="1465008" y="2551900"/>
                </a:lnTo>
                <a:lnTo>
                  <a:pt x="1484591" y="2564600"/>
                </a:lnTo>
                <a:lnTo>
                  <a:pt x="1711032" y="2564600"/>
                </a:lnTo>
                <a:lnTo>
                  <a:pt x="1731556" y="2551900"/>
                </a:lnTo>
                <a:lnTo>
                  <a:pt x="1750568" y="2551900"/>
                </a:lnTo>
                <a:lnTo>
                  <a:pt x="1766849" y="2539200"/>
                </a:lnTo>
                <a:lnTo>
                  <a:pt x="1826539" y="2513800"/>
                </a:lnTo>
                <a:lnTo>
                  <a:pt x="1885950" y="2475700"/>
                </a:lnTo>
                <a:lnTo>
                  <a:pt x="2119338" y="2374100"/>
                </a:lnTo>
                <a:lnTo>
                  <a:pt x="2176310" y="2348700"/>
                </a:lnTo>
                <a:lnTo>
                  <a:pt x="2288171" y="2323300"/>
                </a:lnTo>
                <a:lnTo>
                  <a:pt x="2342934" y="2297900"/>
                </a:lnTo>
                <a:lnTo>
                  <a:pt x="2449817" y="2272500"/>
                </a:lnTo>
                <a:lnTo>
                  <a:pt x="2501811" y="2272500"/>
                </a:lnTo>
                <a:lnTo>
                  <a:pt x="2651226" y="2234400"/>
                </a:lnTo>
                <a:lnTo>
                  <a:pt x="2744749" y="2234400"/>
                </a:lnTo>
                <a:lnTo>
                  <a:pt x="2789504" y="2221700"/>
                </a:lnTo>
                <a:lnTo>
                  <a:pt x="2874657" y="2221700"/>
                </a:lnTo>
                <a:lnTo>
                  <a:pt x="2914942" y="2209000"/>
                </a:lnTo>
                <a:lnTo>
                  <a:pt x="3148444" y="2209000"/>
                </a:lnTo>
                <a:lnTo>
                  <a:pt x="3172015" y="2183600"/>
                </a:lnTo>
                <a:lnTo>
                  <a:pt x="3188995" y="2158200"/>
                </a:lnTo>
                <a:lnTo>
                  <a:pt x="3197123" y="21328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40963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REFERENCES</a:t>
            </a:r>
            <a:r>
              <a:rPr dirty="0" spc="-35"/>
              <a:t> </a:t>
            </a:r>
            <a:r>
              <a:rPr dirty="0" spc="-175"/>
              <a:t>(2/2)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275" y="2770632"/>
            <a:ext cx="589026" cy="480822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962050" y="1533220"/>
            <a:ext cx="10011410" cy="183261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Type?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Systematic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Comparison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Software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Quality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GitHub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85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Justus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Bogner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Manuel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Merkel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(2022)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5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https://dl.acm.org/doi/pdf/10.1145/3524842.3528454</a:t>
            </a:r>
            <a:endParaRPr sz="1800">
              <a:latin typeface="Calibri"/>
              <a:cs typeface="Calibri"/>
            </a:endParaRPr>
          </a:p>
          <a:p>
            <a:pPr marL="554990">
              <a:lnSpc>
                <a:spcPts val="194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Interesting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read.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authors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compare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TypeScript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grounds,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ranging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quality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readability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bug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proneness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bug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resolution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times.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5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25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25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0"/>
              <a:t> 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Lecture</a:t>
            </a:r>
            <a:r>
              <a:rPr dirty="0" spc="-40"/>
              <a:t> </a:t>
            </a:r>
            <a:r>
              <a:rPr dirty="0"/>
              <a:t>16</a:t>
            </a:r>
            <a:r>
              <a:rPr dirty="0" spc="-10"/>
              <a:t> </a:t>
            </a:r>
            <a:r>
              <a:rPr dirty="0"/>
              <a:t>-</a:t>
            </a:r>
            <a:r>
              <a:rPr dirty="0" spc="-20"/>
              <a:t> </a:t>
            </a:r>
            <a:r>
              <a:rPr dirty="0" spc="-10"/>
              <a:t>TypeScript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 spc="-25"/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37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2025-04-12T10:09:46Z</dcterms:created>
  <dcterms:modified xsi:type="dcterms:W3CDTF">2025-04-12T10:09:46Z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