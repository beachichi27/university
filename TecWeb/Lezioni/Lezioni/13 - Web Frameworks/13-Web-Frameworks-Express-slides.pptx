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2050" y="3005708"/>
            <a:ext cx="2632710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966660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533220"/>
            <a:ext cx="10173335" cy="1732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821626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docenti.unina.it/luigiliberolucio.starace" TargetMode="External"/><Relationship Id="rId5" Type="http://schemas.openxmlformats.org/officeDocument/2006/relationships/hyperlink" Target="https://luistar.github.io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Comparison_of_server-side_web_frameworks" TargetMode="Externa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jp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jp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jp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jpg"/><Relationship Id="rId20" Type="http://schemas.openxmlformats.org/officeDocument/2006/relationships/image" Target="../media/image3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odejs.org/en/" TargetMode="External"/><Relationship Id="rId3" Type="http://schemas.openxmlformats.org/officeDocument/2006/relationships/image" Target="../media/image38.jpg"/><Relationship Id="rId4" Type="http://schemas.openxmlformats.org/officeDocument/2006/relationships/hyperlink" Target="https://2022.stateofjs.com/en-US/other-tools/#backend_frameworks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pressjs.com/en/4x/api.html#res.download" TargetMode="External"/><Relationship Id="rId3" Type="http://schemas.openxmlformats.org/officeDocument/2006/relationships/hyperlink" Target="https://expressjs.com/en/4x/api.html#res.end" TargetMode="External"/><Relationship Id="rId4" Type="http://schemas.openxmlformats.org/officeDocument/2006/relationships/hyperlink" Target="https://expressjs.com/en/4x/api.html#res.json" TargetMode="External"/><Relationship Id="rId5" Type="http://schemas.openxmlformats.org/officeDocument/2006/relationships/hyperlink" Target="https://expressjs.com/en/4x/api.html#res.jsonp" TargetMode="External"/><Relationship Id="rId6" Type="http://schemas.openxmlformats.org/officeDocument/2006/relationships/hyperlink" Target="https://expressjs.com/en/4x/api.html#res.redirect" TargetMode="External"/><Relationship Id="rId7" Type="http://schemas.openxmlformats.org/officeDocument/2006/relationships/hyperlink" Target="https://expressjs.com/en/4x/api.html#res.render" TargetMode="External"/><Relationship Id="rId8" Type="http://schemas.openxmlformats.org/officeDocument/2006/relationships/hyperlink" Target="https://expressjs.com/en/4x/api.html#res.send" TargetMode="External"/><Relationship Id="rId9" Type="http://schemas.openxmlformats.org/officeDocument/2006/relationships/hyperlink" Target="https://expressjs.com/en/4x/api.html#res.sendFile" TargetMode="External"/><Relationship Id="rId10" Type="http://schemas.openxmlformats.org/officeDocument/2006/relationships/hyperlink" Target="https://expressjs.com/en/4x/api.html#res.sendStatus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xpressjs.com/en/4x/api.html#express.static" TargetMode="Externa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xpressjs.com/en/4x/api.html#express.urlencoded" TargetMode="Externa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xpressjs.com/en/4x/api.html#express.json" TargetMode="External"/><Relationship Id="rId3" Type="http://schemas.openxmlformats.org/officeDocument/2006/relationships/hyperlink" Target="http://localhost:3000/json" TargetMode="Externa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xpressjs.com/en/resources/middleware/session.html" TargetMode="External"/><Relationship Id="rId3" Type="http://schemas.openxmlformats.org/officeDocument/2006/relationships/hyperlink" Target="https://github.com/tj/connect-redis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xpressjs.com/en/resources/middleware/cookie-parser.html" TargetMode="Externa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pmjs.com/package/connect-flash" TargetMode="Externa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Learn/Server-side/Express_Nodejs" TargetMode="External"/><Relationship Id="rId3" Type="http://schemas.openxmlformats.org/officeDocument/2006/relationships/hyperlink" Target="https://martinfowler.com/bliki/InversionOfControl.html" TargetMode="External"/><Relationship Id="rId4" Type="http://schemas.openxmlformats.org/officeDocument/2006/relationships/hyperlink" Target="https://expressjs.com/en/guide/routing.html" TargetMode="External"/><Relationship Id="rId5" Type="http://schemas.openxmlformats.org/officeDocument/2006/relationships/hyperlink" Target="https://expressjs.com/en/guide/writing-middleware.html" TargetMode="External"/><Relationship Id="rId6" Type="http://schemas.openxmlformats.org/officeDocument/2006/relationships/hyperlink" Target="https://expressjs.com/en/guide/using-middleware.html" TargetMode="External"/><Relationship Id="rId7" Type="http://schemas.openxmlformats.org/officeDocument/2006/relationships/hyperlink" Target="https://expressjs.com/en/guide/using-template-engines.html" TargetMode="External"/><Relationship Id="rId8" Type="http://schemas.openxmlformats.org/officeDocument/2006/relationships/hyperlink" Target="https://expressjs.com/en/guide/error-handling.htm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230958"/>
            <a:ext cx="7683500" cy="17633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 spc="-85" b="1">
                <a:solidFill>
                  <a:srgbClr val="111F35"/>
                </a:solidFill>
                <a:latin typeface="Tahoma"/>
                <a:cs typeface="Tahoma"/>
              </a:rPr>
              <a:t>WEB</a:t>
            </a:r>
            <a:r>
              <a:rPr dirty="0" sz="6000" spc="-34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14" b="1">
                <a:solidFill>
                  <a:srgbClr val="111F35"/>
                </a:solidFill>
                <a:latin typeface="Tahoma"/>
                <a:cs typeface="Tahoma"/>
              </a:rPr>
              <a:t>FRAMEWORKS: </a:t>
            </a:r>
            <a:r>
              <a:rPr dirty="0" sz="6000" spc="-290" b="1">
                <a:solidFill>
                  <a:srgbClr val="111F35"/>
                </a:solidFill>
                <a:latin typeface="Tahoma"/>
                <a:cs typeface="Tahoma"/>
              </a:rPr>
              <a:t>EXPRESS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407535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278130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https://docenti.unina.it/luigiliberolucio.starace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https://luistar.github.io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11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40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5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13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PREVIOUSLY,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95"/>
              <a:t> </a:t>
            </a:r>
            <a:r>
              <a:rPr dirty="0" spc="-70"/>
              <a:t>WEB</a:t>
            </a:r>
            <a:r>
              <a:rPr dirty="0" spc="-114"/>
              <a:t> </a:t>
            </a:r>
            <a:r>
              <a:rPr dirty="0" spc="-10"/>
              <a:t>TECHNOLOGIES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611" y="1962911"/>
            <a:ext cx="915161" cy="74752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2050" y="1443821"/>
            <a:ext cx="9999345" cy="4161154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server-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029" algn="l"/>
                <a:tab pos="882777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CGI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PHP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8.2</a:t>
            </a:r>
            <a:endParaRPr sz="2800">
              <a:latin typeface="Calibri"/>
              <a:cs typeface="Calibri"/>
            </a:endParaRPr>
          </a:p>
          <a:p>
            <a:pPr marL="12700" marR="2642870" indent="227329">
              <a:lnSpc>
                <a:spcPts val="4029"/>
              </a:lnSpc>
              <a:spcBef>
                <a:spcPts val="2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Node.js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few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pain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points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870"/>
              </a:lnSpc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Lots</a:t>
            </a:r>
            <a:r>
              <a:rPr dirty="0" sz="24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tedious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stuff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parse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cookies,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read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parse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bodies,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…)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out-of-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the-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box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management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(except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PHP)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out-of-the-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box</a:t>
            </a:r>
            <a:r>
              <a:rPr dirty="0" sz="2400" spc="-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authentication)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out-of-the-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box</a:t>
            </a:r>
            <a:r>
              <a:rPr dirty="0" sz="2400" spc="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templating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COMMON</a:t>
            </a:r>
            <a:r>
              <a:rPr dirty="0" spc="-110"/>
              <a:t> </a:t>
            </a:r>
            <a:r>
              <a:rPr dirty="0" spc="-20"/>
              <a:t>TASKS</a:t>
            </a:r>
            <a:r>
              <a:rPr dirty="0" spc="-114"/>
              <a:t> </a:t>
            </a:r>
            <a:r>
              <a:rPr dirty="0"/>
              <a:t>IN</a:t>
            </a:r>
            <a:r>
              <a:rPr dirty="0" spc="-120"/>
              <a:t> </a:t>
            </a:r>
            <a:r>
              <a:rPr dirty="0" spc="-60"/>
              <a:t>WEB</a:t>
            </a:r>
            <a:r>
              <a:rPr dirty="0" spc="-125"/>
              <a:t> </a:t>
            </a:r>
            <a:r>
              <a:rPr dirty="0" spc="-10"/>
              <a:t>DEVELOPMENT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964930" cy="3094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Managing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800" spc="-1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Managing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Sessions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Managing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Authentication/Authorization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invent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wheel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project,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right?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200"/>
              <a:t> </a:t>
            </a:r>
            <a:r>
              <a:rPr dirty="0" spc="-65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08895" cy="35223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foundation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  <a:p>
            <a:pPr marL="240029" marR="3556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specifically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simplify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streamline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development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marL="240029" marR="25844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(structured)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organize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web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reducing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scratch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invent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wheel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things!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551815"/>
            <a:ext cx="45605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>
                <a:solidFill>
                  <a:srgbClr val="FFFFFF"/>
                </a:solidFill>
              </a:rPr>
              <a:t>SOFTWARE</a:t>
            </a:r>
            <a:r>
              <a:rPr dirty="0" spc="-185">
                <a:solidFill>
                  <a:srgbClr val="FFFFFF"/>
                </a:solidFill>
              </a:rPr>
              <a:t> LIBRARY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251575" y="1533220"/>
            <a:ext cx="4969510" cy="30118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32067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Embody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abstract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design,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behaviour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built-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plugged-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user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1533220"/>
            <a:ext cx="4970780" cy="30118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3906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Essentially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 we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done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dirty="0" sz="2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dirty="0" sz="2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caller</a:t>
            </a:r>
            <a:endParaRPr sz="2800">
              <a:latin typeface="Calibri"/>
              <a:cs typeface="Calibri"/>
            </a:endParaRPr>
          </a:p>
          <a:p>
            <a:pPr marL="240029" marR="77914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(e.g.: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main </a:t>
            </a: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method)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dirty="0" sz="2800" spc="-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51575" y="551815"/>
            <a:ext cx="30391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5" b="1">
                <a:solidFill>
                  <a:srgbClr val="111F35"/>
                </a:solidFill>
                <a:latin typeface="Tahoma"/>
                <a:cs typeface="Tahoma"/>
              </a:rPr>
              <a:t>FRAMEWORK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651750" y="5094478"/>
            <a:ext cx="205104" cy="429259"/>
            <a:chOff x="7651750" y="5094478"/>
            <a:chExt cx="205104" cy="42925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8100" y="5100828"/>
              <a:ext cx="192024" cy="41605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658100" y="5100828"/>
              <a:ext cx="192405" cy="416559"/>
            </a:xfrm>
            <a:custGeom>
              <a:avLst/>
              <a:gdLst/>
              <a:ahLst/>
              <a:cxnLst/>
              <a:rect l="l" t="t" r="r" b="b"/>
              <a:pathLst>
                <a:path w="192404" h="416560">
                  <a:moveTo>
                    <a:pt x="129031" y="0"/>
                  </a:moveTo>
                  <a:lnTo>
                    <a:pt x="129031" y="259969"/>
                  </a:lnTo>
                  <a:lnTo>
                    <a:pt x="192024" y="259969"/>
                  </a:lnTo>
                  <a:lnTo>
                    <a:pt x="96011" y="416052"/>
                  </a:lnTo>
                  <a:lnTo>
                    <a:pt x="0" y="259969"/>
                  </a:lnTo>
                  <a:lnTo>
                    <a:pt x="62992" y="259969"/>
                  </a:lnTo>
                  <a:lnTo>
                    <a:pt x="62992" y="0"/>
                  </a:lnTo>
                  <a:lnTo>
                    <a:pt x="129031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7417054" y="4439158"/>
            <a:ext cx="3100705" cy="1090295"/>
            <a:chOff x="7417054" y="4439158"/>
            <a:chExt cx="3100705" cy="109029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2104" y="5106924"/>
              <a:ext cx="193548" cy="4160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452104" y="5106924"/>
              <a:ext cx="193675" cy="416559"/>
            </a:xfrm>
            <a:custGeom>
              <a:avLst/>
              <a:gdLst/>
              <a:ahLst/>
              <a:cxnLst/>
              <a:rect l="l" t="t" r="r" b="b"/>
              <a:pathLst>
                <a:path w="193675" h="416560">
                  <a:moveTo>
                    <a:pt x="63500" y="416051"/>
                  </a:moveTo>
                  <a:lnTo>
                    <a:pt x="63500" y="157353"/>
                  </a:lnTo>
                  <a:lnTo>
                    <a:pt x="0" y="157353"/>
                  </a:lnTo>
                  <a:lnTo>
                    <a:pt x="96774" y="0"/>
                  </a:lnTo>
                  <a:lnTo>
                    <a:pt x="193548" y="157353"/>
                  </a:lnTo>
                  <a:lnTo>
                    <a:pt x="130048" y="157353"/>
                  </a:lnTo>
                  <a:lnTo>
                    <a:pt x="130048" y="416051"/>
                  </a:lnTo>
                  <a:lnTo>
                    <a:pt x="63500" y="41605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423404" y="4445508"/>
              <a:ext cx="3088005" cy="658495"/>
            </a:xfrm>
            <a:custGeom>
              <a:avLst/>
              <a:gdLst/>
              <a:ahLst/>
              <a:cxnLst/>
              <a:rect l="l" t="t" r="r" b="b"/>
              <a:pathLst>
                <a:path w="3088004" h="658495">
                  <a:moveTo>
                    <a:pt x="2977896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7" y="658368"/>
                  </a:lnTo>
                  <a:lnTo>
                    <a:pt x="2977896" y="658368"/>
                  </a:lnTo>
                  <a:lnTo>
                    <a:pt x="3020597" y="649741"/>
                  </a:lnTo>
                  <a:lnTo>
                    <a:pt x="3055477" y="626221"/>
                  </a:lnTo>
                  <a:lnTo>
                    <a:pt x="3078997" y="591341"/>
                  </a:lnTo>
                  <a:lnTo>
                    <a:pt x="3087624" y="548640"/>
                  </a:lnTo>
                  <a:lnTo>
                    <a:pt x="3087624" y="109728"/>
                  </a:lnTo>
                  <a:lnTo>
                    <a:pt x="3078997" y="67026"/>
                  </a:lnTo>
                  <a:lnTo>
                    <a:pt x="3055477" y="32146"/>
                  </a:lnTo>
                  <a:lnTo>
                    <a:pt x="3020597" y="8626"/>
                  </a:lnTo>
                  <a:lnTo>
                    <a:pt x="2977896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23404" y="4445508"/>
              <a:ext cx="3088005" cy="658495"/>
            </a:xfrm>
            <a:custGeom>
              <a:avLst/>
              <a:gdLst/>
              <a:ahLst/>
              <a:cxnLst/>
              <a:rect l="l" t="t" r="r" b="b"/>
              <a:pathLst>
                <a:path w="3088004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2977896" y="0"/>
                  </a:lnTo>
                  <a:lnTo>
                    <a:pt x="3020597" y="8626"/>
                  </a:lnTo>
                  <a:lnTo>
                    <a:pt x="3055477" y="32146"/>
                  </a:lnTo>
                  <a:lnTo>
                    <a:pt x="3078997" y="67026"/>
                  </a:lnTo>
                  <a:lnTo>
                    <a:pt x="3087624" y="109728"/>
                  </a:lnTo>
                  <a:lnTo>
                    <a:pt x="3087624" y="548640"/>
                  </a:lnTo>
                  <a:lnTo>
                    <a:pt x="3078997" y="591341"/>
                  </a:lnTo>
                  <a:lnTo>
                    <a:pt x="3055477" y="626221"/>
                  </a:lnTo>
                  <a:lnTo>
                    <a:pt x="3020597" y="649741"/>
                  </a:lnTo>
                  <a:lnTo>
                    <a:pt x="2977896" y="658368"/>
                  </a:lnTo>
                  <a:lnTo>
                    <a:pt x="109727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INVERSION</a:t>
            </a:r>
            <a:r>
              <a:rPr dirty="0" spc="-5"/>
              <a:t> </a:t>
            </a:r>
            <a:r>
              <a:rPr dirty="0" spc="70"/>
              <a:t>OF</a:t>
            </a:r>
            <a:r>
              <a:rPr dirty="0" spc="25"/>
              <a:t> </a:t>
            </a:r>
            <a:r>
              <a:rPr dirty="0"/>
              <a:t>CONTROL</a:t>
            </a:r>
            <a:r>
              <a:rPr dirty="0" spc="10"/>
              <a:t> </a:t>
            </a:r>
            <a:r>
              <a:rPr dirty="0" spc="-254"/>
              <a:t>(IoC)</a:t>
            </a:r>
            <a:r>
              <a:rPr dirty="0" spc="-5"/>
              <a:t> </a:t>
            </a:r>
            <a:r>
              <a:rPr dirty="0" spc="-130"/>
              <a:t>PRINCIPLE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962050" y="1446872"/>
            <a:ext cx="10252710" cy="228409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IoC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inversed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imperative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endParaRPr sz="2800">
              <a:latin typeface="Calibri"/>
              <a:cs typeface="Calibri"/>
            </a:endParaRPr>
          </a:p>
          <a:p>
            <a:pPr lvl="1" marL="696595" marR="78105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responsibility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shifted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developer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A.k.a.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Hollywood’s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Law: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“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Don't</a:t>
            </a:r>
            <a:r>
              <a:rPr dirty="0" sz="2800" spc="-4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call</a:t>
            </a:r>
            <a:r>
              <a:rPr dirty="0" sz="2800" spc="-6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us,</a:t>
            </a:r>
            <a:r>
              <a:rPr dirty="0" sz="2800" spc="-5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we'll</a:t>
            </a:r>
            <a:r>
              <a:rPr dirty="0" sz="2800" spc="-4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call</a:t>
            </a:r>
            <a:r>
              <a:rPr dirty="0" sz="2800" spc="-6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i="1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”.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674622" y="5513578"/>
            <a:ext cx="3100705" cy="669925"/>
            <a:chOff x="1674622" y="5513578"/>
            <a:chExt cx="3100705" cy="669925"/>
          </a:xfrm>
        </p:grpSpPr>
        <p:sp>
          <p:nvSpPr>
            <p:cNvPr id="13" name="object 13" descr=""/>
            <p:cNvSpPr/>
            <p:nvPr/>
          </p:nvSpPr>
          <p:spPr>
            <a:xfrm>
              <a:off x="1680972" y="5519928"/>
              <a:ext cx="3088005" cy="657225"/>
            </a:xfrm>
            <a:custGeom>
              <a:avLst/>
              <a:gdLst/>
              <a:ahLst/>
              <a:cxnLst/>
              <a:rect l="l" t="t" r="r" b="b"/>
              <a:pathLst>
                <a:path w="3088004" h="657225">
                  <a:moveTo>
                    <a:pt x="2978150" y="0"/>
                  </a:moveTo>
                  <a:lnTo>
                    <a:pt x="109473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547370"/>
                  </a:lnTo>
                  <a:lnTo>
                    <a:pt x="8604" y="589983"/>
                  </a:lnTo>
                  <a:lnTo>
                    <a:pt x="32067" y="624781"/>
                  </a:lnTo>
                  <a:lnTo>
                    <a:pt x="66865" y="648241"/>
                  </a:lnTo>
                  <a:lnTo>
                    <a:pt x="109473" y="656844"/>
                  </a:lnTo>
                  <a:lnTo>
                    <a:pt x="2978150" y="656844"/>
                  </a:lnTo>
                  <a:lnTo>
                    <a:pt x="3020758" y="648241"/>
                  </a:lnTo>
                  <a:lnTo>
                    <a:pt x="3055556" y="624781"/>
                  </a:lnTo>
                  <a:lnTo>
                    <a:pt x="3079019" y="589983"/>
                  </a:lnTo>
                  <a:lnTo>
                    <a:pt x="3087624" y="547370"/>
                  </a:lnTo>
                  <a:lnTo>
                    <a:pt x="3087624" y="109474"/>
                  </a:lnTo>
                  <a:lnTo>
                    <a:pt x="3079019" y="66865"/>
                  </a:lnTo>
                  <a:lnTo>
                    <a:pt x="3055556" y="32067"/>
                  </a:lnTo>
                  <a:lnTo>
                    <a:pt x="3020758" y="8604"/>
                  </a:lnTo>
                  <a:lnTo>
                    <a:pt x="297815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80972" y="5519928"/>
              <a:ext cx="3088005" cy="657225"/>
            </a:xfrm>
            <a:custGeom>
              <a:avLst/>
              <a:gdLst/>
              <a:ahLst/>
              <a:cxnLst/>
              <a:rect l="l" t="t" r="r" b="b"/>
              <a:pathLst>
                <a:path w="3088004" h="657225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3" y="0"/>
                  </a:lnTo>
                  <a:lnTo>
                    <a:pt x="2978150" y="0"/>
                  </a:lnTo>
                  <a:lnTo>
                    <a:pt x="3020758" y="8604"/>
                  </a:lnTo>
                  <a:lnTo>
                    <a:pt x="3055556" y="32067"/>
                  </a:lnTo>
                  <a:lnTo>
                    <a:pt x="3079019" y="66865"/>
                  </a:lnTo>
                  <a:lnTo>
                    <a:pt x="3087624" y="109474"/>
                  </a:lnTo>
                  <a:lnTo>
                    <a:pt x="3087624" y="547370"/>
                  </a:lnTo>
                  <a:lnTo>
                    <a:pt x="3079019" y="589983"/>
                  </a:lnTo>
                  <a:lnTo>
                    <a:pt x="3055556" y="624781"/>
                  </a:lnTo>
                  <a:lnTo>
                    <a:pt x="3020758" y="648241"/>
                  </a:lnTo>
                  <a:lnTo>
                    <a:pt x="2978150" y="656844"/>
                  </a:lnTo>
                  <a:lnTo>
                    <a:pt x="109473" y="656844"/>
                  </a:lnTo>
                  <a:lnTo>
                    <a:pt x="66865" y="648241"/>
                  </a:lnTo>
                  <a:lnTo>
                    <a:pt x="32067" y="624781"/>
                  </a:lnTo>
                  <a:lnTo>
                    <a:pt x="8604" y="589983"/>
                  </a:lnTo>
                  <a:lnTo>
                    <a:pt x="0" y="547370"/>
                  </a:lnTo>
                  <a:lnTo>
                    <a:pt x="0" y="109474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732277" y="5684011"/>
            <a:ext cx="983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674622" y="4439158"/>
            <a:ext cx="1497330" cy="671195"/>
            <a:chOff x="1674622" y="4439158"/>
            <a:chExt cx="1497330" cy="671195"/>
          </a:xfrm>
        </p:grpSpPr>
        <p:sp>
          <p:nvSpPr>
            <p:cNvPr id="17" name="object 17" descr=""/>
            <p:cNvSpPr/>
            <p:nvPr/>
          </p:nvSpPr>
          <p:spPr>
            <a:xfrm>
              <a:off x="1680972" y="4445508"/>
              <a:ext cx="1484630" cy="658495"/>
            </a:xfrm>
            <a:custGeom>
              <a:avLst/>
              <a:gdLst/>
              <a:ahLst/>
              <a:cxnLst/>
              <a:rect l="l" t="t" r="r" b="b"/>
              <a:pathLst>
                <a:path w="1484630" h="658495">
                  <a:moveTo>
                    <a:pt x="1374647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7" y="658368"/>
                  </a:lnTo>
                  <a:lnTo>
                    <a:pt x="1374647" y="658368"/>
                  </a:lnTo>
                  <a:lnTo>
                    <a:pt x="1417349" y="649741"/>
                  </a:lnTo>
                  <a:lnTo>
                    <a:pt x="1452229" y="626221"/>
                  </a:lnTo>
                  <a:lnTo>
                    <a:pt x="1475749" y="591341"/>
                  </a:lnTo>
                  <a:lnTo>
                    <a:pt x="1484376" y="548640"/>
                  </a:lnTo>
                  <a:lnTo>
                    <a:pt x="1484376" y="109728"/>
                  </a:lnTo>
                  <a:lnTo>
                    <a:pt x="1475749" y="67026"/>
                  </a:lnTo>
                  <a:lnTo>
                    <a:pt x="1452229" y="32146"/>
                  </a:lnTo>
                  <a:lnTo>
                    <a:pt x="1417349" y="8626"/>
                  </a:lnTo>
                  <a:lnTo>
                    <a:pt x="1374647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80972" y="4445508"/>
              <a:ext cx="1484630" cy="658495"/>
            </a:xfrm>
            <a:custGeom>
              <a:avLst/>
              <a:gdLst/>
              <a:ahLst/>
              <a:cxnLst/>
              <a:rect l="l" t="t" r="r" b="b"/>
              <a:pathLst>
                <a:path w="1484630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1374647" y="0"/>
                  </a:lnTo>
                  <a:lnTo>
                    <a:pt x="1417349" y="8626"/>
                  </a:lnTo>
                  <a:lnTo>
                    <a:pt x="1452229" y="32146"/>
                  </a:lnTo>
                  <a:lnTo>
                    <a:pt x="1475749" y="67026"/>
                  </a:lnTo>
                  <a:lnTo>
                    <a:pt x="1484376" y="109728"/>
                  </a:lnTo>
                  <a:lnTo>
                    <a:pt x="1484376" y="548640"/>
                  </a:lnTo>
                  <a:lnTo>
                    <a:pt x="1475749" y="591341"/>
                  </a:lnTo>
                  <a:lnTo>
                    <a:pt x="1452229" y="626221"/>
                  </a:lnTo>
                  <a:lnTo>
                    <a:pt x="1417349" y="649741"/>
                  </a:lnTo>
                  <a:lnTo>
                    <a:pt x="1374647" y="658368"/>
                  </a:lnTo>
                  <a:lnTo>
                    <a:pt x="109727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997710" y="4610480"/>
            <a:ext cx="8483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277870" y="4439158"/>
            <a:ext cx="1497330" cy="671195"/>
            <a:chOff x="3277870" y="4439158"/>
            <a:chExt cx="1497330" cy="671195"/>
          </a:xfrm>
        </p:grpSpPr>
        <p:sp>
          <p:nvSpPr>
            <p:cNvPr id="21" name="object 21" descr=""/>
            <p:cNvSpPr/>
            <p:nvPr/>
          </p:nvSpPr>
          <p:spPr>
            <a:xfrm>
              <a:off x="3284220" y="4445508"/>
              <a:ext cx="1484630" cy="658495"/>
            </a:xfrm>
            <a:custGeom>
              <a:avLst/>
              <a:gdLst/>
              <a:ahLst/>
              <a:cxnLst/>
              <a:rect l="l" t="t" r="r" b="b"/>
              <a:pathLst>
                <a:path w="1484629" h="658495">
                  <a:moveTo>
                    <a:pt x="1374647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7" y="658368"/>
                  </a:lnTo>
                  <a:lnTo>
                    <a:pt x="1374647" y="658368"/>
                  </a:lnTo>
                  <a:lnTo>
                    <a:pt x="1417349" y="649741"/>
                  </a:lnTo>
                  <a:lnTo>
                    <a:pt x="1452229" y="626221"/>
                  </a:lnTo>
                  <a:lnTo>
                    <a:pt x="1475749" y="591341"/>
                  </a:lnTo>
                  <a:lnTo>
                    <a:pt x="1484376" y="548640"/>
                  </a:lnTo>
                  <a:lnTo>
                    <a:pt x="1484376" y="109728"/>
                  </a:lnTo>
                  <a:lnTo>
                    <a:pt x="1475749" y="67026"/>
                  </a:lnTo>
                  <a:lnTo>
                    <a:pt x="1452229" y="32146"/>
                  </a:lnTo>
                  <a:lnTo>
                    <a:pt x="1417349" y="8626"/>
                  </a:lnTo>
                  <a:lnTo>
                    <a:pt x="1374647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284220" y="4445508"/>
              <a:ext cx="1484630" cy="658495"/>
            </a:xfrm>
            <a:custGeom>
              <a:avLst/>
              <a:gdLst/>
              <a:ahLst/>
              <a:cxnLst/>
              <a:rect l="l" t="t" r="r" b="b"/>
              <a:pathLst>
                <a:path w="1484629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1374647" y="0"/>
                  </a:lnTo>
                  <a:lnTo>
                    <a:pt x="1417349" y="8626"/>
                  </a:lnTo>
                  <a:lnTo>
                    <a:pt x="1452229" y="32146"/>
                  </a:lnTo>
                  <a:lnTo>
                    <a:pt x="1475749" y="67026"/>
                  </a:lnTo>
                  <a:lnTo>
                    <a:pt x="1484376" y="109728"/>
                  </a:lnTo>
                  <a:lnTo>
                    <a:pt x="1484376" y="548640"/>
                  </a:lnTo>
                  <a:lnTo>
                    <a:pt x="1475749" y="591341"/>
                  </a:lnTo>
                  <a:lnTo>
                    <a:pt x="1452229" y="626221"/>
                  </a:lnTo>
                  <a:lnTo>
                    <a:pt x="1417349" y="649741"/>
                  </a:lnTo>
                  <a:lnTo>
                    <a:pt x="1374647" y="658368"/>
                  </a:lnTo>
                  <a:lnTo>
                    <a:pt x="109727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12699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605910" y="4610480"/>
            <a:ext cx="840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430259" y="4610480"/>
            <a:ext cx="1078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96213" y="5097526"/>
            <a:ext cx="5057140" cy="1029335"/>
            <a:chOff x="696213" y="5097526"/>
            <a:chExt cx="5057140" cy="1029335"/>
          </a:xfrm>
        </p:grpSpPr>
        <p:sp>
          <p:nvSpPr>
            <p:cNvPr id="26" name="object 26" descr=""/>
            <p:cNvSpPr/>
            <p:nvPr/>
          </p:nvSpPr>
          <p:spPr>
            <a:xfrm>
              <a:off x="702563" y="5751576"/>
              <a:ext cx="978535" cy="193675"/>
            </a:xfrm>
            <a:custGeom>
              <a:avLst/>
              <a:gdLst/>
              <a:ahLst/>
              <a:cxnLst/>
              <a:rect l="l" t="t" r="r" b="b"/>
              <a:pathLst>
                <a:path w="978535" h="193675">
                  <a:moveTo>
                    <a:pt x="821055" y="0"/>
                  </a:moveTo>
                  <a:lnTo>
                    <a:pt x="821055" y="63538"/>
                  </a:lnTo>
                  <a:lnTo>
                    <a:pt x="0" y="63538"/>
                  </a:lnTo>
                  <a:lnTo>
                    <a:pt x="0" y="130009"/>
                  </a:lnTo>
                  <a:lnTo>
                    <a:pt x="821055" y="130009"/>
                  </a:lnTo>
                  <a:lnTo>
                    <a:pt x="821055" y="193548"/>
                  </a:lnTo>
                  <a:lnTo>
                    <a:pt x="978408" y="96774"/>
                  </a:lnTo>
                  <a:lnTo>
                    <a:pt x="82105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02563" y="5751576"/>
              <a:ext cx="978535" cy="193675"/>
            </a:xfrm>
            <a:custGeom>
              <a:avLst/>
              <a:gdLst/>
              <a:ahLst/>
              <a:cxnLst/>
              <a:rect l="l" t="t" r="r" b="b"/>
              <a:pathLst>
                <a:path w="978535" h="193675">
                  <a:moveTo>
                    <a:pt x="0" y="63538"/>
                  </a:moveTo>
                  <a:lnTo>
                    <a:pt x="821055" y="63538"/>
                  </a:lnTo>
                  <a:lnTo>
                    <a:pt x="821055" y="0"/>
                  </a:lnTo>
                  <a:lnTo>
                    <a:pt x="978408" y="96774"/>
                  </a:lnTo>
                  <a:lnTo>
                    <a:pt x="821055" y="193548"/>
                  </a:lnTo>
                  <a:lnTo>
                    <a:pt x="821055" y="130009"/>
                  </a:lnTo>
                  <a:lnTo>
                    <a:pt x="0" y="130009"/>
                  </a:lnTo>
                  <a:lnTo>
                    <a:pt x="0" y="6353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68596" y="5751576"/>
              <a:ext cx="978535" cy="193675"/>
            </a:xfrm>
            <a:custGeom>
              <a:avLst/>
              <a:gdLst/>
              <a:ahLst/>
              <a:cxnLst/>
              <a:rect l="l" t="t" r="r" b="b"/>
              <a:pathLst>
                <a:path w="978535" h="193675">
                  <a:moveTo>
                    <a:pt x="821054" y="0"/>
                  </a:moveTo>
                  <a:lnTo>
                    <a:pt x="821054" y="63538"/>
                  </a:lnTo>
                  <a:lnTo>
                    <a:pt x="0" y="63538"/>
                  </a:lnTo>
                  <a:lnTo>
                    <a:pt x="0" y="130009"/>
                  </a:lnTo>
                  <a:lnTo>
                    <a:pt x="821054" y="130009"/>
                  </a:lnTo>
                  <a:lnTo>
                    <a:pt x="821054" y="193548"/>
                  </a:lnTo>
                  <a:lnTo>
                    <a:pt x="978407" y="96774"/>
                  </a:lnTo>
                  <a:lnTo>
                    <a:pt x="82105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68596" y="5751576"/>
              <a:ext cx="978535" cy="193675"/>
            </a:xfrm>
            <a:custGeom>
              <a:avLst/>
              <a:gdLst/>
              <a:ahLst/>
              <a:cxnLst/>
              <a:rect l="l" t="t" r="r" b="b"/>
              <a:pathLst>
                <a:path w="978535" h="193675">
                  <a:moveTo>
                    <a:pt x="0" y="63538"/>
                  </a:moveTo>
                  <a:lnTo>
                    <a:pt x="821054" y="63538"/>
                  </a:lnTo>
                  <a:lnTo>
                    <a:pt x="821054" y="0"/>
                  </a:lnTo>
                  <a:lnTo>
                    <a:pt x="978407" y="96774"/>
                  </a:lnTo>
                  <a:lnTo>
                    <a:pt x="821054" y="193548"/>
                  </a:lnTo>
                  <a:lnTo>
                    <a:pt x="821054" y="130009"/>
                  </a:lnTo>
                  <a:lnTo>
                    <a:pt x="0" y="130009"/>
                  </a:lnTo>
                  <a:lnTo>
                    <a:pt x="0" y="6353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811" y="5103876"/>
              <a:ext cx="193548" cy="416052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924811" y="5103876"/>
              <a:ext cx="193675" cy="416559"/>
            </a:xfrm>
            <a:custGeom>
              <a:avLst/>
              <a:gdLst/>
              <a:ahLst/>
              <a:cxnLst/>
              <a:rect l="l" t="t" r="r" b="b"/>
              <a:pathLst>
                <a:path w="193675" h="416560">
                  <a:moveTo>
                    <a:pt x="63500" y="416052"/>
                  </a:moveTo>
                  <a:lnTo>
                    <a:pt x="63500" y="157353"/>
                  </a:lnTo>
                  <a:lnTo>
                    <a:pt x="0" y="157353"/>
                  </a:lnTo>
                  <a:lnTo>
                    <a:pt x="96774" y="0"/>
                  </a:lnTo>
                  <a:lnTo>
                    <a:pt x="193548" y="157353"/>
                  </a:lnTo>
                  <a:lnTo>
                    <a:pt x="130048" y="157353"/>
                  </a:lnTo>
                  <a:lnTo>
                    <a:pt x="130048" y="416052"/>
                  </a:lnTo>
                  <a:lnTo>
                    <a:pt x="63500" y="41605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3387" y="5103876"/>
              <a:ext cx="192024" cy="416052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723387" y="5103876"/>
              <a:ext cx="192405" cy="416559"/>
            </a:xfrm>
            <a:custGeom>
              <a:avLst/>
              <a:gdLst/>
              <a:ahLst/>
              <a:cxnLst/>
              <a:rect l="l" t="t" r="r" b="b"/>
              <a:pathLst>
                <a:path w="192405" h="416560">
                  <a:moveTo>
                    <a:pt x="129031" y="0"/>
                  </a:moveTo>
                  <a:lnTo>
                    <a:pt x="129031" y="259969"/>
                  </a:lnTo>
                  <a:lnTo>
                    <a:pt x="192024" y="259969"/>
                  </a:lnTo>
                  <a:lnTo>
                    <a:pt x="96012" y="416052"/>
                  </a:lnTo>
                  <a:lnTo>
                    <a:pt x="0" y="259969"/>
                  </a:lnTo>
                  <a:lnTo>
                    <a:pt x="62992" y="259969"/>
                  </a:lnTo>
                  <a:lnTo>
                    <a:pt x="62992" y="0"/>
                  </a:lnTo>
                  <a:lnTo>
                    <a:pt x="129031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4156" y="5103876"/>
              <a:ext cx="193548" cy="416052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3534156" y="5103876"/>
              <a:ext cx="193675" cy="416559"/>
            </a:xfrm>
            <a:custGeom>
              <a:avLst/>
              <a:gdLst/>
              <a:ahLst/>
              <a:cxnLst/>
              <a:rect l="l" t="t" r="r" b="b"/>
              <a:pathLst>
                <a:path w="193675" h="416560">
                  <a:moveTo>
                    <a:pt x="63500" y="416052"/>
                  </a:moveTo>
                  <a:lnTo>
                    <a:pt x="63500" y="157353"/>
                  </a:lnTo>
                  <a:lnTo>
                    <a:pt x="0" y="157353"/>
                  </a:lnTo>
                  <a:lnTo>
                    <a:pt x="96774" y="0"/>
                  </a:lnTo>
                  <a:lnTo>
                    <a:pt x="193548" y="157353"/>
                  </a:lnTo>
                  <a:lnTo>
                    <a:pt x="130048" y="157353"/>
                  </a:lnTo>
                  <a:lnTo>
                    <a:pt x="130048" y="416052"/>
                  </a:lnTo>
                  <a:lnTo>
                    <a:pt x="63500" y="41605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2731" y="5103876"/>
              <a:ext cx="192023" cy="416052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4332731" y="5103876"/>
              <a:ext cx="192405" cy="416559"/>
            </a:xfrm>
            <a:custGeom>
              <a:avLst/>
              <a:gdLst/>
              <a:ahLst/>
              <a:cxnLst/>
              <a:rect l="l" t="t" r="r" b="b"/>
              <a:pathLst>
                <a:path w="192404" h="416560">
                  <a:moveTo>
                    <a:pt x="129031" y="0"/>
                  </a:moveTo>
                  <a:lnTo>
                    <a:pt x="129031" y="259969"/>
                  </a:lnTo>
                  <a:lnTo>
                    <a:pt x="192023" y="259969"/>
                  </a:lnTo>
                  <a:lnTo>
                    <a:pt x="96012" y="416052"/>
                  </a:lnTo>
                  <a:lnTo>
                    <a:pt x="0" y="259969"/>
                  </a:lnTo>
                  <a:lnTo>
                    <a:pt x="62991" y="259969"/>
                  </a:lnTo>
                  <a:lnTo>
                    <a:pt x="62991" y="0"/>
                  </a:lnTo>
                  <a:lnTo>
                    <a:pt x="129031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5961" y="5915914"/>
              <a:ext cx="233679" cy="210820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6438646" y="4672329"/>
            <a:ext cx="5057140" cy="863600"/>
            <a:chOff x="6438646" y="4672329"/>
            <a:chExt cx="5057140" cy="863600"/>
          </a:xfrm>
        </p:grpSpPr>
        <p:sp>
          <p:nvSpPr>
            <p:cNvPr id="40" name="object 40" descr=""/>
            <p:cNvSpPr/>
            <p:nvPr/>
          </p:nvSpPr>
          <p:spPr>
            <a:xfrm>
              <a:off x="6444996" y="4678679"/>
              <a:ext cx="978535" cy="192405"/>
            </a:xfrm>
            <a:custGeom>
              <a:avLst/>
              <a:gdLst/>
              <a:ahLst/>
              <a:cxnLst/>
              <a:rect l="l" t="t" r="r" b="b"/>
              <a:pathLst>
                <a:path w="978534" h="192404">
                  <a:moveTo>
                    <a:pt x="822325" y="0"/>
                  </a:moveTo>
                  <a:lnTo>
                    <a:pt x="822325" y="62992"/>
                  </a:lnTo>
                  <a:lnTo>
                    <a:pt x="0" y="62992"/>
                  </a:lnTo>
                  <a:lnTo>
                    <a:pt x="0" y="129032"/>
                  </a:lnTo>
                  <a:lnTo>
                    <a:pt x="822325" y="129032"/>
                  </a:lnTo>
                  <a:lnTo>
                    <a:pt x="822325" y="192024"/>
                  </a:lnTo>
                  <a:lnTo>
                    <a:pt x="978407" y="96012"/>
                  </a:lnTo>
                  <a:lnTo>
                    <a:pt x="82232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444996" y="4678679"/>
              <a:ext cx="978535" cy="192405"/>
            </a:xfrm>
            <a:custGeom>
              <a:avLst/>
              <a:gdLst/>
              <a:ahLst/>
              <a:cxnLst/>
              <a:rect l="l" t="t" r="r" b="b"/>
              <a:pathLst>
                <a:path w="978534" h="192404">
                  <a:moveTo>
                    <a:pt x="0" y="62992"/>
                  </a:moveTo>
                  <a:lnTo>
                    <a:pt x="822325" y="62992"/>
                  </a:lnTo>
                  <a:lnTo>
                    <a:pt x="822325" y="0"/>
                  </a:lnTo>
                  <a:lnTo>
                    <a:pt x="978407" y="96012"/>
                  </a:lnTo>
                  <a:lnTo>
                    <a:pt x="822325" y="192024"/>
                  </a:lnTo>
                  <a:lnTo>
                    <a:pt x="822325" y="129032"/>
                  </a:lnTo>
                  <a:lnTo>
                    <a:pt x="0" y="129032"/>
                  </a:lnTo>
                  <a:lnTo>
                    <a:pt x="0" y="6299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511028" y="4678679"/>
              <a:ext cx="978535" cy="192405"/>
            </a:xfrm>
            <a:custGeom>
              <a:avLst/>
              <a:gdLst/>
              <a:ahLst/>
              <a:cxnLst/>
              <a:rect l="l" t="t" r="r" b="b"/>
              <a:pathLst>
                <a:path w="978534" h="192404">
                  <a:moveTo>
                    <a:pt x="822325" y="0"/>
                  </a:moveTo>
                  <a:lnTo>
                    <a:pt x="822325" y="62992"/>
                  </a:lnTo>
                  <a:lnTo>
                    <a:pt x="0" y="62992"/>
                  </a:lnTo>
                  <a:lnTo>
                    <a:pt x="0" y="129032"/>
                  </a:lnTo>
                  <a:lnTo>
                    <a:pt x="822325" y="129032"/>
                  </a:lnTo>
                  <a:lnTo>
                    <a:pt x="822325" y="192024"/>
                  </a:lnTo>
                  <a:lnTo>
                    <a:pt x="978407" y="96012"/>
                  </a:lnTo>
                  <a:lnTo>
                    <a:pt x="82232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511028" y="4678679"/>
              <a:ext cx="978535" cy="192405"/>
            </a:xfrm>
            <a:custGeom>
              <a:avLst/>
              <a:gdLst/>
              <a:ahLst/>
              <a:cxnLst/>
              <a:rect l="l" t="t" r="r" b="b"/>
              <a:pathLst>
                <a:path w="978534" h="192404">
                  <a:moveTo>
                    <a:pt x="0" y="62992"/>
                  </a:moveTo>
                  <a:lnTo>
                    <a:pt x="822325" y="62992"/>
                  </a:lnTo>
                  <a:lnTo>
                    <a:pt x="822325" y="0"/>
                  </a:lnTo>
                  <a:lnTo>
                    <a:pt x="978407" y="96012"/>
                  </a:lnTo>
                  <a:lnTo>
                    <a:pt x="822325" y="192024"/>
                  </a:lnTo>
                  <a:lnTo>
                    <a:pt x="822325" y="129032"/>
                  </a:lnTo>
                  <a:lnTo>
                    <a:pt x="0" y="129032"/>
                  </a:lnTo>
                  <a:lnTo>
                    <a:pt x="0" y="6299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81160" y="5106923"/>
              <a:ext cx="193548" cy="416051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9281160" y="5106923"/>
              <a:ext cx="193675" cy="416559"/>
            </a:xfrm>
            <a:custGeom>
              <a:avLst/>
              <a:gdLst/>
              <a:ahLst/>
              <a:cxnLst/>
              <a:rect l="l" t="t" r="r" b="b"/>
              <a:pathLst>
                <a:path w="193675" h="416560">
                  <a:moveTo>
                    <a:pt x="130048" y="0"/>
                  </a:moveTo>
                  <a:lnTo>
                    <a:pt x="130048" y="258698"/>
                  </a:lnTo>
                  <a:lnTo>
                    <a:pt x="193548" y="258698"/>
                  </a:lnTo>
                  <a:lnTo>
                    <a:pt x="96774" y="416051"/>
                  </a:lnTo>
                  <a:lnTo>
                    <a:pt x="0" y="258698"/>
                  </a:lnTo>
                  <a:lnTo>
                    <a:pt x="63500" y="258698"/>
                  </a:lnTo>
                  <a:lnTo>
                    <a:pt x="63500" y="0"/>
                  </a:lnTo>
                  <a:lnTo>
                    <a:pt x="130048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76688" y="5113019"/>
              <a:ext cx="193547" cy="416052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0076688" y="5113019"/>
              <a:ext cx="193675" cy="416559"/>
            </a:xfrm>
            <a:custGeom>
              <a:avLst/>
              <a:gdLst/>
              <a:ahLst/>
              <a:cxnLst/>
              <a:rect l="l" t="t" r="r" b="b"/>
              <a:pathLst>
                <a:path w="193675" h="416560">
                  <a:moveTo>
                    <a:pt x="63500" y="416051"/>
                  </a:moveTo>
                  <a:lnTo>
                    <a:pt x="63500" y="157352"/>
                  </a:lnTo>
                  <a:lnTo>
                    <a:pt x="0" y="157352"/>
                  </a:lnTo>
                  <a:lnTo>
                    <a:pt x="96773" y="0"/>
                  </a:lnTo>
                  <a:lnTo>
                    <a:pt x="193547" y="157352"/>
                  </a:lnTo>
                  <a:lnTo>
                    <a:pt x="130047" y="157352"/>
                  </a:lnTo>
                  <a:lnTo>
                    <a:pt x="130047" y="416051"/>
                  </a:lnTo>
                  <a:lnTo>
                    <a:pt x="63500" y="41605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6468871" y="4351985"/>
            <a:ext cx="776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89863" y="5470042"/>
            <a:ext cx="77724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  <a:p>
            <a:pPr algn="ctr" marL="9525">
              <a:lnSpc>
                <a:spcPct val="100000"/>
              </a:lnSpc>
              <a:spcBef>
                <a:spcPts val="1155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0591292" y="4327652"/>
            <a:ext cx="913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37917" y="5246878"/>
            <a:ext cx="232156" cy="210819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2196210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42589" y="5246878"/>
            <a:ext cx="233680" cy="210819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3001136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5" name="object 5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65550" y="5246878"/>
            <a:ext cx="232155" cy="210819"/>
          </a:xfrm>
          <a:prstGeom prst="rect">
            <a:avLst/>
          </a:prstGeom>
        </p:spPr>
      </p:pic>
      <p:sp>
        <p:nvSpPr>
          <p:cNvPr id="56" name="object 56" descr=""/>
          <p:cNvSpPr txBox="1"/>
          <p:nvPr/>
        </p:nvSpPr>
        <p:spPr>
          <a:xfrm>
            <a:off x="3824096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7" name="object 5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80890" y="5246878"/>
            <a:ext cx="233680" cy="210819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4640326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38673" y="5912865"/>
            <a:ext cx="233679" cy="210820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4804409" y="5470042"/>
            <a:ext cx="913130" cy="65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1800">
              <a:latin typeface="Calibri"/>
              <a:cs typeface="Calibri"/>
            </a:endParaRPr>
          </a:p>
          <a:p>
            <a:pPr algn="ctr" marR="1905">
              <a:lnSpc>
                <a:spcPct val="100000"/>
              </a:lnSpc>
              <a:spcBef>
                <a:spcPts val="1135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719061" y="4867402"/>
            <a:ext cx="233680" cy="210820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6779132" y="4842128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3" name="object 6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895590" y="5246878"/>
            <a:ext cx="233679" cy="210819"/>
          </a:xfrm>
          <a:prstGeom prst="rect">
            <a:avLst/>
          </a:prstGeom>
        </p:spPr>
      </p:pic>
      <p:sp>
        <p:nvSpPr>
          <p:cNvPr id="64" name="object 64" descr=""/>
          <p:cNvSpPr txBox="1"/>
          <p:nvPr/>
        </p:nvSpPr>
        <p:spPr>
          <a:xfrm>
            <a:off x="7954771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00261" y="5246878"/>
            <a:ext cx="233680" cy="210819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8759697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7" name="object 6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23221" y="5246878"/>
            <a:ext cx="233679" cy="210819"/>
          </a:xfrm>
          <a:prstGeom prst="rect">
            <a:avLst/>
          </a:prstGeom>
        </p:spPr>
      </p:pic>
      <p:sp>
        <p:nvSpPr>
          <p:cNvPr id="68" name="object 68" descr=""/>
          <p:cNvSpPr txBox="1"/>
          <p:nvPr/>
        </p:nvSpPr>
        <p:spPr>
          <a:xfrm>
            <a:off x="9582657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9" name="object 6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38561" y="5246878"/>
            <a:ext cx="233680" cy="210819"/>
          </a:xfrm>
          <a:prstGeom prst="rect">
            <a:avLst/>
          </a:prstGeom>
        </p:spPr>
      </p:pic>
      <p:sp>
        <p:nvSpPr>
          <p:cNvPr id="70" name="object 70" descr=""/>
          <p:cNvSpPr txBox="1"/>
          <p:nvPr/>
        </p:nvSpPr>
        <p:spPr>
          <a:xfrm>
            <a:off x="10399014" y="522160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1" name="object 7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91773" y="4864353"/>
            <a:ext cx="233679" cy="210819"/>
          </a:xfrm>
          <a:prstGeom prst="rect">
            <a:avLst/>
          </a:prstGeom>
        </p:spPr>
      </p:pic>
      <p:sp>
        <p:nvSpPr>
          <p:cNvPr id="72" name="object 72" descr=""/>
          <p:cNvSpPr txBox="1"/>
          <p:nvPr/>
        </p:nvSpPr>
        <p:spPr>
          <a:xfrm>
            <a:off x="10951591" y="4839157"/>
            <a:ext cx="1162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7417054" y="5513578"/>
            <a:ext cx="1497330" cy="669925"/>
            <a:chOff x="7417054" y="5513578"/>
            <a:chExt cx="1497330" cy="669925"/>
          </a:xfrm>
        </p:grpSpPr>
        <p:sp>
          <p:nvSpPr>
            <p:cNvPr id="74" name="object 74" descr=""/>
            <p:cNvSpPr/>
            <p:nvPr/>
          </p:nvSpPr>
          <p:spPr>
            <a:xfrm>
              <a:off x="7423404" y="5519928"/>
              <a:ext cx="1484630" cy="657225"/>
            </a:xfrm>
            <a:custGeom>
              <a:avLst/>
              <a:gdLst/>
              <a:ahLst/>
              <a:cxnLst/>
              <a:rect l="l" t="t" r="r" b="b"/>
              <a:pathLst>
                <a:path w="1484629" h="657225">
                  <a:moveTo>
                    <a:pt x="1374902" y="0"/>
                  </a:moveTo>
                  <a:lnTo>
                    <a:pt x="109474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547370"/>
                  </a:lnTo>
                  <a:lnTo>
                    <a:pt x="8604" y="589983"/>
                  </a:lnTo>
                  <a:lnTo>
                    <a:pt x="32067" y="624781"/>
                  </a:lnTo>
                  <a:lnTo>
                    <a:pt x="66865" y="648241"/>
                  </a:lnTo>
                  <a:lnTo>
                    <a:pt x="109474" y="656844"/>
                  </a:lnTo>
                  <a:lnTo>
                    <a:pt x="1374902" y="656844"/>
                  </a:lnTo>
                  <a:lnTo>
                    <a:pt x="1417510" y="648241"/>
                  </a:lnTo>
                  <a:lnTo>
                    <a:pt x="1452308" y="624781"/>
                  </a:lnTo>
                  <a:lnTo>
                    <a:pt x="1475771" y="589983"/>
                  </a:lnTo>
                  <a:lnTo>
                    <a:pt x="1484376" y="547370"/>
                  </a:lnTo>
                  <a:lnTo>
                    <a:pt x="1484376" y="109474"/>
                  </a:lnTo>
                  <a:lnTo>
                    <a:pt x="1475771" y="66865"/>
                  </a:lnTo>
                  <a:lnTo>
                    <a:pt x="1452308" y="32067"/>
                  </a:lnTo>
                  <a:lnTo>
                    <a:pt x="1417510" y="8604"/>
                  </a:lnTo>
                  <a:lnTo>
                    <a:pt x="137490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423404" y="5519928"/>
              <a:ext cx="1484630" cy="657225"/>
            </a:xfrm>
            <a:custGeom>
              <a:avLst/>
              <a:gdLst/>
              <a:ahLst/>
              <a:cxnLst/>
              <a:rect l="l" t="t" r="r" b="b"/>
              <a:pathLst>
                <a:path w="1484629" h="657225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1374902" y="0"/>
                  </a:lnTo>
                  <a:lnTo>
                    <a:pt x="1417510" y="8604"/>
                  </a:lnTo>
                  <a:lnTo>
                    <a:pt x="1452308" y="32067"/>
                  </a:lnTo>
                  <a:lnTo>
                    <a:pt x="1475771" y="66865"/>
                  </a:lnTo>
                  <a:lnTo>
                    <a:pt x="1484376" y="109474"/>
                  </a:lnTo>
                  <a:lnTo>
                    <a:pt x="1484376" y="547370"/>
                  </a:lnTo>
                  <a:lnTo>
                    <a:pt x="1475771" y="589983"/>
                  </a:lnTo>
                  <a:lnTo>
                    <a:pt x="1452308" y="624781"/>
                  </a:lnTo>
                  <a:lnTo>
                    <a:pt x="1417510" y="648241"/>
                  </a:lnTo>
                  <a:lnTo>
                    <a:pt x="1374902" y="656844"/>
                  </a:lnTo>
                  <a:lnTo>
                    <a:pt x="109474" y="656844"/>
                  </a:lnTo>
                  <a:lnTo>
                    <a:pt x="66865" y="648241"/>
                  </a:lnTo>
                  <a:lnTo>
                    <a:pt x="32067" y="624781"/>
                  </a:lnTo>
                  <a:lnTo>
                    <a:pt x="8604" y="589983"/>
                  </a:lnTo>
                  <a:lnTo>
                    <a:pt x="0" y="547370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7674356" y="5684011"/>
            <a:ext cx="983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9020302" y="5513578"/>
            <a:ext cx="1497330" cy="669925"/>
            <a:chOff x="9020302" y="5513578"/>
            <a:chExt cx="1497330" cy="669925"/>
          </a:xfrm>
        </p:grpSpPr>
        <p:sp>
          <p:nvSpPr>
            <p:cNvPr id="78" name="object 78" descr=""/>
            <p:cNvSpPr/>
            <p:nvPr/>
          </p:nvSpPr>
          <p:spPr>
            <a:xfrm>
              <a:off x="9026652" y="5519928"/>
              <a:ext cx="1484630" cy="657225"/>
            </a:xfrm>
            <a:custGeom>
              <a:avLst/>
              <a:gdLst/>
              <a:ahLst/>
              <a:cxnLst/>
              <a:rect l="l" t="t" r="r" b="b"/>
              <a:pathLst>
                <a:path w="1484629" h="657225">
                  <a:moveTo>
                    <a:pt x="1374902" y="0"/>
                  </a:moveTo>
                  <a:lnTo>
                    <a:pt x="109474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547370"/>
                  </a:lnTo>
                  <a:lnTo>
                    <a:pt x="8604" y="589983"/>
                  </a:lnTo>
                  <a:lnTo>
                    <a:pt x="32067" y="624781"/>
                  </a:lnTo>
                  <a:lnTo>
                    <a:pt x="66865" y="648241"/>
                  </a:lnTo>
                  <a:lnTo>
                    <a:pt x="109474" y="656844"/>
                  </a:lnTo>
                  <a:lnTo>
                    <a:pt x="1374902" y="656844"/>
                  </a:lnTo>
                  <a:lnTo>
                    <a:pt x="1417510" y="648241"/>
                  </a:lnTo>
                  <a:lnTo>
                    <a:pt x="1452308" y="624781"/>
                  </a:lnTo>
                  <a:lnTo>
                    <a:pt x="1475771" y="589983"/>
                  </a:lnTo>
                  <a:lnTo>
                    <a:pt x="1484376" y="547370"/>
                  </a:lnTo>
                  <a:lnTo>
                    <a:pt x="1484376" y="109474"/>
                  </a:lnTo>
                  <a:lnTo>
                    <a:pt x="1475771" y="66865"/>
                  </a:lnTo>
                  <a:lnTo>
                    <a:pt x="1452308" y="32067"/>
                  </a:lnTo>
                  <a:lnTo>
                    <a:pt x="1417510" y="8604"/>
                  </a:lnTo>
                  <a:lnTo>
                    <a:pt x="137490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9026652" y="5519928"/>
              <a:ext cx="1484630" cy="657225"/>
            </a:xfrm>
            <a:custGeom>
              <a:avLst/>
              <a:gdLst/>
              <a:ahLst/>
              <a:cxnLst/>
              <a:rect l="l" t="t" r="r" b="b"/>
              <a:pathLst>
                <a:path w="1484629" h="657225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1374902" y="0"/>
                  </a:lnTo>
                  <a:lnTo>
                    <a:pt x="1417510" y="8604"/>
                  </a:lnTo>
                  <a:lnTo>
                    <a:pt x="1452308" y="32067"/>
                  </a:lnTo>
                  <a:lnTo>
                    <a:pt x="1475771" y="66865"/>
                  </a:lnTo>
                  <a:lnTo>
                    <a:pt x="1484376" y="109474"/>
                  </a:lnTo>
                  <a:lnTo>
                    <a:pt x="1484376" y="547370"/>
                  </a:lnTo>
                  <a:lnTo>
                    <a:pt x="1475771" y="589983"/>
                  </a:lnTo>
                  <a:lnTo>
                    <a:pt x="1452308" y="624781"/>
                  </a:lnTo>
                  <a:lnTo>
                    <a:pt x="1417510" y="648241"/>
                  </a:lnTo>
                  <a:lnTo>
                    <a:pt x="1374902" y="656844"/>
                  </a:lnTo>
                  <a:lnTo>
                    <a:pt x="109474" y="656844"/>
                  </a:lnTo>
                  <a:lnTo>
                    <a:pt x="66865" y="648241"/>
                  </a:lnTo>
                  <a:lnTo>
                    <a:pt x="32067" y="624781"/>
                  </a:lnTo>
                  <a:lnTo>
                    <a:pt x="8604" y="589983"/>
                  </a:lnTo>
                  <a:lnTo>
                    <a:pt x="0" y="547370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9277857" y="5684011"/>
            <a:ext cx="983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1" name="object 8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54554" y="5073424"/>
            <a:ext cx="228779" cy="228777"/>
          </a:xfrm>
          <a:prstGeom prst="rect">
            <a:avLst/>
          </a:prstGeom>
        </p:spPr>
      </p:pic>
      <p:sp>
        <p:nvSpPr>
          <p:cNvPr id="82" name="object 82" descr=""/>
          <p:cNvSpPr txBox="1"/>
          <p:nvPr/>
        </p:nvSpPr>
        <p:spPr>
          <a:xfrm>
            <a:off x="9686276" y="4997310"/>
            <a:ext cx="2336165" cy="15798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07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08:47:15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Arriva una richiesta, il codice chiede </a:t>
            </a:r>
            <a:r>
              <a:rPr dirty="0" sz="1000" spc="-20">
                <a:latin typeface="Arial MT"/>
                <a:cs typeface="Arial MT"/>
              </a:rPr>
              <a:t>alle </a:t>
            </a:r>
            <a:r>
              <a:rPr dirty="0" sz="1000">
                <a:latin typeface="Arial MT"/>
                <a:cs typeface="Arial MT"/>
              </a:rPr>
              <a:t>librerie di prestare le loro informazioni </a:t>
            </a:r>
            <a:r>
              <a:rPr dirty="0" sz="1000" spc="-50">
                <a:latin typeface="Arial MT"/>
                <a:cs typeface="Arial MT"/>
              </a:rPr>
              <a:t>e </a:t>
            </a:r>
            <a:r>
              <a:rPr dirty="0" sz="1000">
                <a:latin typeface="Arial MT"/>
                <a:cs typeface="Arial MT"/>
              </a:rPr>
              <a:t>infine il codice genera una </a:t>
            </a:r>
            <a:r>
              <a:rPr dirty="0" sz="1000" spc="-10">
                <a:latin typeface="Arial MT"/>
                <a:cs typeface="Arial MT"/>
              </a:rPr>
              <a:t>risposta. </a:t>
            </a:r>
            <a:r>
              <a:rPr dirty="0" sz="1000">
                <a:latin typeface="Arial MT"/>
                <a:cs typeface="Arial MT"/>
              </a:rPr>
              <a:t>Stessa cosa succede coi </a:t>
            </a:r>
            <a:r>
              <a:rPr dirty="0" sz="1000" spc="-10">
                <a:latin typeface="Arial MT"/>
                <a:cs typeface="Arial MT"/>
              </a:rPr>
              <a:t>framework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3" name="object 8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84" name="object 8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730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KEY</a:t>
            </a:r>
            <a:r>
              <a:rPr dirty="0" spc="-10"/>
              <a:t> </a:t>
            </a:r>
            <a:r>
              <a:rPr dirty="0"/>
              <a:t>COMPONENTS</a:t>
            </a:r>
            <a:r>
              <a:rPr dirty="0" spc="-10"/>
              <a:t> </a:t>
            </a:r>
            <a:r>
              <a:rPr dirty="0" spc="70"/>
              <a:t>OF</a:t>
            </a:r>
            <a:r>
              <a:rPr dirty="0" spc="-5"/>
              <a:t> </a:t>
            </a:r>
            <a:r>
              <a:rPr dirty="0" spc="-50"/>
              <a:t>WEB</a:t>
            </a:r>
            <a:r>
              <a:rPr dirty="0" spc="-10"/>
              <a:t> </a:t>
            </a:r>
            <a:r>
              <a:rPr dirty="0" spc="-30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19995" cy="39128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Core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functionalities: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Routing;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parsing;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validation;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Cookie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management;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Sessions…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Engine:</a:t>
            </a:r>
            <a:endParaRPr sz="2800">
              <a:latin typeface="Calibri"/>
              <a:cs typeface="Calibri"/>
            </a:endParaRPr>
          </a:p>
          <a:p>
            <a:pPr lvl="1" marL="696595" marR="1114425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Helps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dynamic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content,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separating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logic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presentation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layer.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(Object-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Relational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Mapping)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Mechanism: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Simplifies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interactions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SQL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queries.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OPINIONATED</a:t>
            </a:r>
            <a:r>
              <a:rPr dirty="0" spc="-70"/>
              <a:t> </a:t>
            </a:r>
            <a:r>
              <a:rPr dirty="0" spc="-55"/>
              <a:t>FRAMEWORKS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96211" y="1839023"/>
            <a:ext cx="3023235" cy="3021330"/>
            <a:chOff x="8296211" y="1839023"/>
            <a:chExt cx="3023235" cy="30213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5799" y="1848611"/>
              <a:ext cx="3003804" cy="300228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300973" y="1843785"/>
              <a:ext cx="3013710" cy="3011805"/>
            </a:xfrm>
            <a:custGeom>
              <a:avLst/>
              <a:gdLst/>
              <a:ahLst/>
              <a:cxnLst/>
              <a:rect l="l" t="t" r="r" b="b"/>
              <a:pathLst>
                <a:path w="3013709" h="3011804">
                  <a:moveTo>
                    <a:pt x="0" y="3011805"/>
                  </a:moveTo>
                  <a:lnTo>
                    <a:pt x="3013329" y="3011805"/>
                  </a:lnTo>
                  <a:lnTo>
                    <a:pt x="3013329" y="0"/>
                  </a:lnTo>
                  <a:lnTo>
                    <a:pt x="0" y="0"/>
                  </a:lnTo>
                  <a:lnTo>
                    <a:pt x="0" y="301180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442452" y="4931409"/>
            <a:ext cx="2733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39" marR="5080" indent="-9144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1800" spc="-3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1800" spc="-2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mind,</a:t>
            </a:r>
            <a:r>
              <a:rPr dirty="0" sz="1800" spc="-3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1800" spc="-2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111F35"/>
                </a:solidFill>
                <a:latin typeface="Calibri"/>
                <a:cs typeface="Calibri"/>
              </a:rPr>
              <a:t>framework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1800" spc="-3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really</a:t>
            </a:r>
            <a:r>
              <a:rPr dirty="0" sz="1800" spc="-3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strong</a:t>
            </a:r>
            <a:r>
              <a:rPr dirty="0" sz="1800" spc="-3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111F35"/>
                </a:solidFill>
                <a:latin typeface="Calibri"/>
                <a:cs typeface="Calibri"/>
              </a:rPr>
              <a:t>opinions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744204" y="5760516"/>
            <a:ext cx="2126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Artwork </a:t>
            </a:r>
            <a:r>
              <a:rPr dirty="0" sz="1200" spc="-1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12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12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11F35"/>
                </a:solidFill>
                <a:latin typeface="Calibri"/>
                <a:cs typeface="Calibri"/>
              </a:rPr>
              <a:t>DALL-</a:t>
            </a:r>
            <a:r>
              <a:rPr dirty="0" sz="1200">
                <a:solidFill>
                  <a:srgbClr val="111F35"/>
                </a:solidFill>
                <a:latin typeface="Calibri"/>
                <a:cs typeface="Calibri"/>
              </a:rPr>
              <a:t>E</a:t>
            </a:r>
            <a:r>
              <a:rPr dirty="0" sz="12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111F35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2050" y="1446872"/>
            <a:ext cx="7144384" cy="38665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opinionated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(strongly)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opinionated</a:t>
            </a:r>
            <a:r>
              <a:rPr dirty="0" sz="2800" spc="-1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comes</a:t>
            </a:r>
            <a:r>
              <a:rPr dirty="0" sz="2800" spc="7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70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rigid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conventions,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best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practices,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decisions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made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framework's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creators.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enforces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way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things,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leaves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wiggle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room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devs.</a:t>
            </a:r>
            <a:endParaRPr sz="2800">
              <a:latin typeface="Calibri"/>
              <a:cs typeface="Calibri"/>
            </a:endParaRPr>
          </a:p>
          <a:p>
            <a:pPr marL="240029" marR="481965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Unopinionated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enforce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things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6115" y="1904913"/>
            <a:ext cx="228777" cy="22877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686276" y="1828800"/>
            <a:ext cx="2336165" cy="1313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07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08:49:13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Possono avere opinioni più o meno </a:t>
            </a:r>
            <a:r>
              <a:rPr dirty="0" sz="1000" spc="-10">
                <a:latin typeface="Arial MT"/>
                <a:cs typeface="Arial MT"/>
              </a:rPr>
              <a:t>forti, </a:t>
            </a:r>
            <a:r>
              <a:rPr dirty="0" sz="1000">
                <a:latin typeface="Arial MT"/>
                <a:cs typeface="Arial MT"/>
              </a:rPr>
              <a:t>perciò possono essere più o </a:t>
            </a:r>
            <a:r>
              <a:rPr dirty="0" sz="1000" spc="-20">
                <a:latin typeface="Arial MT"/>
                <a:cs typeface="Arial MT"/>
              </a:rPr>
              <a:t>meno </a:t>
            </a:r>
            <a:r>
              <a:rPr dirty="0" sz="1000" spc="-10">
                <a:latin typeface="Arial MT"/>
                <a:cs typeface="Arial MT"/>
              </a:rPr>
              <a:t>"opinionati".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OPINIONATED</a:t>
            </a:r>
            <a:r>
              <a:rPr dirty="0" spc="-70"/>
              <a:t> </a:t>
            </a:r>
            <a:r>
              <a:rPr dirty="0" spc="-55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4284345" cy="2713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Pros</a:t>
            </a:r>
            <a:endParaRPr sz="2800">
              <a:latin typeface="Calibri"/>
              <a:cs typeface="Calibri"/>
            </a:endParaRPr>
          </a:p>
          <a:p>
            <a:pPr marL="240029" marR="5334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higher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levels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consistency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across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 	projects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development,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reducing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decision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fatigue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51575" y="1446872"/>
            <a:ext cx="4939665" cy="23298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Cons</a:t>
            </a:r>
            <a:endParaRPr sz="2800">
              <a:latin typeface="Calibri"/>
              <a:cs typeface="Calibri"/>
            </a:endParaRPr>
          </a:p>
          <a:p>
            <a:pPr marL="240029" marR="62230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steeper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learning 	curve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flexible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enough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certain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0486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70"/>
              <a:t> </a:t>
            </a:r>
            <a:r>
              <a:rPr dirty="0" spc="-60"/>
              <a:t>FRAMEWORKS</a:t>
            </a:r>
            <a:r>
              <a:rPr dirty="0" spc="-150"/>
              <a:t> </a:t>
            </a:r>
            <a:r>
              <a:rPr dirty="0" spc="-10"/>
              <a:t>(SERVER-</a:t>
            </a:r>
            <a:r>
              <a:rPr dirty="0" spc="-140"/>
              <a:t>SIDE)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8455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choose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see</a:t>
            </a:r>
            <a:r>
              <a:rPr dirty="0" u="sng" sz="2800" spc="-5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Wikipedia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3124" y="2270760"/>
            <a:ext cx="1917192" cy="6675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919" y="3380277"/>
            <a:ext cx="1857681" cy="72839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448055" y="4223003"/>
            <a:ext cx="1837689" cy="1617345"/>
            <a:chOff x="448055" y="4223003"/>
            <a:chExt cx="1837689" cy="161734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8947" y="4811510"/>
              <a:ext cx="1076637" cy="10283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055" y="4223003"/>
              <a:ext cx="1371600" cy="6858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8951" y="3480815"/>
            <a:ext cx="2340864" cy="60350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88915" y="2225548"/>
            <a:ext cx="1930400" cy="4267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57743" y="2145865"/>
            <a:ext cx="1711400" cy="6094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07435" y="3758969"/>
            <a:ext cx="2310037" cy="494014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7604759" y="4658867"/>
            <a:ext cx="3634740" cy="1271270"/>
            <a:chOff x="7604759" y="4658867"/>
            <a:chExt cx="3634740" cy="127127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61831" y="4658867"/>
              <a:ext cx="2677668" cy="6690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04759" y="5143499"/>
              <a:ext cx="1444752" cy="786384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86243" y="3029711"/>
            <a:ext cx="1040892" cy="104241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77184" y="4338828"/>
            <a:ext cx="769620" cy="4130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74920" y="5058155"/>
            <a:ext cx="2211324" cy="64160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41676" y="5234940"/>
            <a:ext cx="1740407" cy="4983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61944" y="2773679"/>
            <a:ext cx="935736" cy="6967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16716" y="3258784"/>
            <a:ext cx="1468940" cy="25776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390172" y="2310383"/>
            <a:ext cx="1503669" cy="551566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2385441" y="5972047"/>
            <a:ext cx="7664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real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framework,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Pokemon.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tell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one?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015609" y="4512386"/>
            <a:ext cx="6965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solidFill>
                  <a:srgbClr val="FF4F77"/>
                </a:solidFill>
                <a:latin typeface="Tahoma"/>
                <a:cs typeface="Tahoma"/>
              </a:rPr>
              <a:t>JYNX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882735" y="4309254"/>
            <a:ext cx="433070" cy="254000"/>
            <a:chOff x="5882735" y="4309254"/>
            <a:chExt cx="433070" cy="254000"/>
          </a:xfrm>
        </p:grpSpPr>
        <p:sp>
          <p:nvSpPr>
            <p:cNvPr id="26" name="object 26" descr=""/>
            <p:cNvSpPr/>
            <p:nvPr/>
          </p:nvSpPr>
          <p:spPr>
            <a:xfrm>
              <a:off x="5882735" y="4309254"/>
              <a:ext cx="433070" cy="171450"/>
            </a:xfrm>
            <a:custGeom>
              <a:avLst/>
              <a:gdLst/>
              <a:ahLst/>
              <a:cxnLst/>
              <a:rect l="l" t="t" r="r" b="b"/>
              <a:pathLst>
                <a:path w="433070" h="171450">
                  <a:moveTo>
                    <a:pt x="276300" y="0"/>
                  </a:moveTo>
                  <a:lnTo>
                    <a:pt x="235489" y="12428"/>
                  </a:lnTo>
                  <a:lnTo>
                    <a:pt x="198294" y="47242"/>
                  </a:lnTo>
                  <a:lnTo>
                    <a:pt x="184435" y="84056"/>
                  </a:lnTo>
                  <a:lnTo>
                    <a:pt x="170727" y="72217"/>
                  </a:lnTo>
                  <a:lnTo>
                    <a:pt x="154019" y="63069"/>
                  </a:lnTo>
                  <a:lnTo>
                    <a:pt x="134072" y="57302"/>
                  </a:lnTo>
                  <a:lnTo>
                    <a:pt x="110648" y="55608"/>
                  </a:lnTo>
                  <a:lnTo>
                    <a:pt x="77285" y="63035"/>
                  </a:lnTo>
                  <a:lnTo>
                    <a:pt x="52911" y="80262"/>
                  </a:lnTo>
                  <a:lnTo>
                    <a:pt x="36228" y="102274"/>
                  </a:lnTo>
                  <a:lnTo>
                    <a:pt x="25939" y="124061"/>
                  </a:lnTo>
                  <a:lnTo>
                    <a:pt x="19335" y="121648"/>
                  </a:lnTo>
                  <a:lnTo>
                    <a:pt x="12096" y="122918"/>
                  </a:lnTo>
                  <a:lnTo>
                    <a:pt x="6762" y="127363"/>
                  </a:lnTo>
                  <a:lnTo>
                    <a:pt x="2012" y="133359"/>
                  </a:lnTo>
                  <a:lnTo>
                    <a:pt x="0" y="140475"/>
                  </a:lnTo>
                  <a:lnTo>
                    <a:pt x="797" y="147829"/>
                  </a:lnTo>
                  <a:lnTo>
                    <a:pt x="4476" y="154541"/>
                  </a:lnTo>
                  <a:lnTo>
                    <a:pt x="10453" y="159291"/>
                  </a:lnTo>
                  <a:lnTo>
                    <a:pt x="17525" y="161303"/>
                  </a:lnTo>
                  <a:lnTo>
                    <a:pt x="24836" y="160506"/>
                  </a:lnTo>
                  <a:lnTo>
                    <a:pt x="31527" y="156827"/>
                  </a:lnTo>
                  <a:lnTo>
                    <a:pt x="36278" y="150850"/>
                  </a:lnTo>
                  <a:lnTo>
                    <a:pt x="38290" y="143777"/>
                  </a:lnTo>
                  <a:lnTo>
                    <a:pt x="37492" y="136467"/>
                  </a:lnTo>
                  <a:lnTo>
                    <a:pt x="33813" y="129776"/>
                  </a:lnTo>
                  <a:lnTo>
                    <a:pt x="46743" y="119316"/>
                  </a:lnTo>
                  <a:lnTo>
                    <a:pt x="63246" y="110583"/>
                  </a:lnTo>
                  <a:lnTo>
                    <a:pt x="83034" y="106112"/>
                  </a:lnTo>
                  <a:lnTo>
                    <a:pt x="105822" y="108440"/>
                  </a:lnTo>
                  <a:lnTo>
                    <a:pt x="119254" y="115079"/>
                  </a:lnTo>
                  <a:lnTo>
                    <a:pt x="128603" y="125362"/>
                  </a:lnTo>
                  <a:lnTo>
                    <a:pt x="134594" y="137693"/>
                  </a:lnTo>
                  <a:lnTo>
                    <a:pt x="137953" y="150477"/>
                  </a:lnTo>
                  <a:lnTo>
                    <a:pt x="168052" y="160129"/>
                  </a:lnTo>
                  <a:lnTo>
                    <a:pt x="194341" y="132316"/>
                  </a:lnTo>
                  <a:lnTo>
                    <a:pt x="217074" y="155938"/>
                  </a:lnTo>
                  <a:lnTo>
                    <a:pt x="243871" y="132570"/>
                  </a:lnTo>
                  <a:lnTo>
                    <a:pt x="265207" y="158732"/>
                  </a:lnTo>
                  <a:lnTo>
                    <a:pt x="296957" y="143746"/>
                  </a:lnTo>
                  <a:lnTo>
                    <a:pt x="301051" y="133270"/>
                  </a:lnTo>
                  <a:lnTo>
                    <a:pt x="307705" y="124426"/>
                  </a:lnTo>
                  <a:lnTo>
                    <a:pt x="316478" y="117653"/>
                  </a:lnTo>
                  <a:lnTo>
                    <a:pt x="326929" y="113393"/>
                  </a:lnTo>
                  <a:lnTo>
                    <a:pt x="348773" y="111386"/>
                  </a:lnTo>
                  <a:lnTo>
                    <a:pt x="368522" y="117060"/>
                  </a:lnTo>
                  <a:lnTo>
                    <a:pt x="385508" y="127377"/>
                  </a:lnTo>
                  <a:lnTo>
                    <a:pt x="399065" y="139301"/>
                  </a:lnTo>
                  <a:lnTo>
                    <a:pt x="395890" y="142984"/>
                  </a:lnTo>
                  <a:lnTo>
                    <a:pt x="394239" y="147556"/>
                  </a:lnTo>
                  <a:lnTo>
                    <a:pt x="394239" y="152255"/>
                  </a:lnTo>
                  <a:lnTo>
                    <a:pt x="395847" y="159750"/>
                  </a:lnTo>
                  <a:lnTo>
                    <a:pt x="400050" y="165828"/>
                  </a:lnTo>
                  <a:lnTo>
                    <a:pt x="406205" y="169882"/>
                  </a:lnTo>
                  <a:lnTo>
                    <a:pt x="413670" y="171305"/>
                  </a:lnTo>
                  <a:lnTo>
                    <a:pt x="421165" y="169697"/>
                  </a:lnTo>
                  <a:lnTo>
                    <a:pt x="427243" y="165494"/>
                  </a:lnTo>
                  <a:lnTo>
                    <a:pt x="431297" y="159339"/>
                  </a:lnTo>
                  <a:lnTo>
                    <a:pt x="432720" y="151874"/>
                  </a:lnTo>
                  <a:lnTo>
                    <a:pt x="431204" y="144357"/>
                  </a:lnTo>
                  <a:lnTo>
                    <a:pt x="427069" y="138221"/>
                  </a:lnTo>
                  <a:lnTo>
                    <a:pt x="420933" y="134086"/>
                  </a:lnTo>
                  <a:lnTo>
                    <a:pt x="413416" y="132570"/>
                  </a:lnTo>
                  <a:lnTo>
                    <a:pt x="408336" y="133332"/>
                  </a:lnTo>
                  <a:lnTo>
                    <a:pt x="399260" y="109960"/>
                  </a:lnTo>
                  <a:lnTo>
                    <a:pt x="383730" y="86278"/>
                  </a:lnTo>
                  <a:lnTo>
                    <a:pt x="360152" y="67931"/>
                  </a:lnTo>
                  <a:lnTo>
                    <a:pt x="326929" y="60561"/>
                  </a:lnTo>
                  <a:lnTo>
                    <a:pt x="311765" y="61077"/>
                  </a:lnTo>
                  <a:lnTo>
                    <a:pt x="296862" y="63545"/>
                  </a:lnTo>
                  <a:lnTo>
                    <a:pt x="282388" y="67919"/>
                  </a:lnTo>
                  <a:lnTo>
                    <a:pt x="268509" y="74150"/>
                  </a:lnTo>
                  <a:lnTo>
                    <a:pt x="282638" y="42350"/>
                  </a:lnTo>
                  <a:lnTo>
                    <a:pt x="308578" y="27684"/>
                  </a:lnTo>
                  <a:lnTo>
                    <a:pt x="338804" y="24661"/>
                  </a:lnTo>
                  <a:lnTo>
                    <a:pt x="365791" y="27795"/>
                  </a:lnTo>
                  <a:lnTo>
                    <a:pt x="365537" y="29065"/>
                  </a:lnTo>
                  <a:lnTo>
                    <a:pt x="365283" y="38336"/>
                  </a:lnTo>
                  <a:lnTo>
                    <a:pt x="368839" y="44559"/>
                  </a:lnTo>
                  <a:lnTo>
                    <a:pt x="374554" y="48115"/>
                  </a:lnTo>
                  <a:lnTo>
                    <a:pt x="381718" y="50748"/>
                  </a:lnTo>
                  <a:lnTo>
                    <a:pt x="389096" y="50417"/>
                  </a:lnTo>
                  <a:lnTo>
                    <a:pt x="395807" y="47347"/>
                  </a:lnTo>
                  <a:lnTo>
                    <a:pt x="400970" y="41765"/>
                  </a:lnTo>
                  <a:lnTo>
                    <a:pt x="403621" y="34619"/>
                  </a:lnTo>
                  <a:lnTo>
                    <a:pt x="403320" y="27271"/>
                  </a:lnTo>
                  <a:lnTo>
                    <a:pt x="400256" y="20566"/>
                  </a:lnTo>
                  <a:lnTo>
                    <a:pt x="394620" y="15349"/>
                  </a:lnTo>
                  <a:lnTo>
                    <a:pt x="387475" y="12698"/>
                  </a:lnTo>
                  <a:lnTo>
                    <a:pt x="380126" y="12999"/>
                  </a:lnTo>
                  <a:lnTo>
                    <a:pt x="373421" y="16063"/>
                  </a:lnTo>
                  <a:lnTo>
                    <a:pt x="368204" y="21699"/>
                  </a:lnTo>
                  <a:lnTo>
                    <a:pt x="344824" y="10052"/>
                  </a:lnTo>
                  <a:lnTo>
                    <a:pt x="313467" y="1014"/>
                  </a:lnTo>
                  <a:lnTo>
                    <a:pt x="276300" y="0"/>
                  </a:lnTo>
                  <a:close/>
                </a:path>
              </a:pathLst>
            </a:custGeom>
            <a:solidFill>
              <a:srgbClr val="FF4F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21323" y="4462271"/>
              <a:ext cx="153924" cy="100583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95"/>
              <a:t>EXPRESS</a:t>
            </a:r>
            <a:endParaRPr sz="4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235272"/>
            <a:ext cx="734440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Fast,</a:t>
            </a:r>
            <a:r>
              <a:rPr dirty="0" sz="2400" spc="-8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unopinionated,</a:t>
            </a:r>
            <a:r>
              <a:rPr dirty="0" sz="2400" spc="-6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minimalist</a:t>
            </a:r>
            <a:r>
              <a:rPr dirty="0" sz="2400" spc="-6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2400" spc="-7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framework</a:t>
            </a:r>
            <a:r>
              <a:rPr dirty="0" sz="2400" spc="-6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for</a:t>
            </a:r>
            <a:r>
              <a:rPr dirty="0" sz="2400" spc="-6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Node.js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90"/>
              <a:t> </a:t>
            </a:r>
            <a:r>
              <a:rPr dirty="0" spc="-140"/>
              <a:t>EXPRESS</a:t>
            </a:r>
            <a:r>
              <a:rPr dirty="0" spc="-120"/>
              <a:t> </a:t>
            </a:r>
            <a:r>
              <a:rPr dirty="0" spc="-35"/>
              <a:t>FRAMEWORK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462135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technologies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Fast,</a:t>
            </a:r>
            <a:r>
              <a:rPr dirty="0" sz="2800" spc="-8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i="1">
                <a:solidFill>
                  <a:srgbClr val="111F35"/>
                </a:solidFill>
                <a:latin typeface="Calibri"/>
                <a:cs typeface="Calibri"/>
              </a:rPr>
              <a:t>unopinionated,</a:t>
            </a:r>
            <a:r>
              <a:rPr dirty="0" sz="2800" spc="-9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minimalist</a:t>
            </a:r>
            <a:r>
              <a:rPr dirty="0" sz="2800" spc="-7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8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 i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Node.js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far,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popular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Node.js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backend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4408" y="3329940"/>
            <a:ext cx="5663184" cy="25298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75608" y="5925413"/>
            <a:ext cx="424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1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2022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Report.</a:t>
            </a:r>
            <a:r>
              <a:rPr dirty="0" sz="1800" spc="3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Source</a:t>
            </a:r>
            <a:r>
              <a:rPr dirty="0" u="sng" sz="1800" spc="-5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here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5"/>
              <a:t> </a:t>
            </a:r>
            <a:r>
              <a:rPr dirty="0" spc="-140"/>
              <a:t>EXPRESS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979420"/>
            <a:ext cx="10427335" cy="286385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express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"express"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express();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creates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express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application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PORT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3000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6817359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'/'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'Hello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World!'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app.listen(PORT);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334767"/>
            <a:ext cx="10427335" cy="36893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D76060"/>
                </a:solidFill>
                <a:latin typeface="Consolas"/>
                <a:cs typeface="Consolas"/>
              </a:rPr>
              <a:t>@luigi</a:t>
            </a:r>
            <a:r>
              <a:rPr dirty="0" sz="1800" spc="-20">
                <a:solidFill>
                  <a:srgbClr val="D7606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FE487"/>
                </a:solidFill>
                <a:latin typeface="Segoe UI Symbol"/>
                <a:cs typeface="Segoe UI Symbol"/>
              </a:rPr>
              <a:t>➜</a:t>
            </a:r>
            <a:r>
              <a:rPr dirty="0" sz="1800" spc="459">
                <a:solidFill>
                  <a:srgbClr val="5FE487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4B5C1"/>
                </a:solidFill>
                <a:latin typeface="Consolas"/>
                <a:cs typeface="Consolas"/>
              </a:rPr>
              <a:t>D/O/T/W/2/e/express-hello-</a:t>
            </a:r>
            <a:r>
              <a:rPr dirty="0" sz="1800">
                <a:solidFill>
                  <a:srgbClr val="54B5C1"/>
                </a:solidFill>
                <a:latin typeface="Consolas"/>
                <a:cs typeface="Consolas"/>
              </a:rPr>
              <a:t>world$</a:t>
            </a:r>
            <a:r>
              <a:rPr dirty="0" sz="1800" spc="35">
                <a:solidFill>
                  <a:srgbClr val="54B5C1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FBA79"/>
                </a:solidFill>
                <a:latin typeface="Consolas"/>
                <a:cs typeface="Consolas"/>
              </a:rPr>
              <a:t>npm</a:t>
            </a:r>
            <a:r>
              <a:rPr dirty="0" sz="1800" spc="-20">
                <a:solidFill>
                  <a:srgbClr val="DFBA79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express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4235" y="4336227"/>
            <a:ext cx="228777" cy="22877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686276" y="4263656"/>
            <a:ext cx="2336165" cy="118046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07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08:55:40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45923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req = </a:t>
            </a:r>
            <a:r>
              <a:rPr dirty="0" sz="1000" spc="-10">
                <a:latin typeface="Arial MT"/>
                <a:cs typeface="Arial MT"/>
              </a:rPr>
              <a:t>request </a:t>
            </a:r>
            <a:r>
              <a:rPr dirty="0" sz="1000">
                <a:latin typeface="Arial MT"/>
                <a:cs typeface="Arial MT"/>
              </a:rPr>
              <a:t>res = </a:t>
            </a:r>
            <a:r>
              <a:rPr dirty="0" sz="1000" spc="-10">
                <a:latin typeface="Arial MT"/>
                <a:cs typeface="Arial MT"/>
              </a:rPr>
              <a:t>response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85"/>
              <a:t> </a:t>
            </a:r>
            <a:r>
              <a:rPr dirty="0" spc="-10"/>
              <a:t>ROUTING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56520" cy="32664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2222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refers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determines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endpoint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statements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endParaRPr sz="2800">
              <a:latin typeface="Calibri"/>
              <a:cs typeface="Calibri"/>
            </a:endParaRPr>
          </a:p>
          <a:p>
            <a:pPr algn="ctr" marL="10795">
              <a:lnSpc>
                <a:spcPct val="100000"/>
              </a:lnSpc>
              <a:spcBef>
                <a:spcPts val="685"/>
              </a:spcBef>
            </a:pPr>
            <a:r>
              <a:rPr dirty="0" sz="2800">
                <a:solidFill>
                  <a:srgbClr val="111F35"/>
                </a:solidFill>
                <a:latin typeface="Consolas"/>
                <a:cs typeface="Consolas"/>
              </a:rPr>
              <a:t>app.</a:t>
            </a:r>
            <a:r>
              <a:rPr dirty="0" sz="2800">
                <a:solidFill>
                  <a:srgbClr val="D70031"/>
                </a:solidFill>
                <a:latin typeface="Consolas"/>
                <a:cs typeface="Consolas"/>
              </a:rPr>
              <a:t>&lt;METHOD&gt;</a:t>
            </a:r>
            <a:r>
              <a:rPr dirty="0" sz="2800">
                <a:solidFill>
                  <a:srgbClr val="111F35"/>
                </a:solidFill>
                <a:latin typeface="Consolas"/>
                <a:cs typeface="Consolas"/>
              </a:rPr>
              <a:t>(</a:t>
            </a:r>
            <a:r>
              <a:rPr dirty="0" sz="2800">
                <a:solidFill>
                  <a:srgbClr val="D70031"/>
                </a:solidFill>
                <a:latin typeface="Consolas"/>
                <a:cs typeface="Consolas"/>
              </a:rPr>
              <a:t>&lt;PATH&gt;</a:t>
            </a:r>
            <a:r>
              <a:rPr dirty="0" sz="2800">
                <a:solidFill>
                  <a:srgbClr val="111F35"/>
                </a:solidFill>
                <a:latin typeface="Consolas"/>
                <a:cs typeface="Consolas"/>
              </a:rPr>
              <a:t>,</a:t>
            </a:r>
            <a:r>
              <a:rPr dirty="0" sz="2800" spc="-3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onsolas"/>
                <a:cs typeface="Consolas"/>
              </a:rPr>
              <a:t>callback)</a:t>
            </a:r>
            <a:endParaRPr sz="2800">
              <a:latin typeface="Consolas"/>
              <a:cs typeface="Consolas"/>
            </a:endParaRPr>
          </a:p>
          <a:p>
            <a:pPr marL="240029" marR="5080" indent="-227329">
              <a:lnSpc>
                <a:spcPts val="302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Where</a:t>
            </a:r>
            <a:r>
              <a:rPr dirty="0" sz="2800" spc="-1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D70031"/>
                </a:solidFill>
                <a:latin typeface="Consolas"/>
                <a:cs typeface="Consolas"/>
              </a:rPr>
              <a:t>&lt;METHOD&gt;</a:t>
            </a:r>
            <a:r>
              <a:rPr dirty="0" sz="2800" spc="-890">
                <a:solidFill>
                  <a:srgbClr val="D70031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D70031"/>
                </a:solidFill>
                <a:latin typeface="Consolas"/>
                <a:cs typeface="Consolas"/>
              </a:rPr>
              <a:t>&lt;PATH&gt;</a:t>
            </a:r>
            <a:r>
              <a:rPr dirty="0" sz="2800" spc="-894">
                <a:solidFill>
                  <a:srgbClr val="D70031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identify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endpoint,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callback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endpoint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5253228"/>
            <a:ext cx="474916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"/hello"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res.send(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60819" y="5253228"/>
            <a:ext cx="474916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latin typeface="Consolas"/>
                <a:cs typeface="Consolas"/>
              </a:rPr>
              <a:t>app.post(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"/hello"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</a:t>
            </a:r>
            <a:r>
              <a:rPr dirty="0" sz="1800" spc="-9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Post"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25"/>
              <a:t> </a:t>
            </a:r>
            <a:r>
              <a:rPr dirty="0"/>
              <a:t>ROUTE</a:t>
            </a:r>
            <a:r>
              <a:rPr dirty="0" spc="-130"/>
              <a:t> </a:t>
            </a:r>
            <a:r>
              <a:rPr dirty="0" spc="-10"/>
              <a:t>PATHS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982835" cy="8858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paths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patterns,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regular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expressions</a:t>
            </a:r>
            <a:endParaRPr sz="28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case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matches,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first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matched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applies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484120"/>
            <a:ext cx="10427335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"/webtech"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Technologies!"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//matches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/webtech,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/web-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tech,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/web-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technologies,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/webtechnologies,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etc...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app.get(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"/web(-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)?tech*"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Pattern!"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 marR="217995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//matches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/webtech,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/wirelesstech,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/wtech,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/whatever-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tech,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etc... </a:t>
            </a: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811F3E"/>
                </a:solidFill>
                <a:latin typeface="Consolas"/>
                <a:cs typeface="Consolas"/>
              </a:rPr>
              <a:t>/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^</a:t>
            </a:r>
            <a:r>
              <a:rPr dirty="0" sz="1800">
                <a:solidFill>
                  <a:srgbClr val="811F3E"/>
                </a:solidFill>
                <a:latin typeface="Consolas"/>
                <a:cs typeface="Consolas"/>
              </a:rPr>
              <a:t>\/w.</a:t>
            </a:r>
            <a:r>
              <a:rPr dirty="0" sz="1800">
                <a:latin typeface="Consolas"/>
                <a:cs typeface="Consolas"/>
              </a:rPr>
              <a:t>*</a:t>
            </a:r>
            <a:r>
              <a:rPr dirty="0" sz="1800">
                <a:solidFill>
                  <a:srgbClr val="811F3E"/>
                </a:solidFill>
                <a:latin typeface="Consolas"/>
                <a:cs typeface="Consolas"/>
              </a:rPr>
              <a:t>tech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</a:t>
            </a:r>
            <a:r>
              <a:rPr dirty="0" sz="1800">
                <a:solidFill>
                  <a:srgbClr val="811F3E"/>
                </a:solidFill>
                <a:latin typeface="Consolas"/>
                <a:cs typeface="Consolas"/>
              </a:rPr>
              <a:t>/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9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</a:t>
            </a:r>
            <a:r>
              <a:rPr dirty="0" sz="1800" spc="-7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Regex!"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25"/>
              <a:t> </a:t>
            </a:r>
            <a:r>
              <a:rPr dirty="0"/>
              <a:t>ROUTE</a:t>
            </a:r>
            <a:r>
              <a:rPr dirty="0" spc="-130"/>
              <a:t> </a:t>
            </a:r>
            <a:r>
              <a:rPr dirty="0" spc="-85"/>
              <a:t>PARAMETERS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91725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08712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capture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segments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called 	parameters,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«:paramName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captured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parameters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req.params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obj.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3076955"/>
            <a:ext cx="10427335" cy="3139440"/>
          </a:xfrm>
          <a:custGeom>
            <a:avLst/>
            <a:gdLst/>
            <a:ahLst/>
            <a:cxnLst/>
            <a:rect l="l" t="t" r="r" b="b"/>
            <a:pathLst>
              <a:path w="10427335" h="3139440">
                <a:moveTo>
                  <a:pt x="0" y="3139439"/>
                </a:moveTo>
                <a:lnTo>
                  <a:pt x="10427208" y="3139439"/>
                </a:lnTo>
                <a:lnTo>
                  <a:pt x="10427208" y="0"/>
                </a:lnTo>
                <a:lnTo>
                  <a:pt x="0" y="0"/>
                </a:lnTo>
                <a:lnTo>
                  <a:pt x="0" y="3139439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3096514"/>
            <a:ext cx="9426575" cy="304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830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request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made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/student/42/exams/TecWeb </a:t>
            </a: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"/student/:student_id/exams/:exam_name"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res.send(req.params);</a:t>
            </a:r>
            <a:r>
              <a:rPr dirty="0" sz="1800" spc="-1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//{"student_id":"42","exam_name":"TecWeb"}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//finer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control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over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admissible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param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values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using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regex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in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parentheses.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below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requires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:student_id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series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digits.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</a:t>
            </a:r>
            <a:r>
              <a:rPr dirty="0" sz="1800" spc="-7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matches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/student/42/exams/TecWeb,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but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/student/bob/exams/TecWeb. </a:t>
            </a:r>
            <a:r>
              <a:rPr dirty="0" sz="1800" spc="-10">
                <a:latin typeface="Consolas"/>
                <a:cs typeface="Consolas"/>
              </a:rPr>
              <a:t>app.get(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"/student/:student_id([0-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9]+)/exams/:exam_name"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res.send(req.params);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//{"student_id":"42","exam_name":"TecWeb"}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2685" y="3340318"/>
            <a:ext cx="228777" cy="22877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686276" y="3264204"/>
            <a:ext cx="2336165" cy="14465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07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09:03:13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I parametri dichiarati in questo </a:t>
            </a:r>
            <a:r>
              <a:rPr dirty="0" sz="1000" spc="-20">
                <a:latin typeface="Arial MT"/>
                <a:cs typeface="Arial MT"/>
              </a:rPr>
              <a:t>path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sono lo student_id ed </a:t>
            </a:r>
            <a:r>
              <a:rPr dirty="0" sz="1000" spc="-10">
                <a:latin typeface="Arial MT"/>
                <a:cs typeface="Arial MT"/>
              </a:rPr>
              <a:t>exam_name,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infatti sono preceduti da : e dal nome </a:t>
            </a:r>
            <a:r>
              <a:rPr dirty="0" sz="1000" spc="-25">
                <a:latin typeface="Arial MT"/>
                <a:cs typeface="Arial MT"/>
              </a:rPr>
              <a:t>del </a:t>
            </a:r>
            <a:r>
              <a:rPr dirty="0" sz="1000" spc="-10">
                <a:latin typeface="Arial MT"/>
                <a:cs typeface="Arial MT"/>
              </a:rPr>
              <a:t>parametro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14"/>
              <a:t> </a:t>
            </a:r>
            <a:r>
              <a:rPr dirty="0" spc="-120"/>
              <a:t>MULTIPLE</a:t>
            </a:r>
            <a:r>
              <a:rPr dirty="0" spc="-130"/>
              <a:t> </a:t>
            </a:r>
            <a:r>
              <a:rPr dirty="0"/>
              <a:t>ROUTE</a:t>
            </a:r>
            <a:r>
              <a:rPr dirty="0" spc="-110"/>
              <a:t> </a:t>
            </a:r>
            <a:r>
              <a:rPr dirty="0" spc="-10"/>
              <a:t>HANDLERS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69391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behave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(we’ll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soon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enough!)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callback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4145279"/>
            <a:ext cx="10427335" cy="2032000"/>
          </a:xfrm>
          <a:custGeom>
            <a:avLst/>
            <a:gdLst/>
            <a:ahLst/>
            <a:cxnLst/>
            <a:rect l="l" t="t" r="r" b="b"/>
            <a:pathLst>
              <a:path w="10427335" h="2032000">
                <a:moveTo>
                  <a:pt x="0" y="2031492"/>
                </a:moveTo>
                <a:lnTo>
                  <a:pt x="10427208" y="2031492"/>
                </a:lnTo>
                <a:lnTo>
                  <a:pt x="10427208" y="0"/>
                </a:lnTo>
                <a:lnTo>
                  <a:pt x="0" y="0"/>
                </a:lnTo>
                <a:lnTo>
                  <a:pt x="0" y="203149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82396" y="4145279"/>
          <a:ext cx="7973059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9590"/>
                <a:gridCol w="376554"/>
                <a:gridCol w="250825"/>
                <a:gridCol w="1755139"/>
                <a:gridCol w="626109"/>
                <a:gridCol w="752475"/>
                <a:gridCol w="2506980"/>
                <a:gridCol w="1098550"/>
              </a:tblGrid>
              <a:tr h="342900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f1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function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(req,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20">
                          <a:latin typeface="Consolas"/>
                          <a:cs typeface="Consolas"/>
                        </a:rPr>
                        <a:t>res,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next)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{console.log(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"f1"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next();}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</a:tr>
              <a:tr h="27432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f2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function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(req,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20">
                          <a:latin typeface="Consolas"/>
                          <a:cs typeface="Consolas"/>
                        </a:rPr>
                        <a:t>res,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next)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{console.log(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"f2"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next();}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f3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function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(req,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20">
                          <a:latin typeface="Consolas"/>
                          <a:cs typeface="Consolas"/>
                        </a:rPr>
                        <a:t>res,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next)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{console.log(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"f3"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next();}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62050" y="5263388"/>
            <a:ext cx="629348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"/handlers"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[f1,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f2,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f3],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"Done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with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all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handlers"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224" y="5158488"/>
            <a:ext cx="228777" cy="228777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40"/>
              <a:t> </a:t>
            </a:r>
            <a:r>
              <a:rPr dirty="0"/>
              <a:t>WORKING</a:t>
            </a:r>
            <a:r>
              <a:rPr dirty="0" spc="-35"/>
              <a:t> </a:t>
            </a:r>
            <a:r>
              <a:rPr dirty="0" spc="-145"/>
              <a:t>WITH</a:t>
            </a:r>
            <a:r>
              <a:rPr dirty="0" spc="-50"/>
              <a:t> </a:t>
            </a:r>
            <a:r>
              <a:rPr dirty="0" spc="-20"/>
              <a:t>ROUTES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63480" cy="1435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chainable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app.route()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way,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location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redundancy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method-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chained.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314700"/>
            <a:ext cx="1042733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latin typeface="Consolas"/>
                <a:cs typeface="Consolas"/>
              </a:rPr>
              <a:t>app.route(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'/book'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591820" marR="618998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.get((req,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'Get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random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book'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591820" marR="706755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.post((req,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'Add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book'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591820" marR="669290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.delete((req,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'Delete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book'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9215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65"/>
              <a:t> </a:t>
            </a:r>
            <a:r>
              <a:rPr dirty="0"/>
              <a:t>MODULAR</a:t>
            </a:r>
            <a:r>
              <a:rPr dirty="0" spc="65"/>
              <a:t> </a:t>
            </a:r>
            <a:r>
              <a:rPr dirty="0" spc="-55"/>
              <a:t>ROUTERS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631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modular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router,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needed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129027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//router.js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express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"express"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express.Router();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5061585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router.get(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"/echo/:value"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res.send(req.params.value);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4553711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 marR="393382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echoRouter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"./router.js"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express();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//other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routes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here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done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earlier...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app.use(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"/custom"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echoRouter);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//load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echoRouter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(optionally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certain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path)</a:t>
            </a:r>
            <a:endParaRPr sz="1800">
              <a:latin typeface="Consolas"/>
              <a:cs typeface="Consolas"/>
            </a:endParaRPr>
          </a:p>
          <a:p>
            <a:pPr marL="92075" marR="243141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//requests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/custom/echo/:value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will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handled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router </a:t>
            </a:r>
            <a:r>
              <a:rPr dirty="0" sz="1800" spc="-10">
                <a:latin typeface="Consolas"/>
                <a:cs typeface="Consolas"/>
              </a:rPr>
              <a:t>app.listen(3000);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25"/>
              <a:t> </a:t>
            </a:r>
            <a:r>
              <a:rPr dirty="0" spc="-40"/>
              <a:t>RESPONSE</a:t>
            </a:r>
            <a:r>
              <a:rPr dirty="0" spc="-155"/>
              <a:t> </a:t>
            </a:r>
            <a:r>
              <a:rPr dirty="0" spc="-10"/>
              <a:t>METHODS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5586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(res)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client,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remain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hanging.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3081" y="2446782"/>
          <a:ext cx="10502900" cy="3715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  <a:gridCol w="8522335"/>
              </a:tblGrid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T w="28575">
                      <a:solidFill>
                        <a:srgbClr val="111F35"/>
                      </a:solidFill>
                      <a:prstDash val="solid"/>
                    </a:lnT>
                    <a:lnB w="28575">
                      <a:solidFill>
                        <a:srgbClr val="111F35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T w="28575">
                      <a:solidFill>
                        <a:srgbClr val="111F35"/>
                      </a:solidFill>
                      <a:prstDash val="solid"/>
                    </a:lnT>
                    <a:lnB w="28575">
                      <a:solidFill>
                        <a:srgbClr val="111F35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res.download()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28575">
                      <a:solidFill>
                        <a:srgbClr val="111F35"/>
                      </a:solidFill>
                      <a:prstDash val="solid"/>
                    </a:lnT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Prompt</a:t>
                      </a:r>
                      <a:r>
                        <a:rPr dirty="0" sz="18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r>
                        <a:rPr dirty="0" sz="18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downloaded.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28575">
                      <a:solidFill>
                        <a:srgbClr val="111F35"/>
                      </a:solidFill>
                      <a:prstDash val="solid"/>
                    </a:lnT>
                    <a:solidFill>
                      <a:srgbClr val="E7E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res.end()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End</a:t>
                      </a:r>
                      <a:r>
                        <a:rPr dirty="0" sz="18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process.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res.json()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JSON</a:t>
                      </a:r>
                      <a:r>
                        <a:rPr dirty="0" sz="1800" spc="-1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response.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7E7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res.jsonp()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JSON</a:t>
                      </a:r>
                      <a:r>
                        <a:rPr dirty="0" sz="18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JSONP</a:t>
                      </a:r>
                      <a:r>
                        <a:rPr dirty="0" sz="18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support.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res.redirect()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Redirect</a:t>
                      </a:r>
                      <a:r>
                        <a:rPr dirty="0" sz="18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request.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7E7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7"/>
                        </a:rPr>
                        <a:t>res.render()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Render</a:t>
                      </a:r>
                      <a:r>
                        <a:rPr dirty="0" sz="18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view</a:t>
                      </a:r>
                      <a:r>
                        <a:rPr dirty="0" sz="18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template.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res.send()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8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types.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E7E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res.sendFile()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r>
                        <a:rPr dirty="0" sz="1800" spc="-1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00" spc="-1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octet</a:t>
                      </a:r>
                      <a:r>
                        <a:rPr dirty="0" sz="18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stream.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/>
                </a:tc>
              </a:tr>
              <a:tr h="425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u="sng" sz="1800" spc="-10">
                          <a:solidFill>
                            <a:srgbClr val="006379"/>
                          </a:solidFill>
                          <a:uFill>
                            <a:solidFill>
                              <a:srgbClr val="006379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res.sendStatus()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1594">
                    <a:lnB w="28575">
                      <a:solidFill>
                        <a:srgbClr val="111F35"/>
                      </a:solidFill>
                      <a:prstDash val="soli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18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18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8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body.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1594">
                    <a:lnB w="28575">
                      <a:solidFill>
                        <a:srgbClr val="111F35"/>
                      </a:solidFill>
                      <a:prstDash val="solid"/>
                    </a:lnB>
                    <a:solidFill>
                      <a:srgbClr val="E7E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70"/>
              <a:t> </a:t>
            </a:r>
            <a:r>
              <a:rPr dirty="0" spc="-20"/>
              <a:t>RENDERING</a:t>
            </a:r>
            <a:r>
              <a:rPr dirty="0" spc="-70"/>
              <a:t> </a:t>
            </a:r>
            <a:r>
              <a:rPr dirty="0" spc="120"/>
              <a:t>A</a:t>
            </a:r>
            <a:r>
              <a:rPr dirty="0" spc="-70"/>
              <a:t> </a:t>
            </a:r>
            <a:r>
              <a:rPr dirty="0" spc="-65"/>
              <a:t>TEMPLATE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248723" y="4051934"/>
            <a:ext cx="5172075" cy="2167890"/>
            <a:chOff x="3248723" y="4051934"/>
            <a:chExt cx="5172075" cy="21678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311" y="4061459"/>
              <a:ext cx="5152644" cy="214884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53485" y="4056697"/>
              <a:ext cx="5162550" cy="2158365"/>
            </a:xfrm>
            <a:custGeom>
              <a:avLst/>
              <a:gdLst/>
              <a:ahLst/>
              <a:cxnLst/>
              <a:rect l="l" t="t" r="r" b="b"/>
              <a:pathLst>
                <a:path w="5162550" h="2158365">
                  <a:moveTo>
                    <a:pt x="0" y="2158365"/>
                  </a:moveTo>
                  <a:lnTo>
                    <a:pt x="5162169" y="2158365"/>
                  </a:lnTo>
                  <a:lnTo>
                    <a:pt x="5162169" y="0"/>
                  </a:lnTo>
                  <a:lnTo>
                    <a:pt x="0" y="0"/>
                  </a:lnTo>
                  <a:lnTo>
                    <a:pt x="0" y="215836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82396" y="1565147"/>
            <a:ext cx="4737100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express();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app.set(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"view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engine"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"pug"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2265" marR="12446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'/template'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res.render(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"template"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app.listen(3000);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5835396" y="1571244"/>
            <a:ext cx="5474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0805" marR="174053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//-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/views/template.pug </a:t>
            </a:r>
            <a:r>
              <a:rPr dirty="0" sz="1800">
                <a:latin typeface="Consolas"/>
                <a:cs typeface="Consolas"/>
              </a:rPr>
              <a:t>doctype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html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html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head</a:t>
            </a:r>
            <a:endParaRPr sz="18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title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Pug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Template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rendered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endParaRPr sz="1800">
              <a:latin typeface="Consolas"/>
              <a:cs typeface="Consolas"/>
            </a:endParaRPr>
          </a:p>
          <a:p>
            <a:pPr marL="591185" marR="110489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h1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Rendering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Pug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Template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p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It's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straightforward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process.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70"/>
              <a:t> </a:t>
            </a:r>
            <a:r>
              <a:rPr dirty="0" spc="-20"/>
              <a:t>RENDERING</a:t>
            </a:r>
            <a:r>
              <a:rPr dirty="0" spc="-70"/>
              <a:t> </a:t>
            </a:r>
            <a:r>
              <a:rPr dirty="0" spc="120"/>
              <a:t>A</a:t>
            </a:r>
            <a:r>
              <a:rPr dirty="0" spc="-70"/>
              <a:t> </a:t>
            </a:r>
            <a:r>
              <a:rPr dirty="0" spc="-65"/>
              <a:t>TEMPLATE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658985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Moreover,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res.locals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res.locals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538983"/>
            <a:ext cx="488759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342265" marR="400050" indent="-250190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"/example"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res.locals.items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[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tech."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grade: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"A+"</a:t>
            </a:r>
            <a:r>
              <a:rPr dirty="0" sz="1800" spc="-10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"Soft.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Eng."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grade: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"A"</a:t>
            </a:r>
            <a:r>
              <a:rPr dirty="0" sz="1800" spc="-10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"Calculus"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grade: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"B"</a:t>
            </a:r>
            <a:r>
              <a:rPr dirty="0" sz="1800" spc="-10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]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res.render(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"example"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69508" y="2538983"/>
            <a:ext cx="5340350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1440" marR="1731010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//-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/views/example.pug </a:t>
            </a:r>
            <a:r>
              <a:rPr dirty="0" sz="1800">
                <a:latin typeface="Consolas"/>
                <a:cs typeface="Consolas"/>
              </a:rPr>
              <a:t>doctype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html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html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head</a:t>
            </a:r>
            <a:endParaRPr sz="1800">
              <a:latin typeface="Consolas"/>
              <a:cs typeface="Consolas"/>
            </a:endParaRPr>
          </a:p>
          <a:p>
            <a:pPr marL="340995" marR="2357755" indent="249554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title</a:t>
            </a:r>
            <a:r>
              <a:rPr dirty="0" sz="1800" spc="-1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List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of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Exams 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endParaRPr sz="1800">
              <a:latin typeface="Consolas"/>
              <a:cs typeface="Consolas"/>
            </a:endParaRPr>
          </a:p>
          <a:p>
            <a:pPr marL="591185" marR="248348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h1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List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of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Exams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each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exam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items</a:t>
            </a:r>
            <a:endParaRPr sz="18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li</a:t>
            </a:r>
            <a:r>
              <a:rPr dirty="0" sz="18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#{exam.name}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grade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#{exam.grade}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765615" y="4914519"/>
            <a:ext cx="3013710" cy="1487170"/>
            <a:chOff x="2765615" y="4914519"/>
            <a:chExt cx="3013710" cy="148717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5203" y="4924044"/>
              <a:ext cx="2994660" cy="146759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770377" y="4919281"/>
              <a:ext cx="3004185" cy="1477645"/>
            </a:xfrm>
            <a:custGeom>
              <a:avLst/>
              <a:gdLst/>
              <a:ahLst/>
              <a:cxnLst/>
              <a:rect l="l" t="t" r="r" b="b"/>
              <a:pathLst>
                <a:path w="3004185" h="1477645">
                  <a:moveTo>
                    <a:pt x="0" y="1477136"/>
                  </a:moveTo>
                  <a:lnTo>
                    <a:pt x="3004185" y="1477136"/>
                  </a:lnTo>
                  <a:lnTo>
                    <a:pt x="3004185" y="0"/>
                  </a:lnTo>
                  <a:lnTo>
                    <a:pt x="0" y="0"/>
                  </a:lnTo>
                  <a:lnTo>
                    <a:pt x="0" y="1477136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90"/>
              <a:t> </a:t>
            </a:r>
            <a:r>
              <a:rPr dirty="0" spc="90"/>
              <a:t>REQUEST-</a:t>
            </a:r>
            <a:r>
              <a:rPr dirty="0" spc="-40"/>
              <a:t>RESPONSE</a:t>
            </a:r>
            <a:r>
              <a:rPr dirty="0" spc="-160"/>
              <a:t> </a:t>
            </a:r>
            <a:r>
              <a:rPr dirty="0" spc="-80"/>
              <a:t>CYCLE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6761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Request-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cycle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6025" y="3175253"/>
            <a:ext cx="1029969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5500" y="4890592"/>
            <a:ext cx="1210945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1594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058670" y="3489705"/>
            <a:ext cx="1067435" cy="172720"/>
            <a:chOff x="2058670" y="3489705"/>
            <a:chExt cx="1067435" cy="172720"/>
          </a:xfrm>
        </p:grpSpPr>
        <p:sp>
          <p:nvSpPr>
            <p:cNvPr id="7" name="object 7" descr=""/>
            <p:cNvSpPr/>
            <p:nvPr/>
          </p:nvSpPr>
          <p:spPr>
            <a:xfrm>
              <a:off x="2065020" y="3496055"/>
              <a:ext cx="1054735" cy="160020"/>
            </a:xfrm>
            <a:custGeom>
              <a:avLst/>
              <a:gdLst/>
              <a:ahLst/>
              <a:cxnLst/>
              <a:rect l="l" t="t" r="r" b="b"/>
              <a:pathLst>
                <a:path w="1054735" h="160020">
                  <a:moveTo>
                    <a:pt x="925830" y="0"/>
                  </a:moveTo>
                  <a:lnTo>
                    <a:pt x="925830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925830" y="120015"/>
                  </a:lnTo>
                  <a:lnTo>
                    <a:pt x="925830" y="160020"/>
                  </a:lnTo>
                  <a:lnTo>
                    <a:pt x="1054608" y="80010"/>
                  </a:lnTo>
                  <a:lnTo>
                    <a:pt x="92583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65020" y="3496055"/>
              <a:ext cx="1054735" cy="160020"/>
            </a:xfrm>
            <a:custGeom>
              <a:avLst/>
              <a:gdLst/>
              <a:ahLst/>
              <a:cxnLst/>
              <a:rect l="l" t="t" r="r" b="b"/>
              <a:pathLst>
                <a:path w="1054735" h="160020">
                  <a:moveTo>
                    <a:pt x="0" y="40005"/>
                  </a:moveTo>
                  <a:lnTo>
                    <a:pt x="925830" y="40005"/>
                  </a:lnTo>
                  <a:lnTo>
                    <a:pt x="925830" y="0"/>
                  </a:lnTo>
                  <a:lnTo>
                    <a:pt x="1054608" y="80010"/>
                  </a:lnTo>
                  <a:lnTo>
                    <a:pt x="925830" y="160020"/>
                  </a:lnTo>
                  <a:lnTo>
                    <a:pt x="925830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058670" y="5205729"/>
            <a:ext cx="1067435" cy="172720"/>
            <a:chOff x="2058670" y="5205729"/>
            <a:chExt cx="1067435" cy="172720"/>
          </a:xfrm>
        </p:grpSpPr>
        <p:sp>
          <p:nvSpPr>
            <p:cNvPr id="10" name="object 10" descr=""/>
            <p:cNvSpPr/>
            <p:nvPr/>
          </p:nvSpPr>
          <p:spPr>
            <a:xfrm>
              <a:off x="2065020" y="5212079"/>
              <a:ext cx="1054735" cy="160020"/>
            </a:xfrm>
            <a:custGeom>
              <a:avLst/>
              <a:gdLst/>
              <a:ahLst/>
              <a:cxnLst/>
              <a:rect l="l" t="t" r="r" b="b"/>
              <a:pathLst>
                <a:path w="1054735" h="160020">
                  <a:moveTo>
                    <a:pt x="128778" y="0"/>
                  </a:moveTo>
                  <a:lnTo>
                    <a:pt x="0" y="80010"/>
                  </a:lnTo>
                  <a:lnTo>
                    <a:pt x="128778" y="160020"/>
                  </a:lnTo>
                  <a:lnTo>
                    <a:pt x="128778" y="120015"/>
                  </a:lnTo>
                  <a:lnTo>
                    <a:pt x="1054608" y="120015"/>
                  </a:lnTo>
                  <a:lnTo>
                    <a:pt x="1054608" y="40005"/>
                  </a:lnTo>
                  <a:lnTo>
                    <a:pt x="128778" y="40005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65020" y="5212079"/>
              <a:ext cx="1054735" cy="160020"/>
            </a:xfrm>
            <a:custGeom>
              <a:avLst/>
              <a:gdLst/>
              <a:ahLst/>
              <a:cxnLst/>
              <a:rect l="l" t="t" r="r" b="b"/>
              <a:pathLst>
                <a:path w="1054735" h="160020">
                  <a:moveTo>
                    <a:pt x="1054608" y="40005"/>
                  </a:moveTo>
                  <a:lnTo>
                    <a:pt x="128778" y="40005"/>
                  </a:lnTo>
                  <a:lnTo>
                    <a:pt x="128778" y="0"/>
                  </a:lnTo>
                  <a:lnTo>
                    <a:pt x="0" y="80010"/>
                  </a:lnTo>
                  <a:lnTo>
                    <a:pt x="128778" y="160020"/>
                  </a:lnTo>
                  <a:lnTo>
                    <a:pt x="128778" y="120015"/>
                  </a:lnTo>
                  <a:lnTo>
                    <a:pt x="1054608" y="120015"/>
                  </a:lnTo>
                  <a:lnTo>
                    <a:pt x="1054608" y="40005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119627" y="2286000"/>
            <a:ext cx="8190230" cy="389127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04"/>
              </a:spcBef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marL="483234" indent="-340995">
              <a:lnSpc>
                <a:spcPct val="100000"/>
              </a:lnSpc>
              <a:spcBef>
                <a:spcPts val="1900"/>
              </a:spcBef>
              <a:buAutoNum type="arabicPeriod"/>
              <a:tabLst>
                <a:tab pos="483234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483234" marR="603885" indent="-340995">
              <a:lnSpc>
                <a:spcPct val="100000"/>
              </a:lnSpc>
              <a:buAutoNum type="arabicPeriod"/>
              <a:tabLst>
                <a:tab pos="48577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sequence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computation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steps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process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2400">
              <a:latin typeface="Calibri"/>
              <a:cs typeface="Calibri"/>
            </a:endParaRPr>
          </a:p>
          <a:p>
            <a:pPr lvl="1" marL="942975" indent="-342900">
              <a:lnSpc>
                <a:spcPct val="100000"/>
              </a:lnSpc>
              <a:buFont typeface="Arial MT"/>
              <a:buChar char="•"/>
              <a:tabLst>
                <a:tab pos="94297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parse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body</a:t>
            </a:r>
            <a:endParaRPr sz="2400">
              <a:latin typeface="Calibri"/>
              <a:cs typeface="Calibri"/>
            </a:endParaRPr>
          </a:p>
          <a:p>
            <a:pPr lvl="1" marL="942975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94297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parse</a:t>
            </a:r>
            <a:r>
              <a:rPr dirty="0" sz="24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cookies</a:t>
            </a:r>
            <a:endParaRPr sz="2400">
              <a:latin typeface="Calibri"/>
              <a:cs typeface="Calibri"/>
            </a:endParaRPr>
          </a:p>
          <a:p>
            <a:pPr lvl="1" marL="942975" indent="-342900">
              <a:lnSpc>
                <a:spcPct val="100000"/>
              </a:lnSpc>
              <a:buFont typeface="Arial MT"/>
              <a:buChar char="•"/>
              <a:tabLst>
                <a:tab pos="94297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estabilish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endParaRPr sz="2400">
              <a:latin typeface="Calibri"/>
              <a:cs typeface="Calibri"/>
            </a:endParaRPr>
          </a:p>
          <a:p>
            <a:pPr lvl="1" marL="942975" indent="-342900">
              <a:lnSpc>
                <a:spcPct val="100000"/>
              </a:lnSpc>
              <a:buFont typeface="Arial MT"/>
              <a:buChar char="•"/>
              <a:tabLst>
                <a:tab pos="942975" algn="l"/>
              </a:tabLst>
            </a:pP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483234" indent="-340995">
              <a:lnSpc>
                <a:spcPct val="100000"/>
              </a:lnSpc>
              <a:buAutoNum type="arabicPeriod"/>
              <a:tabLst>
                <a:tab pos="483234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Prepare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13277" y="2279650"/>
            <a:ext cx="8202930" cy="3903979"/>
            <a:chOff x="3113277" y="2279650"/>
            <a:chExt cx="8202930" cy="3903979"/>
          </a:xfrm>
        </p:grpSpPr>
        <p:sp>
          <p:nvSpPr>
            <p:cNvPr id="3" name="object 3" descr=""/>
            <p:cNvSpPr/>
            <p:nvPr/>
          </p:nvSpPr>
          <p:spPr>
            <a:xfrm>
              <a:off x="3119627" y="2286000"/>
              <a:ext cx="8190230" cy="3891279"/>
            </a:xfrm>
            <a:custGeom>
              <a:avLst/>
              <a:gdLst/>
              <a:ahLst/>
              <a:cxnLst/>
              <a:rect l="l" t="t" r="r" b="b"/>
              <a:pathLst>
                <a:path w="8190230" h="3891279">
                  <a:moveTo>
                    <a:pt x="0" y="3890772"/>
                  </a:moveTo>
                  <a:lnTo>
                    <a:pt x="8189976" y="3890772"/>
                  </a:lnTo>
                  <a:lnTo>
                    <a:pt x="8189976" y="0"/>
                  </a:lnTo>
                  <a:lnTo>
                    <a:pt x="0" y="0"/>
                  </a:lnTo>
                  <a:lnTo>
                    <a:pt x="0" y="3890772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209543" y="2788919"/>
              <a:ext cx="7972425" cy="2295525"/>
            </a:xfrm>
            <a:custGeom>
              <a:avLst/>
              <a:gdLst/>
              <a:ahLst/>
              <a:cxnLst/>
              <a:rect l="l" t="t" r="r" b="b"/>
              <a:pathLst>
                <a:path w="7972425" h="2295525">
                  <a:moveTo>
                    <a:pt x="7972044" y="0"/>
                  </a:moveTo>
                  <a:lnTo>
                    <a:pt x="0" y="0"/>
                  </a:lnTo>
                  <a:lnTo>
                    <a:pt x="0" y="2295143"/>
                  </a:lnTo>
                  <a:lnTo>
                    <a:pt x="7972044" y="2295143"/>
                  </a:lnTo>
                  <a:lnTo>
                    <a:pt x="7972044" y="0"/>
                  </a:lnTo>
                  <a:close/>
                </a:path>
              </a:pathLst>
            </a:custGeom>
            <a:solidFill>
              <a:srgbClr val="F1CD5D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209543" y="2788919"/>
              <a:ext cx="7972425" cy="2295525"/>
            </a:xfrm>
            <a:custGeom>
              <a:avLst/>
              <a:gdLst/>
              <a:ahLst/>
              <a:cxnLst/>
              <a:rect l="l" t="t" r="r" b="b"/>
              <a:pathLst>
                <a:path w="7972425" h="2295525">
                  <a:moveTo>
                    <a:pt x="0" y="2295143"/>
                  </a:moveTo>
                  <a:lnTo>
                    <a:pt x="7972044" y="2295143"/>
                  </a:lnTo>
                  <a:lnTo>
                    <a:pt x="7972044" y="0"/>
                  </a:lnTo>
                  <a:lnTo>
                    <a:pt x="0" y="0"/>
                  </a:lnTo>
                  <a:lnTo>
                    <a:pt x="0" y="2295143"/>
                  </a:lnTo>
                  <a:close/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288919" y="2807334"/>
            <a:ext cx="1480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9B780C"/>
                </a:solidFill>
                <a:latin typeface="Calibri"/>
                <a:cs typeface="Calibri"/>
              </a:rPr>
              <a:t>Matched</a:t>
            </a:r>
            <a:r>
              <a:rPr dirty="0" sz="1800" spc="-100" b="1">
                <a:solidFill>
                  <a:srgbClr val="9B780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9B780C"/>
                </a:solidFill>
                <a:latin typeface="Calibri"/>
                <a:cs typeface="Calibri"/>
              </a:rPr>
              <a:t>Route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050" y="1533220"/>
            <a:ext cx="9676130" cy="1158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Request-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cycle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  <a:p>
            <a:pPr marL="2249170">
              <a:lnSpc>
                <a:spcPct val="100000"/>
              </a:lnSpc>
              <a:spcBef>
                <a:spcPts val="2680"/>
              </a:spcBef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90"/>
              <a:t> </a:t>
            </a:r>
            <a:r>
              <a:rPr dirty="0" spc="90"/>
              <a:t>REQUEST-</a:t>
            </a:r>
            <a:r>
              <a:rPr dirty="0" spc="-40"/>
              <a:t>RESPONSE</a:t>
            </a:r>
            <a:r>
              <a:rPr dirty="0" spc="-160"/>
              <a:t> </a:t>
            </a:r>
            <a:r>
              <a:rPr dirty="0" spc="-80"/>
              <a:t>CYCLE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43127" y="3819525"/>
            <a:ext cx="86233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6927" y="5486501"/>
            <a:ext cx="1014094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165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058670" y="3381502"/>
            <a:ext cx="8407400" cy="2519680"/>
            <a:chOff x="2058670" y="3381502"/>
            <a:chExt cx="8407400" cy="2519680"/>
          </a:xfrm>
        </p:grpSpPr>
        <p:sp>
          <p:nvSpPr>
            <p:cNvPr id="12" name="object 12" descr=""/>
            <p:cNvSpPr/>
            <p:nvPr/>
          </p:nvSpPr>
          <p:spPr>
            <a:xfrm>
              <a:off x="2065020" y="4076700"/>
              <a:ext cx="1054735" cy="160020"/>
            </a:xfrm>
            <a:custGeom>
              <a:avLst/>
              <a:gdLst/>
              <a:ahLst/>
              <a:cxnLst/>
              <a:rect l="l" t="t" r="r" b="b"/>
              <a:pathLst>
                <a:path w="1054735" h="160020">
                  <a:moveTo>
                    <a:pt x="925830" y="0"/>
                  </a:moveTo>
                  <a:lnTo>
                    <a:pt x="925830" y="40005"/>
                  </a:lnTo>
                  <a:lnTo>
                    <a:pt x="0" y="40005"/>
                  </a:lnTo>
                  <a:lnTo>
                    <a:pt x="0" y="120014"/>
                  </a:lnTo>
                  <a:lnTo>
                    <a:pt x="925830" y="120014"/>
                  </a:lnTo>
                  <a:lnTo>
                    <a:pt x="925830" y="160019"/>
                  </a:lnTo>
                  <a:lnTo>
                    <a:pt x="1054608" y="80010"/>
                  </a:lnTo>
                  <a:lnTo>
                    <a:pt x="92583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065020" y="4076700"/>
              <a:ext cx="1054735" cy="160020"/>
            </a:xfrm>
            <a:custGeom>
              <a:avLst/>
              <a:gdLst/>
              <a:ahLst/>
              <a:cxnLst/>
              <a:rect l="l" t="t" r="r" b="b"/>
              <a:pathLst>
                <a:path w="1054735" h="160020">
                  <a:moveTo>
                    <a:pt x="0" y="40005"/>
                  </a:moveTo>
                  <a:lnTo>
                    <a:pt x="925830" y="40005"/>
                  </a:lnTo>
                  <a:lnTo>
                    <a:pt x="925830" y="0"/>
                  </a:lnTo>
                  <a:lnTo>
                    <a:pt x="1054608" y="80010"/>
                  </a:lnTo>
                  <a:lnTo>
                    <a:pt x="925830" y="160019"/>
                  </a:lnTo>
                  <a:lnTo>
                    <a:pt x="925830" y="120014"/>
                  </a:lnTo>
                  <a:lnTo>
                    <a:pt x="0" y="120014"/>
                  </a:lnTo>
                  <a:lnTo>
                    <a:pt x="0" y="40005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745223" y="3387852"/>
              <a:ext cx="878205" cy="1493520"/>
            </a:xfrm>
            <a:custGeom>
              <a:avLst/>
              <a:gdLst/>
              <a:ahLst/>
              <a:cxnLst/>
              <a:rect l="l" t="t" r="r" b="b"/>
              <a:pathLst>
                <a:path w="878204" h="1493520">
                  <a:moveTo>
                    <a:pt x="0" y="1493520"/>
                  </a:moveTo>
                  <a:lnTo>
                    <a:pt x="877824" y="1493520"/>
                  </a:lnTo>
                  <a:lnTo>
                    <a:pt x="877824" y="0"/>
                  </a:lnTo>
                  <a:lnTo>
                    <a:pt x="0" y="0"/>
                  </a:lnTo>
                  <a:lnTo>
                    <a:pt x="0" y="1493520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45152" y="4076700"/>
              <a:ext cx="399415" cy="160020"/>
            </a:xfrm>
            <a:custGeom>
              <a:avLst/>
              <a:gdLst/>
              <a:ahLst/>
              <a:cxnLst/>
              <a:rect l="l" t="t" r="r" b="b"/>
              <a:pathLst>
                <a:path w="399414" h="160020">
                  <a:moveTo>
                    <a:pt x="270510" y="0"/>
                  </a:moveTo>
                  <a:lnTo>
                    <a:pt x="270510" y="40005"/>
                  </a:lnTo>
                  <a:lnTo>
                    <a:pt x="0" y="40005"/>
                  </a:lnTo>
                  <a:lnTo>
                    <a:pt x="0" y="120014"/>
                  </a:lnTo>
                  <a:lnTo>
                    <a:pt x="270510" y="120014"/>
                  </a:lnTo>
                  <a:lnTo>
                    <a:pt x="270510" y="160019"/>
                  </a:lnTo>
                  <a:lnTo>
                    <a:pt x="399288" y="80010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45152" y="4076700"/>
              <a:ext cx="399415" cy="160020"/>
            </a:xfrm>
            <a:custGeom>
              <a:avLst/>
              <a:gdLst/>
              <a:ahLst/>
              <a:cxnLst/>
              <a:rect l="l" t="t" r="r" b="b"/>
              <a:pathLst>
                <a:path w="399414" h="160020">
                  <a:moveTo>
                    <a:pt x="0" y="40005"/>
                  </a:moveTo>
                  <a:lnTo>
                    <a:pt x="270510" y="40005"/>
                  </a:lnTo>
                  <a:lnTo>
                    <a:pt x="270510" y="0"/>
                  </a:lnTo>
                  <a:lnTo>
                    <a:pt x="399288" y="80010"/>
                  </a:lnTo>
                  <a:lnTo>
                    <a:pt x="270510" y="160019"/>
                  </a:lnTo>
                  <a:lnTo>
                    <a:pt x="270510" y="120014"/>
                  </a:lnTo>
                  <a:lnTo>
                    <a:pt x="0" y="120014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47460" y="4053840"/>
              <a:ext cx="398145" cy="160020"/>
            </a:xfrm>
            <a:custGeom>
              <a:avLst/>
              <a:gdLst/>
              <a:ahLst/>
              <a:cxnLst/>
              <a:rect l="l" t="t" r="r" b="b"/>
              <a:pathLst>
                <a:path w="398145" h="160020">
                  <a:moveTo>
                    <a:pt x="268986" y="0"/>
                  </a:moveTo>
                  <a:lnTo>
                    <a:pt x="268986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268986" y="120015"/>
                  </a:lnTo>
                  <a:lnTo>
                    <a:pt x="268986" y="160020"/>
                  </a:lnTo>
                  <a:lnTo>
                    <a:pt x="397763" y="80010"/>
                  </a:lnTo>
                  <a:lnTo>
                    <a:pt x="26898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347460" y="4053840"/>
              <a:ext cx="398145" cy="160020"/>
            </a:xfrm>
            <a:custGeom>
              <a:avLst/>
              <a:gdLst/>
              <a:ahLst/>
              <a:cxnLst/>
              <a:rect l="l" t="t" r="r" b="b"/>
              <a:pathLst>
                <a:path w="398145" h="160020">
                  <a:moveTo>
                    <a:pt x="0" y="40005"/>
                  </a:moveTo>
                  <a:lnTo>
                    <a:pt x="268986" y="40005"/>
                  </a:lnTo>
                  <a:lnTo>
                    <a:pt x="268986" y="0"/>
                  </a:lnTo>
                  <a:lnTo>
                    <a:pt x="397763" y="80010"/>
                  </a:lnTo>
                  <a:lnTo>
                    <a:pt x="268986" y="160020"/>
                  </a:lnTo>
                  <a:lnTo>
                    <a:pt x="268986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23048" y="4053840"/>
              <a:ext cx="399415" cy="160020"/>
            </a:xfrm>
            <a:custGeom>
              <a:avLst/>
              <a:gdLst/>
              <a:ahLst/>
              <a:cxnLst/>
              <a:rect l="l" t="t" r="r" b="b"/>
              <a:pathLst>
                <a:path w="399415" h="160020">
                  <a:moveTo>
                    <a:pt x="270509" y="0"/>
                  </a:moveTo>
                  <a:lnTo>
                    <a:pt x="270509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270509" y="120015"/>
                  </a:lnTo>
                  <a:lnTo>
                    <a:pt x="270509" y="160020"/>
                  </a:lnTo>
                  <a:lnTo>
                    <a:pt x="399287" y="80010"/>
                  </a:lnTo>
                  <a:lnTo>
                    <a:pt x="27050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623048" y="4053840"/>
              <a:ext cx="399415" cy="160020"/>
            </a:xfrm>
            <a:custGeom>
              <a:avLst/>
              <a:gdLst/>
              <a:ahLst/>
              <a:cxnLst/>
              <a:rect l="l" t="t" r="r" b="b"/>
              <a:pathLst>
                <a:path w="399415" h="160020">
                  <a:moveTo>
                    <a:pt x="0" y="40005"/>
                  </a:moveTo>
                  <a:lnTo>
                    <a:pt x="270509" y="40005"/>
                  </a:lnTo>
                  <a:lnTo>
                    <a:pt x="270509" y="0"/>
                  </a:lnTo>
                  <a:lnTo>
                    <a:pt x="399287" y="80010"/>
                  </a:lnTo>
                  <a:lnTo>
                    <a:pt x="270509" y="160020"/>
                  </a:lnTo>
                  <a:lnTo>
                    <a:pt x="270509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325355" y="4053840"/>
              <a:ext cx="398145" cy="160020"/>
            </a:xfrm>
            <a:custGeom>
              <a:avLst/>
              <a:gdLst/>
              <a:ahLst/>
              <a:cxnLst/>
              <a:rect l="l" t="t" r="r" b="b"/>
              <a:pathLst>
                <a:path w="398145" h="160020">
                  <a:moveTo>
                    <a:pt x="268986" y="0"/>
                  </a:moveTo>
                  <a:lnTo>
                    <a:pt x="268986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268986" y="120015"/>
                  </a:lnTo>
                  <a:lnTo>
                    <a:pt x="268986" y="160020"/>
                  </a:lnTo>
                  <a:lnTo>
                    <a:pt x="397764" y="80010"/>
                  </a:lnTo>
                  <a:lnTo>
                    <a:pt x="26898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325355" y="4053840"/>
              <a:ext cx="398145" cy="160020"/>
            </a:xfrm>
            <a:custGeom>
              <a:avLst/>
              <a:gdLst/>
              <a:ahLst/>
              <a:cxnLst/>
              <a:rect l="l" t="t" r="r" b="b"/>
              <a:pathLst>
                <a:path w="398145" h="160020">
                  <a:moveTo>
                    <a:pt x="0" y="40005"/>
                  </a:moveTo>
                  <a:lnTo>
                    <a:pt x="268986" y="40005"/>
                  </a:lnTo>
                  <a:lnTo>
                    <a:pt x="268986" y="0"/>
                  </a:lnTo>
                  <a:lnTo>
                    <a:pt x="397764" y="80010"/>
                  </a:lnTo>
                  <a:lnTo>
                    <a:pt x="268986" y="160020"/>
                  </a:lnTo>
                  <a:lnTo>
                    <a:pt x="268986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065020" y="4873752"/>
              <a:ext cx="1993900" cy="1015365"/>
            </a:xfrm>
            <a:custGeom>
              <a:avLst/>
              <a:gdLst/>
              <a:ahLst/>
              <a:cxnLst/>
              <a:rect l="l" t="t" r="r" b="b"/>
              <a:pathLst>
                <a:path w="1993900" h="1015364">
                  <a:moveTo>
                    <a:pt x="1993392" y="0"/>
                  </a:moveTo>
                  <a:lnTo>
                    <a:pt x="1926844" y="0"/>
                  </a:lnTo>
                  <a:lnTo>
                    <a:pt x="1926844" y="533146"/>
                  </a:lnTo>
                  <a:lnTo>
                    <a:pt x="1923902" y="580487"/>
                  </a:lnTo>
                  <a:lnTo>
                    <a:pt x="1915313" y="626074"/>
                  </a:lnTo>
                  <a:lnTo>
                    <a:pt x="1901431" y="669554"/>
                  </a:lnTo>
                  <a:lnTo>
                    <a:pt x="1882610" y="710573"/>
                  </a:lnTo>
                  <a:lnTo>
                    <a:pt x="1859205" y="748777"/>
                  </a:lnTo>
                  <a:lnTo>
                    <a:pt x="1831568" y="783811"/>
                  </a:lnTo>
                  <a:lnTo>
                    <a:pt x="1800055" y="815323"/>
                  </a:lnTo>
                  <a:lnTo>
                    <a:pt x="1765020" y="842958"/>
                  </a:lnTo>
                  <a:lnTo>
                    <a:pt x="1726816" y="866361"/>
                  </a:lnTo>
                  <a:lnTo>
                    <a:pt x="1685798" y="885180"/>
                  </a:lnTo>
                  <a:lnTo>
                    <a:pt x="1642320" y="899061"/>
                  </a:lnTo>
                  <a:lnTo>
                    <a:pt x="1596736" y="907648"/>
                  </a:lnTo>
                  <a:lnTo>
                    <a:pt x="1549400" y="910590"/>
                  </a:lnTo>
                  <a:lnTo>
                    <a:pt x="108331" y="910590"/>
                  </a:lnTo>
                  <a:lnTo>
                    <a:pt x="108331" y="872744"/>
                  </a:lnTo>
                  <a:lnTo>
                    <a:pt x="0" y="943864"/>
                  </a:lnTo>
                  <a:lnTo>
                    <a:pt x="108331" y="1014984"/>
                  </a:lnTo>
                  <a:lnTo>
                    <a:pt x="108331" y="977138"/>
                  </a:lnTo>
                  <a:lnTo>
                    <a:pt x="1549400" y="977138"/>
                  </a:lnTo>
                  <a:lnTo>
                    <a:pt x="1597782" y="974532"/>
                  </a:lnTo>
                  <a:lnTo>
                    <a:pt x="1644654" y="966896"/>
                  </a:lnTo>
                  <a:lnTo>
                    <a:pt x="1689746" y="954500"/>
                  </a:lnTo>
                  <a:lnTo>
                    <a:pt x="1732785" y="937616"/>
                  </a:lnTo>
                  <a:lnTo>
                    <a:pt x="1773503" y="916514"/>
                  </a:lnTo>
                  <a:lnTo>
                    <a:pt x="1811627" y="891466"/>
                  </a:lnTo>
                  <a:lnTo>
                    <a:pt x="1846888" y="862742"/>
                  </a:lnTo>
                  <a:lnTo>
                    <a:pt x="1879014" y="830613"/>
                  </a:lnTo>
                  <a:lnTo>
                    <a:pt x="1907735" y="795351"/>
                  </a:lnTo>
                  <a:lnTo>
                    <a:pt x="1932780" y="757226"/>
                  </a:lnTo>
                  <a:lnTo>
                    <a:pt x="1953878" y="716510"/>
                  </a:lnTo>
                  <a:lnTo>
                    <a:pt x="1970759" y="673472"/>
                  </a:lnTo>
                  <a:lnTo>
                    <a:pt x="1983152" y="628385"/>
                  </a:lnTo>
                  <a:lnTo>
                    <a:pt x="1990787" y="581519"/>
                  </a:lnTo>
                  <a:lnTo>
                    <a:pt x="1993392" y="533146"/>
                  </a:lnTo>
                  <a:lnTo>
                    <a:pt x="1993392" y="0"/>
                  </a:lnTo>
                  <a:close/>
                </a:path>
              </a:pathLst>
            </a:custGeom>
            <a:solidFill>
              <a:srgbClr val="396C7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65020" y="4873752"/>
              <a:ext cx="1993900" cy="1015365"/>
            </a:xfrm>
            <a:custGeom>
              <a:avLst/>
              <a:gdLst/>
              <a:ahLst/>
              <a:cxnLst/>
              <a:rect l="l" t="t" r="r" b="b"/>
              <a:pathLst>
                <a:path w="1993900" h="1015364">
                  <a:moveTo>
                    <a:pt x="1993392" y="0"/>
                  </a:moveTo>
                  <a:lnTo>
                    <a:pt x="1993392" y="533146"/>
                  </a:lnTo>
                  <a:lnTo>
                    <a:pt x="1990787" y="581519"/>
                  </a:lnTo>
                  <a:lnTo>
                    <a:pt x="1983152" y="628385"/>
                  </a:lnTo>
                  <a:lnTo>
                    <a:pt x="1970759" y="673472"/>
                  </a:lnTo>
                  <a:lnTo>
                    <a:pt x="1953878" y="716510"/>
                  </a:lnTo>
                  <a:lnTo>
                    <a:pt x="1932780" y="757226"/>
                  </a:lnTo>
                  <a:lnTo>
                    <a:pt x="1907735" y="795351"/>
                  </a:lnTo>
                  <a:lnTo>
                    <a:pt x="1879014" y="830613"/>
                  </a:lnTo>
                  <a:lnTo>
                    <a:pt x="1846888" y="862742"/>
                  </a:lnTo>
                  <a:lnTo>
                    <a:pt x="1811627" y="891466"/>
                  </a:lnTo>
                  <a:lnTo>
                    <a:pt x="1773503" y="916514"/>
                  </a:lnTo>
                  <a:lnTo>
                    <a:pt x="1732785" y="937616"/>
                  </a:lnTo>
                  <a:lnTo>
                    <a:pt x="1689746" y="954500"/>
                  </a:lnTo>
                  <a:lnTo>
                    <a:pt x="1644654" y="966896"/>
                  </a:lnTo>
                  <a:lnTo>
                    <a:pt x="1597782" y="974532"/>
                  </a:lnTo>
                  <a:lnTo>
                    <a:pt x="1549400" y="977138"/>
                  </a:lnTo>
                  <a:lnTo>
                    <a:pt x="108331" y="977138"/>
                  </a:lnTo>
                  <a:lnTo>
                    <a:pt x="108331" y="1014984"/>
                  </a:lnTo>
                  <a:lnTo>
                    <a:pt x="0" y="943864"/>
                  </a:lnTo>
                  <a:lnTo>
                    <a:pt x="108331" y="872744"/>
                  </a:lnTo>
                  <a:lnTo>
                    <a:pt x="108331" y="910590"/>
                  </a:lnTo>
                  <a:lnTo>
                    <a:pt x="1549400" y="910590"/>
                  </a:lnTo>
                  <a:lnTo>
                    <a:pt x="1596736" y="907648"/>
                  </a:lnTo>
                  <a:lnTo>
                    <a:pt x="1642320" y="899061"/>
                  </a:lnTo>
                  <a:lnTo>
                    <a:pt x="1685798" y="885180"/>
                  </a:lnTo>
                  <a:lnTo>
                    <a:pt x="1726816" y="866361"/>
                  </a:lnTo>
                  <a:lnTo>
                    <a:pt x="1765020" y="842958"/>
                  </a:lnTo>
                  <a:lnTo>
                    <a:pt x="1800055" y="815323"/>
                  </a:lnTo>
                  <a:lnTo>
                    <a:pt x="1831568" y="783811"/>
                  </a:lnTo>
                  <a:lnTo>
                    <a:pt x="1859205" y="748777"/>
                  </a:lnTo>
                  <a:lnTo>
                    <a:pt x="1882610" y="710573"/>
                  </a:lnTo>
                  <a:lnTo>
                    <a:pt x="1901431" y="669554"/>
                  </a:lnTo>
                  <a:lnTo>
                    <a:pt x="1915313" y="626074"/>
                  </a:lnTo>
                  <a:lnTo>
                    <a:pt x="1923902" y="580487"/>
                  </a:lnTo>
                  <a:lnTo>
                    <a:pt x="1926844" y="533146"/>
                  </a:lnTo>
                  <a:lnTo>
                    <a:pt x="1926844" y="0"/>
                  </a:lnTo>
                  <a:lnTo>
                    <a:pt x="1993392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065020" y="4873752"/>
              <a:ext cx="3694429" cy="1015365"/>
            </a:xfrm>
            <a:custGeom>
              <a:avLst/>
              <a:gdLst/>
              <a:ahLst/>
              <a:cxnLst/>
              <a:rect l="l" t="t" r="r" b="b"/>
              <a:pathLst>
                <a:path w="3694429" h="1015364">
                  <a:moveTo>
                    <a:pt x="3694176" y="0"/>
                  </a:moveTo>
                  <a:lnTo>
                    <a:pt x="3627628" y="0"/>
                  </a:lnTo>
                  <a:lnTo>
                    <a:pt x="3627628" y="533146"/>
                  </a:lnTo>
                  <a:lnTo>
                    <a:pt x="3624686" y="580484"/>
                  </a:lnTo>
                  <a:lnTo>
                    <a:pt x="3616097" y="626070"/>
                  </a:lnTo>
                  <a:lnTo>
                    <a:pt x="3602215" y="669549"/>
                  </a:lnTo>
                  <a:lnTo>
                    <a:pt x="3583394" y="710568"/>
                  </a:lnTo>
                  <a:lnTo>
                    <a:pt x="3559989" y="748771"/>
                  </a:lnTo>
                  <a:lnTo>
                    <a:pt x="3532352" y="783806"/>
                  </a:lnTo>
                  <a:lnTo>
                    <a:pt x="3500839" y="815319"/>
                  </a:lnTo>
                  <a:lnTo>
                    <a:pt x="3465804" y="842954"/>
                  </a:lnTo>
                  <a:lnTo>
                    <a:pt x="3427600" y="866359"/>
                  </a:lnTo>
                  <a:lnTo>
                    <a:pt x="3386582" y="885179"/>
                  </a:lnTo>
                  <a:lnTo>
                    <a:pt x="3343104" y="899060"/>
                  </a:lnTo>
                  <a:lnTo>
                    <a:pt x="3297520" y="907648"/>
                  </a:lnTo>
                  <a:lnTo>
                    <a:pt x="3250184" y="910590"/>
                  </a:lnTo>
                  <a:lnTo>
                    <a:pt x="108331" y="910590"/>
                  </a:lnTo>
                  <a:lnTo>
                    <a:pt x="108331" y="872744"/>
                  </a:lnTo>
                  <a:lnTo>
                    <a:pt x="0" y="943864"/>
                  </a:lnTo>
                  <a:lnTo>
                    <a:pt x="108331" y="1014984"/>
                  </a:lnTo>
                  <a:lnTo>
                    <a:pt x="108331" y="977138"/>
                  </a:lnTo>
                  <a:lnTo>
                    <a:pt x="3250184" y="977138"/>
                  </a:lnTo>
                  <a:lnTo>
                    <a:pt x="3298566" y="974532"/>
                  </a:lnTo>
                  <a:lnTo>
                    <a:pt x="3345438" y="966896"/>
                  </a:lnTo>
                  <a:lnTo>
                    <a:pt x="3390530" y="954500"/>
                  </a:lnTo>
                  <a:lnTo>
                    <a:pt x="3433569" y="937616"/>
                  </a:lnTo>
                  <a:lnTo>
                    <a:pt x="3474287" y="916514"/>
                  </a:lnTo>
                  <a:lnTo>
                    <a:pt x="3512411" y="891466"/>
                  </a:lnTo>
                  <a:lnTo>
                    <a:pt x="3547672" y="862742"/>
                  </a:lnTo>
                  <a:lnTo>
                    <a:pt x="3579798" y="830613"/>
                  </a:lnTo>
                  <a:lnTo>
                    <a:pt x="3608519" y="795351"/>
                  </a:lnTo>
                  <a:lnTo>
                    <a:pt x="3633564" y="757226"/>
                  </a:lnTo>
                  <a:lnTo>
                    <a:pt x="3654662" y="716510"/>
                  </a:lnTo>
                  <a:lnTo>
                    <a:pt x="3671543" y="673472"/>
                  </a:lnTo>
                  <a:lnTo>
                    <a:pt x="3683936" y="628385"/>
                  </a:lnTo>
                  <a:lnTo>
                    <a:pt x="3691571" y="581519"/>
                  </a:lnTo>
                  <a:lnTo>
                    <a:pt x="3694176" y="533146"/>
                  </a:lnTo>
                  <a:lnTo>
                    <a:pt x="3694176" y="0"/>
                  </a:lnTo>
                  <a:close/>
                </a:path>
              </a:pathLst>
            </a:custGeom>
            <a:solidFill>
              <a:srgbClr val="396C7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065020" y="4873752"/>
              <a:ext cx="3694429" cy="1015365"/>
            </a:xfrm>
            <a:custGeom>
              <a:avLst/>
              <a:gdLst/>
              <a:ahLst/>
              <a:cxnLst/>
              <a:rect l="l" t="t" r="r" b="b"/>
              <a:pathLst>
                <a:path w="3694429" h="1015364">
                  <a:moveTo>
                    <a:pt x="3694176" y="0"/>
                  </a:moveTo>
                  <a:lnTo>
                    <a:pt x="3694176" y="533146"/>
                  </a:lnTo>
                  <a:lnTo>
                    <a:pt x="3691571" y="581519"/>
                  </a:lnTo>
                  <a:lnTo>
                    <a:pt x="3683936" y="628385"/>
                  </a:lnTo>
                  <a:lnTo>
                    <a:pt x="3671543" y="673472"/>
                  </a:lnTo>
                  <a:lnTo>
                    <a:pt x="3654662" y="716510"/>
                  </a:lnTo>
                  <a:lnTo>
                    <a:pt x="3633564" y="757226"/>
                  </a:lnTo>
                  <a:lnTo>
                    <a:pt x="3608519" y="795351"/>
                  </a:lnTo>
                  <a:lnTo>
                    <a:pt x="3579798" y="830613"/>
                  </a:lnTo>
                  <a:lnTo>
                    <a:pt x="3547672" y="862742"/>
                  </a:lnTo>
                  <a:lnTo>
                    <a:pt x="3512411" y="891466"/>
                  </a:lnTo>
                  <a:lnTo>
                    <a:pt x="3474287" y="916514"/>
                  </a:lnTo>
                  <a:lnTo>
                    <a:pt x="3433569" y="937616"/>
                  </a:lnTo>
                  <a:lnTo>
                    <a:pt x="3390530" y="954500"/>
                  </a:lnTo>
                  <a:lnTo>
                    <a:pt x="3345438" y="966896"/>
                  </a:lnTo>
                  <a:lnTo>
                    <a:pt x="3298566" y="974532"/>
                  </a:lnTo>
                  <a:lnTo>
                    <a:pt x="3250184" y="977138"/>
                  </a:lnTo>
                  <a:lnTo>
                    <a:pt x="108331" y="977138"/>
                  </a:lnTo>
                  <a:lnTo>
                    <a:pt x="108331" y="1014984"/>
                  </a:lnTo>
                  <a:lnTo>
                    <a:pt x="0" y="943864"/>
                  </a:lnTo>
                  <a:lnTo>
                    <a:pt x="108331" y="872744"/>
                  </a:lnTo>
                  <a:lnTo>
                    <a:pt x="108331" y="910590"/>
                  </a:lnTo>
                  <a:lnTo>
                    <a:pt x="3250184" y="910590"/>
                  </a:lnTo>
                  <a:lnTo>
                    <a:pt x="3297520" y="907648"/>
                  </a:lnTo>
                  <a:lnTo>
                    <a:pt x="3343104" y="899060"/>
                  </a:lnTo>
                  <a:lnTo>
                    <a:pt x="3386582" y="885179"/>
                  </a:lnTo>
                  <a:lnTo>
                    <a:pt x="3427600" y="866359"/>
                  </a:lnTo>
                  <a:lnTo>
                    <a:pt x="3465804" y="842954"/>
                  </a:lnTo>
                  <a:lnTo>
                    <a:pt x="3500839" y="815319"/>
                  </a:lnTo>
                  <a:lnTo>
                    <a:pt x="3532352" y="783806"/>
                  </a:lnTo>
                  <a:lnTo>
                    <a:pt x="3559989" y="748771"/>
                  </a:lnTo>
                  <a:lnTo>
                    <a:pt x="3583394" y="710568"/>
                  </a:lnTo>
                  <a:lnTo>
                    <a:pt x="3602215" y="669549"/>
                  </a:lnTo>
                  <a:lnTo>
                    <a:pt x="3616097" y="626070"/>
                  </a:lnTo>
                  <a:lnTo>
                    <a:pt x="3624686" y="580484"/>
                  </a:lnTo>
                  <a:lnTo>
                    <a:pt x="3627628" y="533146"/>
                  </a:lnTo>
                  <a:lnTo>
                    <a:pt x="3627628" y="0"/>
                  </a:lnTo>
                  <a:lnTo>
                    <a:pt x="3694176" y="0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065020" y="4881372"/>
              <a:ext cx="6672580" cy="1013460"/>
            </a:xfrm>
            <a:custGeom>
              <a:avLst/>
              <a:gdLst/>
              <a:ahLst/>
              <a:cxnLst/>
              <a:rect l="l" t="t" r="r" b="b"/>
              <a:pathLst>
                <a:path w="6672580" h="1013460">
                  <a:moveTo>
                    <a:pt x="6672072" y="0"/>
                  </a:moveTo>
                  <a:lnTo>
                    <a:pt x="6605651" y="0"/>
                  </a:lnTo>
                  <a:lnTo>
                    <a:pt x="6605651" y="532256"/>
                  </a:lnTo>
                  <a:lnTo>
                    <a:pt x="6602713" y="579544"/>
                  </a:lnTo>
                  <a:lnTo>
                    <a:pt x="6594137" y="625079"/>
                  </a:lnTo>
                  <a:lnTo>
                    <a:pt x="6580276" y="668506"/>
                  </a:lnTo>
                  <a:lnTo>
                    <a:pt x="6561482" y="709474"/>
                  </a:lnTo>
                  <a:lnTo>
                    <a:pt x="6538110" y="747629"/>
                  </a:lnTo>
                  <a:lnTo>
                    <a:pt x="6510513" y="782617"/>
                  </a:lnTo>
                  <a:lnTo>
                    <a:pt x="6479043" y="814086"/>
                  </a:lnTo>
                  <a:lnTo>
                    <a:pt x="6444056" y="841683"/>
                  </a:lnTo>
                  <a:lnTo>
                    <a:pt x="6405904" y="865054"/>
                  </a:lnTo>
                  <a:lnTo>
                    <a:pt x="6364940" y="883846"/>
                  </a:lnTo>
                  <a:lnTo>
                    <a:pt x="6321518" y="897706"/>
                  </a:lnTo>
                  <a:lnTo>
                    <a:pt x="6275992" y="906281"/>
                  </a:lnTo>
                  <a:lnTo>
                    <a:pt x="6228714" y="909218"/>
                  </a:lnTo>
                  <a:lnTo>
                    <a:pt x="108077" y="909218"/>
                  </a:lnTo>
                  <a:lnTo>
                    <a:pt x="108077" y="871435"/>
                  </a:lnTo>
                  <a:lnTo>
                    <a:pt x="0" y="942454"/>
                  </a:lnTo>
                  <a:lnTo>
                    <a:pt x="108077" y="1013459"/>
                  </a:lnTo>
                  <a:lnTo>
                    <a:pt x="108077" y="975664"/>
                  </a:lnTo>
                  <a:lnTo>
                    <a:pt x="6228714" y="975677"/>
                  </a:lnTo>
                  <a:lnTo>
                    <a:pt x="6277023" y="973075"/>
                  </a:lnTo>
                  <a:lnTo>
                    <a:pt x="6323824" y="965450"/>
                  </a:lnTo>
                  <a:lnTo>
                    <a:pt x="6368848" y="953072"/>
                  </a:lnTo>
                  <a:lnTo>
                    <a:pt x="6411825" y="936212"/>
                  </a:lnTo>
                  <a:lnTo>
                    <a:pt x="6452484" y="915140"/>
                  </a:lnTo>
                  <a:lnTo>
                    <a:pt x="6490554" y="890126"/>
                  </a:lnTo>
                  <a:lnTo>
                    <a:pt x="6525765" y="861441"/>
                  </a:lnTo>
                  <a:lnTo>
                    <a:pt x="6557847" y="829356"/>
                  </a:lnTo>
                  <a:lnTo>
                    <a:pt x="6586528" y="794140"/>
                  </a:lnTo>
                  <a:lnTo>
                    <a:pt x="6611540" y="756065"/>
                  </a:lnTo>
                  <a:lnTo>
                    <a:pt x="6632610" y="715400"/>
                  </a:lnTo>
                  <a:lnTo>
                    <a:pt x="6649469" y="672416"/>
                  </a:lnTo>
                  <a:lnTo>
                    <a:pt x="6661845" y="627384"/>
                  </a:lnTo>
                  <a:lnTo>
                    <a:pt x="6669470" y="580574"/>
                  </a:lnTo>
                  <a:lnTo>
                    <a:pt x="6672072" y="532256"/>
                  </a:lnTo>
                  <a:lnTo>
                    <a:pt x="6672072" y="0"/>
                  </a:lnTo>
                  <a:close/>
                </a:path>
              </a:pathLst>
            </a:custGeom>
            <a:solidFill>
              <a:srgbClr val="396C7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065020" y="4881372"/>
              <a:ext cx="6672580" cy="1013460"/>
            </a:xfrm>
            <a:custGeom>
              <a:avLst/>
              <a:gdLst/>
              <a:ahLst/>
              <a:cxnLst/>
              <a:rect l="l" t="t" r="r" b="b"/>
              <a:pathLst>
                <a:path w="6672580" h="1013460">
                  <a:moveTo>
                    <a:pt x="6672072" y="0"/>
                  </a:moveTo>
                  <a:lnTo>
                    <a:pt x="6672072" y="532256"/>
                  </a:lnTo>
                  <a:lnTo>
                    <a:pt x="6669470" y="580574"/>
                  </a:lnTo>
                  <a:lnTo>
                    <a:pt x="6661845" y="627384"/>
                  </a:lnTo>
                  <a:lnTo>
                    <a:pt x="6649469" y="672416"/>
                  </a:lnTo>
                  <a:lnTo>
                    <a:pt x="6632610" y="715400"/>
                  </a:lnTo>
                  <a:lnTo>
                    <a:pt x="6611540" y="756065"/>
                  </a:lnTo>
                  <a:lnTo>
                    <a:pt x="6586528" y="794140"/>
                  </a:lnTo>
                  <a:lnTo>
                    <a:pt x="6557847" y="829356"/>
                  </a:lnTo>
                  <a:lnTo>
                    <a:pt x="6525765" y="861441"/>
                  </a:lnTo>
                  <a:lnTo>
                    <a:pt x="6490554" y="890126"/>
                  </a:lnTo>
                  <a:lnTo>
                    <a:pt x="6452484" y="915140"/>
                  </a:lnTo>
                  <a:lnTo>
                    <a:pt x="6411825" y="936212"/>
                  </a:lnTo>
                  <a:lnTo>
                    <a:pt x="6368848" y="953072"/>
                  </a:lnTo>
                  <a:lnTo>
                    <a:pt x="6323824" y="965450"/>
                  </a:lnTo>
                  <a:lnTo>
                    <a:pt x="6277023" y="973075"/>
                  </a:lnTo>
                  <a:lnTo>
                    <a:pt x="6228714" y="975677"/>
                  </a:lnTo>
                  <a:lnTo>
                    <a:pt x="108077" y="975664"/>
                  </a:lnTo>
                  <a:lnTo>
                    <a:pt x="108077" y="1013459"/>
                  </a:lnTo>
                  <a:lnTo>
                    <a:pt x="0" y="942454"/>
                  </a:lnTo>
                  <a:lnTo>
                    <a:pt x="108077" y="871435"/>
                  </a:lnTo>
                  <a:lnTo>
                    <a:pt x="108077" y="909218"/>
                  </a:lnTo>
                  <a:lnTo>
                    <a:pt x="6228714" y="909218"/>
                  </a:lnTo>
                  <a:lnTo>
                    <a:pt x="6275992" y="906281"/>
                  </a:lnTo>
                  <a:lnTo>
                    <a:pt x="6321518" y="897706"/>
                  </a:lnTo>
                  <a:lnTo>
                    <a:pt x="6364940" y="883846"/>
                  </a:lnTo>
                  <a:lnTo>
                    <a:pt x="6405904" y="865054"/>
                  </a:lnTo>
                  <a:lnTo>
                    <a:pt x="6444056" y="841683"/>
                  </a:lnTo>
                  <a:lnTo>
                    <a:pt x="6479043" y="814086"/>
                  </a:lnTo>
                  <a:lnTo>
                    <a:pt x="6510513" y="782617"/>
                  </a:lnTo>
                  <a:lnTo>
                    <a:pt x="6538110" y="747629"/>
                  </a:lnTo>
                  <a:lnTo>
                    <a:pt x="6561482" y="709474"/>
                  </a:lnTo>
                  <a:lnTo>
                    <a:pt x="6580276" y="668506"/>
                  </a:lnTo>
                  <a:lnTo>
                    <a:pt x="6594137" y="625079"/>
                  </a:lnTo>
                  <a:lnTo>
                    <a:pt x="6602713" y="579544"/>
                  </a:lnTo>
                  <a:lnTo>
                    <a:pt x="6605651" y="532256"/>
                  </a:lnTo>
                  <a:lnTo>
                    <a:pt x="6605651" y="0"/>
                  </a:lnTo>
                  <a:lnTo>
                    <a:pt x="6672072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65020" y="4881372"/>
              <a:ext cx="8394700" cy="1013460"/>
            </a:xfrm>
            <a:custGeom>
              <a:avLst/>
              <a:gdLst/>
              <a:ahLst/>
              <a:cxnLst/>
              <a:rect l="l" t="t" r="r" b="b"/>
              <a:pathLst>
                <a:path w="8394700" h="1013460">
                  <a:moveTo>
                    <a:pt x="8394191" y="0"/>
                  </a:moveTo>
                  <a:lnTo>
                    <a:pt x="8327771" y="0"/>
                  </a:lnTo>
                  <a:lnTo>
                    <a:pt x="8327771" y="532256"/>
                  </a:lnTo>
                  <a:lnTo>
                    <a:pt x="8324833" y="579544"/>
                  </a:lnTo>
                  <a:lnTo>
                    <a:pt x="8316257" y="625079"/>
                  </a:lnTo>
                  <a:lnTo>
                    <a:pt x="8302396" y="668506"/>
                  </a:lnTo>
                  <a:lnTo>
                    <a:pt x="8283602" y="709474"/>
                  </a:lnTo>
                  <a:lnTo>
                    <a:pt x="8260230" y="747629"/>
                  </a:lnTo>
                  <a:lnTo>
                    <a:pt x="8232633" y="782617"/>
                  </a:lnTo>
                  <a:lnTo>
                    <a:pt x="8201163" y="814086"/>
                  </a:lnTo>
                  <a:lnTo>
                    <a:pt x="8166176" y="841683"/>
                  </a:lnTo>
                  <a:lnTo>
                    <a:pt x="8128024" y="865054"/>
                  </a:lnTo>
                  <a:lnTo>
                    <a:pt x="8087060" y="883846"/>
                  </a:lnTo>
                  <a:lnTo>
                    <a:pt x="8043638" y="897706"/>
                  </a:lnTo>
                  <a:lnTo>
                    <a:pt x="7998112" y="906281"/>
                  </a:lnTo>
                  <a:lnTo>
                    <a:pt x="7950834" y="909218"/>
                  </a:lnTo>
                  <a:lnTo>
                    <a:pt x="108077" y="909218"/>
                  </a:lnTo>
                  <a:lnTo>
                    <a:pt x="108077" y="871435"/>
                  </a:lnTo>
                  <a:lnTo>
                    <a:pt x="0" y="942441"/>
                  </a:lnTo>
                  <a:lnTo>
                    <a:pt x="108077" y="1013459"/>
                  </a:lnTo>
                  <a:lnTo>
                    <a:pt x="108077" y="975677"/>
                  </a:lnTo>
                  <a:lnTo>
                    <a:pt x="7950834" y="975677"/>
                  </a:lnTo>
                  <a:lnTo>
                    <a:pt x="7999143" y="973075"/>
                  </a:lnTo>
                  <a:lnTo>
                    <a:pt x="8045944" y="965450"/>
                  </a:lnTo>
                  <a:lnTo>
                    <a:pt x="8090968" y="953072"/>
                  </a:lnTo>
                  <a:lnTo>
                    <a:pt x="8133945" y="936212"/>
                  </a:lnTo>
                  <a:lnTo>
                    <a:pt x="8174604" y="915140"/>
                  </a:lnTo>
                  <a:lnTo>
                    <a:pt x="8212674" y="890126"/>
                  </a:lnTo>
                  <a:lnTo>
                    <a:pt x="8247885" y="861441"/>
                  </a:lnTo>
                  <a:lnTo>
                    <a:pt x="8279967" y="829356"/>
                  </a:lnTo>
                  <a:lnTo>
                    <a:pt x="8308648" y="794140"/>
                  </a:lnTo>
                  <a:lnTo>
                    <a:pt x="8333660" y="756065"/>
                  </a:lnTo>
                  <a:lnTo>
                    <a:pt x="8354730" y="715400"/>
                  </a:lnTo>
                  <a:lnTo>
                    <a:pt x="8371589" y="672416"/>
                  </a:lnTo>
                  <a:lnTo>
                    <a:pt x="8383965" y="627384"/>
                  </a:lnTo>
                  <a:lnTo>
                    <a:pt x="8391590" y="580574"/>
                  </a:lnTo>
                  <a:lnTo>
                    <a:pt x="8394191" y="532256"/>
                  </a:lnTo>
                  <a:lnTo>
                    <a:pt x="839419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065020" y="4881372"/>
              <a:ext cx="8394700" cy="1013460"/>
            </a:xfrm>
            <a:custGeom>
              <a:avLst/>
              <a:gdLst/>
              <a:ahLst/>
              <a:cxnLst/>
              <a:rect l="l" t="t" r="r" b="b"/>
              <a:pathLst>
                <a:path w="8394700" h="1013460">
                  <a:moveTo>
                    <a:pt x="8394191" y="0"/>
                  </a:moveTo>
                  <a:lnTo>
                    <a:pt x="8394191" y="532256"/>
                  </a:lnTo>
                  <a:lnTo>
                    <a:pt x="8391590" y="580574"/>
                  </a:lnTo>
                  <a:lnTo>
                    <a:pt x="8383965" y="627384"/>
                  </a:lnTo>
                  <a:lnTo>
                    <a:pt x="8371589" y="672416"/>
                  </a:lnTo>
                  <a:lnTo>
                    <a:pt x="8354730" y="715400"/>
                  </a:lnTo>
                  <a:lnTo>
                    <a:pt x="8333660" y="756065"/>
                  </a:lnTo>
                  <a:lnTo>
                    <a:pt x="8308648" y="794140"/>
                  </a:lnTo>
                  <a:lnTo>
                    <a:pt x="8279967" y="829356"/>
                  </a:lnTo>
                  <a:lnTo>
                    <a:pt x="8247885" y="861441"/>
                  </a:lnTo>
                  <a:lnTo>
                    <a:pt x="8212674" y="890126"/>
                  </a:lnTo>
                  <a:lnTo>
                    <a:pt x="8174604" y="915140"/>
                  </a:lnTo>
                  <a:lnTo>
                    <a:pt x="8133945" y="936212"/>
                  </a:lnTo>
                  <a:lnTo>
                    <a:pt x="8090968" y="953072"/>
                  </a:lnTo>
                  <a:lnTo>
                    <a:pt x="8045944" y="965450"/>
                  </a:lnTo>
                  <a:lnTo>
                    <a:pt x="7999143" y="973075"/>
                  </a:lnTo>
                  <a:lnTo>
                    <a:pt x="7950834" y="975677"/>
                  </a:lnTo>
                  <a:lnTo>
                    <a:pt x="108077" y="975677"/>
                  </a:lnTo>
                  <a:lnTo>
                    <a:pt x="108077" y="1013459"/>
                  </a:lnTo>
                  <a:lnTo>
                    <a:pt x="0" y="942441"/>
                  </a:lnTo>
                  <a:lnTo>
                    <a:pt x="108077" y="871435"/>
                  </a:lnTo>
                  <a:lnTo>
                    <a:pt x="108077" y="909218"/>
                  </a:lnTo>
                  <a:lnTo>
                    <a:pt x="7950834" y="909218"/>
                  </a:lnTo>
                  <a:lnTo>
                    <a:pt x="7998112" y="906281"/>
                  </a:lnTo>
                  <a:lnTo>
                    <a:pt x="8043638" y="897706"/>
                  </a:lnTo>
                  <a:lnTo>
                    <a:pt x="8087060" y="883846"/>
                  </a:lnTo>
                  <a:lnTo>
                    <a:pt x="8128024" y="865054"/>
                  </a:lnTo>
                  <a:lnTo>
                    <a:pt x="8166176" y="841683"/>
                  </a:lnTo>
                  <a:lnTo>
                    <a:pt x="8201163" y="814086"/>
                  </a:lnTo>
                  <a:lnTo>
                    <a:pt x="8232633" y="782617"/>
                  </a:lnTo>
                  <a:lnTo>
                    <a:pt x="8260230" y="747629"/>
                  </a:lnTo>
                  <a:lnTo>
                    <a:pt x="8283602" y="709474"/>
                  </a:lnTo>
                  <a:lnTo>
                    <a:pt x="8302396" y="668506"/>
                  </a:lnTo>
                  <a:lnTo>
                    <a:pt x="8316257" y="625079"/>
                  </a:lnTo>
                  <a:lnTo>
                    <a:pt x="8324833" y="579544"/>
                  </a:lnTo>
                  <a:lnTo>
                    <a:pt x="8327771" y="532256"/>
                  </a:lnTo>
                  <a:lnTo>
                    <a:pt x="8327771" y="0"/>
                  </a:lnTo>
                  <a:lnTo>
                    <a:pt x="8394191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342132" y="3387852"/>
            <a:ext cx="1303020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8288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44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algn="ctr" marL="249554" marR="243204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(e.g.: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log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request)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044440" y="3387852"/>
            <a:ext cx="1303020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828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algn="ctr" marL="134620" marR="129539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(e.g.: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parse body)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022335" y="3387852"/>
            <a:ext cx="1303020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8288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44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(e.g.: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CSRF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check)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723119" y="3387852"/>
            <a:ext cx="1303020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80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3342894" y="3172205"/>
            <a:ext cx="7684134" cy="155575"/>
          </a:xfrm>
          <a:custGeom>
            <a:avLst/>
            <a:gdLst/>
            <a:ahLst/>
            <a:cxnLst/>
            <a:rect l="l" t="t" r="r" b="b"/>
            <a:pathLst>
              <a:path w="7684134" h="155575">
                <a:moveTo>
                  <a:pt x="0" y="155448"/>
                </a:moveTo>
                <a:lnTo>
                  <a:pt x="11191" y="125194"/>
                </a:lnTo>
                <a:lnTo>
                  <a:pt x="41719" y="100488"/>
                </a:lnTo>
                <a:lnTo>
                  <a:pt x="87010" y="83831"/>
                </a:lnTo>
                <a:lnTo>
                  <a:pt x="142493" y="77724"/>
                </a:lnTo>
                <a:lnTo>
                  <a:pt x="3699509" y="77724"/>
                </a:lnTo>
                <a:lnTo>
                  <a:pt x="3754993" y="71616"/>
                </a:lnTo>
                <a:lnTo>
                  <a:pt x="3800284" y="54959"/>
                </a:lnTo>
                <a:lnTo>
                  <a:pt x="3830812" y="30253"/>
                </a:lnTo>
                <a:lnTo>
                  <a:pt x="3842004" y="0"/>
                </a:lnTo>
                <a:lnTo>
                  <a:pt x="3853195" y="30253"/>
                </a:lnTo>
                <a:lnTo>
                  <a:pt x="3883723" y="54959"/>
                </a:lnTo>
                <a:lnTo>
                  <a:pt x="3929014" y="71616"/>
                </a:lnTo>
                <a:lnTo>
                  <a:pt x="3984498" y="77724"/>
                </a:lnTo>
                <a:lnTo>
                  <a:pt x="7541513" y="77724"/>
                </a:lnTo>
                <a:lnTo>
                  <a:pt x="7596997" y="83831"/>
                </a:lnTo>
                <a:lnTo>
                  <a:pt x="7642288" y="100488"/>
                </a:lnTo>
                <a:lnTo>
                  <a:pt x="7672816" y="125194"/>
                </a:lnTo>
                <a:lnTo>
                  <a:pt x="7684008" y="155448"/>
                </a:lnTo>
              </a:path>
            </a:pathLst>
          </a:custGeom>
          <a:ln w="38100">
            <a:solidFill>
              <a:srgbClr val="D700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6325361" y="2856941"/>
            <a:ext cx="170433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Middleware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MIDDLEWARES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30485" cy="35445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3180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manipulate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arbitrary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They’re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receiving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order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arguments: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req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object)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res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object)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callback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stack)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dirty="0" spc="40"/>
              <a:t> </a:t>
            </a:r>
            <a:r>
              <a:rPr dirty="0" spc="-270"/>
              <a:t>FIRST</a:t>
            </a:r>
            <a:r>
              <a:rPr dirty="0" spc="40"/>
              <a:t> </a:t>
            </a:r>
            <a:r>
              <a:rPr dirty="0" spc="-130"/>
              <a:t>EXPRESS</a:t>
            </a:r>
            <a:r>
              <a:rPr dirty="0" spc="40"/>
              <a:t> </a:t>
            </a:r>
            <a:r>
              <a:rPr dirty="0" spc="-95"/>
              <a:t>MIDDLEWARE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3063" y="1565147"/>
            <a:ext cx="6094730" cy="147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some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module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logger(req,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"LOGGER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HAS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BEEN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CALLED!"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next();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3063" y="3108960"/>
            <a:ext cx="10426065" cy="230759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index.js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starting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express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app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app.use(logger);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mounts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middleware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"logger"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"/"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0995" marR="6817359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'/'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'Hello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World!'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app.listen(PORT);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85259" y="5775959"/>
            <a:ext cx="1047115" cy="57658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107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logger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87923" y="5775959"/>
            <a:ext cx="2540635" cy="57658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130810">
              <a:lnSpc>
                <a:spcPct val="100000"/>
              </a:lnSpc>
              <a:spcBef>
                <a:spcPts val="107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res.send("Hello</a:t>
            </a:r>
            <a:r>
              <a:rPr dirty="0" sz="18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World!")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371089" y="5757417"/>
            <a:ext cx="1059815" cy="613410"/>
            <a:chOff x="2371089" y="5757417"/>
            <a:chExt cx="1059815" cy="613410"/>
          </a:xfrm>
        </p:grpSpPr>
        <p:sp>
          <p:nvSpPr>
            <p:cNvPr id="8" name="object 8" descr=""/>
            <p:cNvSpPr/>
            <p:nvPr/>
          </p:nvSpPr>
          <p:spPr>
            <a:xfrm>
              <a:off x="2377439" y="5763767"/>
              <a:ext cx="1047115" cy="600710"/>
            </a:xfrm>
            <a:custGeom>
              <a:avLst/>
              <a:gdLst/>
              <a:ahLst/>
              <a:cxnLst/>
              <a:rect l="l" t="t" r="r" b="b"/>
              <a:pathLst>
                <a:path w="1047114" h="600710">
                  <a:moveTo>
                    <a:pt x="523494" y="0"/>
                  </a:moveTo>
                  <a:lnTo>
                    <a:pt x="462432" y="2019"/>
                  </a:lnTo>
                  <a:lnTo>
                    <a:pt x="403442" y="7929"/>
                  </a:lnTo>
                  <a:lnTo>
                    <a:pt x="346916" y="17502"/>
                  </a:lnTo>
                  <a:lnTo>
                    <a:pt x="293247" y="30515"/>
                  </a:lnTo>
                  <a:lnTo>
                    <a:pt x="242827" y="46741"/>
                  </a:lnTo>
                  <a:lnTo>
                    <a:pt x="196049" y="65956"/>
                  </a:lnTo>
                  <a:lnTo>
                    <a:pt x="153304" y="87934"/>
                  </a:lnTo>
                  <a:lnTo>
                    <a:pt x="114986" y="112450"/>
                  </a:lnTo>
                  <a:lnTo>
                    <a:pt x="81486" y="139279"/>
                  </a:lnTo>
                  <a:lnTo>
                    <a:pt x="53197" y="168195"/>
                  </a:lnTo>
                  <a:lnTo>
                    <a:pt x="30512" y="198973"/>
                  </a:lnTo>
                  <a:lnTo>
                    <a:pt x="3521" y="265215"/>
                  </a:lnTo>
                  <a:lnTo>
                    <a:pt x="0" y="300227"/>
                  </a:lnTo>
                  <a:lnTo>
                    <a:pt x="3521" y="335240"/>
                  </a:lnTo>
                  <a:lnTo>
                    <a:pt x="30512" y="401482"/>
                  </a:lnTo>
                  <a:lnTo>
                    <a:pt x="53197" y="432260"/>
                  </a:lnTo>
                  <a:lnTo>
                    <a:pt x="81486" y="461176"/>
                  </a:lnTo>
                  <a:lnTo>
                    <a:pt x="114986" y="488005"/>
                  </a:lnTo>
                  <a:lnTo>
                    <a:pt x="153304" y="512521"/>
                  </a:lnTo>
                  <a:lnTo>
                    <a:pt x="196049" y="534499"/>
                  </a:lnTo>
                  <a:lnTo>
                    <a:pt x="242827" y="553714"/>
                  </a:lnTo>
                  <a:lnTo>
                    <a:pt x="293247" y="569940"/>
                  </a:lnTo>
                  <a:lnTo>
                    <a:pt x="346916" y="582953"/>
                  </a:lnTo>
                  <a:lnTo>
                    <a:pt x="403442" y="592526"/>
                  </a:lnTo>
                  <a:lnTo>
                    <a:pt x="462432" y="598436"/>
                  </a:lnTo>
                  <a:lnTo>
                    <a:pt x="523494" y="600455"/>
                  </a:lnTo>
                  <a:lnTo>
                    <a:pt x="584555" y="598436"/>
                  </a:lnTo>
                  <a:lnTo>
                    <a:pt x="643545" y="592526"/>
                  </a:lnTo>
                  <a:lnTo>
                    <a:pt x="700071" y="582953"/>
                  </a:lnTo>
                  <a:lnTo>
                    <a:pt x="753740" y="569940"/>
                  </a:lnTo>
                  <a:lnTo>
                    <a:pt x="804160" y="553714"/>
                  </a:lnTo>
                  <a:lnTo>
                    <a:pt x="850938" y="534499"/>
                  </a:lnTo>
                  <a:lnTo>
                    <a:pt x="893683" y="512521"/>
                  </a:lnTo>
                  <a:lnTo>
                    <a:pt x="932001" y="488005"/>
                  </a:lnTo>
                  <a:lnTo>
                    <a:pt x="965501" y="461176"/>
                  </a:lnTo>
                  <a:lnTo>
                    <a:pt x="993790" y="432260"/>
                  </a:lnTo>
                  <a:lnTo>
                    <a:pt x="1016475" y="401482"/>
                  </a:lnTo>
                  <a:lnTo>
                    <a:pt x="1043466" y="335240"/>
                  </a:lnTo>
                  <a:lnTo>
                    <a:pt x="1046988" y="300227"/>
                  </a:lnTo>
                  <a:lnTo>
                    <a:pt x="1043466" y="265215"/>
                  </a:lnTo>
                  <a:lnTo>
                    <a:pt x="1016475" y="198973"/>
                  </a:lnTo>
                  <a:lnTo>
                    <a:pt x="993790" y="168195"/>
                  </a:lnTo>
                  <a:lnTo>
                    <a:pt x="965501" y="139279"/>
                  </a:lnTo>
                  <a:lnTo>
                    <a:pt x="932001" y="112450"/>
                  </a:lnTo>
                  <a:lnTo>
                    <a:pt x="893683" y="87934"/>
                  </a:lnTo>
                  <a:lnTo>
                    <a:pt x="850938" y="65956"/>
                  </a:lnTo>
                  <a:lnTo>
                    <a:pt x="804160" y="46741"/>
                  </a:lnTo>
                  <a:lnTo>
                    <a:pt x="753740" y="30515"/>
                  </a:lnTo>
                  <a:lnTo>
                    <a:pt x="700071" y="17502"/>
                  </a:lnTo>
                  <a:lnTo>
                    <a:pt x="643545" y="7929"/>
                  </a:lnTo>
                  <a:lnTo>
                    <a:pt x="584555" y="2019"/>
                  </a:lnTo>
                  <a:lnTo>
                    <a:pt x="52349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77439" y="5763767"/>
              <a:ext cx="1047115" cy="600710"/>
            </a:xfrm>
            <a:custGeom>
              <a:avLst/>
              <a:gdLst/>
              <a:ahLst/>
              <a:cxnLst/>
              <a:rect l="l" t="t" r="r" b="b"/>
              <a:pathLst>
                <a:path w="1047114" h="600710">
                  <a:moveTo>
                    <a:pt x="0" y="300227"/>
                  </a:moveTo>
                  <a:lnTo>
                    <a:pt x="13822" y="231388"/>
                  </a:lnTo>
                  <a:lnTo>
                    <a:pt x="53197" y="168195"/>
                  </a:lnTo>
                  <a:lnTo>
                    <a:pt x="81486" y="139279"/>
                  </a:lnTo>
                  <a:lnTo>
                    <a:pt x="114986" y="112450"/>
                  </a:lnTo>
                  <a:lnTo>
                    <a:pt x="153304" y="87934"/>
                  </a:lnTo>
                  <a:lnTo>
                    <a:pt x="196049" y="65956"/>
                  </a:lnTo>
                  <a:lnTo>
                    <a:pt x="242827" y="46741"/>
                  </a:lnTo>
                  <a:lnTo>
                    <a:pt x="293247" y="30515"/>
                  </a:lnTo>
                  <a:lnTo>
                    <a:pt x="346916" y="17502"/>
                  </a:lnTo>
                  <a:lnTo>
                    <a:pt x="403442" y="7929"/>
                  </a:lnTo>
                  <a:lnTo>
                    <a:pt x="462432" y="2019"/>
                  </a:lnTo>
                  <a:lnTo>
                    <a:pt x="523494" y="0"/>
                  </a:lnTo>
                  <a:lnTo>
                    <a:pt x="584555" y="2019"/>
                  </a:lnTo>
                  <a:lnTo>
                    <a:pt x="643545" y="7929"/>
                  </a:lnTo>
                  <a:lnTo>
                    <a:pt x="700071" y="17502"/>
                  </a:lnTo>
                  <a:lnTo>
                    <a:pt x="753740" y="30515"/>
                  </a:lnTo>
                  <a:lnTo>
                    <a:pt x="804160" y="46741"/>
                  </a:lnTo>
                  <a:lnTo>
                    <a:pt x="850938" y="65956"/>
                  </a:lnTo>
                  <a:lnTo>
                    <a:pt x="893683" y="87934"/>
                  </a:lnTo>
                  <a:lnTo>
                    <a:pt x="932001" y="112450"/>
                  </a:lnTo>
                  <a:lnTo>
                    <a:pt x="965501" y="139279"/>
                  </a:lnTo>
                  <a:lnTo>
                    <a:pt x="993790" y="168195"/>
                  </a:lnTo>
                  <a:lnTo>
                    <a:pt x="1016475" y="198973"/>
                  </a:lnTo>
                  <a:lnTo>
                    <a:pt x="1043466" y="265215"/>
                  </a:lnTo>
                  <a:lnTo>
                    <a:pt x="1046988" y="300227"/>
                  </a:lnTo>
                  <a:lnTo>
                    <a:pt x="1043466" y="335240"/>
                  </a:lnTo>
                  <a:lnTo>
                    <a:pt x="1016475" y="401482"/>
                  </a:lnTo>
                  <a:lnTo>
                    <a:pt x="993790" y="432260"/>
                  </a:lnTo>
                  <a:lnTo>
                    <a:pt x="965501" y="461176"/>
                  </a:lnTo>
                  <a:lnTo>
                    <a:pt x="932001" y="488005"/>
                  </a:lnTo>
                  <a:lnTo>
                    <a:pt x="893683" y="512521"/>
                  </a:lnTo>
                  <a:lnTo>
                    <a:pt x="850938" y="534499"/>
                  </a:lnTo>
                  <a:lnTo>
                    <a:pt x="804160" y="553714"/>
                  </a:lnTo>
                  <a:lnTo>
                    <a:pt x="753740" y="569940"/>
                  </a:lnTo>
                  <a:lnTo>
                    <a:pt x="700071" y="582953"/>
                  </a:lnTo>
                  <a:lnTo>
                    <a:pt x="643545" y="592526"/>
                  </a:lnTo>
                  <a:lnTo>
                    <a:pt x="584555" y="598436"/>
                  </a:lnTo>
                  <a:lnTo>
                    <a:pt x="523494" y="600455"/>
                  </a:lnTo>
                  <a:lnTo>
                    <a:pt x="462432" y="598436"/>
                  </a:lnTo>
                  <a:lnTo>
                    <a:pt x="403442" y="592526"/>
                  </a:lnTo>
                  <a:lnTo>
                    <a:pt x="346916" y="582953"/>
                  </a:lnTo>
                  <a:lnTo>
                    <a:pt x="293247" y="569940"/>
                  </a:lnTo>
                  <a:lnTo>
                    <a:pt x="242827" y="553714"/>
                  </a:lnTo>
                  <a:lnTo>
                    <a:pt x="196049" y="534499"/>
                  </a:lnTo>
                  <a:lnTo>
                    <a:pt x="153304" y="512521"/>
                  </a:lnTo>
                  <a:lnTo>
                    <a:pt x="114986" y="488005"/>
                  </a:lnTo>
                  <a:lnTo>
                    <a:pt x="81486" y="461176"/>
                  </a:lnTo>
                  <a:lnTo>
                    <a:pt x="53197" y="432260"/>
                  </a:lnTo>
                  <a:lnTo>
                    <a:pt x="30512" y="401482"/>
                  </a:lnTo>
                  <a:lnTo>
                    <a:pt x="3521" y="335240"/>
                  </a:lnTo>
                  <a:lnTo>
                    <a:pt x="0" y="300227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646679" y="5762955"/>
            <a:ext cx="5111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  <a:p>
            <a:pPr marL="78105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Req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602726" y="5745226"/>
            <a:ext cx="1059815" cy="613410"/>
            <a:chOff x="8602726" y="5745226"/>
            <a:chExt cx="1059815" cy="613410"/>
          </a:xfrm>
        </p:grpSpPr>
        <p:sp>
          <p:nvSpPr>
            <p:cNvPr id="12" name="object 12" descr=""/>
            <p:cNvSpPr/>
            <p:nvPr/>
          </p:nvSpPr>
          <p:spPr>
            <a:xfrm>
              <a:off x="8609076" y="5751576"/>
              <a:ext cx="1047115" cy="600710"/>
            </a:xfrm>
            <a:custGeom>
              <a:avLst/>
              <a:gdLst/>
              <a:ahLst/>
              <a:cxnLst/>
              <a:rect l="l" t="t" r="r" b="b"/>
              <a:pathLst>
                <a:path w="1047115" h="600710">
                  <a:moveTo>
                    <a:pt x="523494" y="0"/>
                  </a:moveTo>
                  <a:lnTo>
                    <a:pt x="462432" y="2019"/>
                  </a:lnTo>
                  <a:lnTo>
                    <a:pt x="403442" y="7929"/>
                  </a:lnTo>
                  <a:lnTo>
                    <a:pt x="346916" y="17502"/>
                  </a:lnTo>
                  <a:lnTo>
                    <a:pt x="293247" y="30515"/>
                  </a:lnTo>
                  <a:lnTo>
                    <a:pt x="242827" y="46741"/>
                  </a:lnTo>
                  <a:lnTo>
                    <a:pt x="196049" y="65956"/>
                  </a:lnTo>
                  <a:lnTo>
                    <a:pt x="153304" y="87934"/>
                  </a:lnTo>
                  <a:lnTo>
                    <a:pt x="114986" y="112450"/>
                  </a:lnTo>
                  <a:lnTo>
                    <a:pt x="81486" y="139279"/>
                  </a:lnTo>
                  <a:lnTo>
                    <a:pt x="53197" y="168195"/>
                  </a:lnTo>
                  <a:lnTo>
                    <a:pt x="30512" y="198973"/>
                  </a:lnTo>
                  <a:lnTo>
                    <a:pt x="3521" y="265215"/>
                  </a:lnTo>
                  <a:lnTo>
                    <a:pt x="0" y="300228"/>
                  </a:lnTo>
                  <a:lnTo>
                    <a:pt x="3521" y="335240"/>
                  </a:lnTo>
                  <a:lnTo>
                    <a:pt x="30512" y="401482"/>
                  </a:lnTo>
                  <a:lnTo>
                    <a:pt x="53197" y="432260"/>
                  </a:lnTo>
                  <a:lnTo>
                    <a:pt x="81486" y="461176"/>
                  </a:lnTo>
                  <a:lnTo>
                    <a:pt x="114986" y="488005"/>
                  </a:lnTo>
                  <a:lnTo>
                    <a:pt x="153304" y="512521"/>
                  </a:lnTo>
                  <a:lnTo>
                    <a:pt x="196049" y="534499"/>
                  </a:lnTo>
                  <a:lnTo>
                    <a:pt x="242827" y="553714"/>
                  </a:lnTo>
                  <a:lnTo>
                    <a:pt x="293247" y="569940"/>
                  </a:lnTo>
                  <a:lnTo>
                    <a:pt x="346916" y="582953"/>
                  </a:lnTo>
                  <a:lnTo>
                    <a:pt x="403442" y="592526"/>
                  </a:lnTo>
                  <a:lnTo>
                    <a:pt x="462432" y="598436"/>
                  </a:lnTo>
                  <a:lnTo>
                    <a:pt x="523494" y="600456"/>
                  </a:lnTo>
                  <a:lnTo>
                    <a:pt x="584555" y="598436"/>
                  </a:lnTo>
                  <a:lnTo>
                    <a:pt x="643545" y="592526"/>
                  </a:lnTo>
                  <a:lnTo>
                    <a:pt x="700071" y="582953"/>
                  </a:lnTo>
                  <a:lnTo>
                    <a:pt x="753740" y="569940"/>
                  </a:lnTo>
                  <a:lnTo>
                    <a:pt x="804160" y="553714"/>
                  </a:lnTo>
                  <a:lnTo>
                    <a:pt x="850938" y="534499"/>
                  </a:lnTo>
                  <a:lnTo>
                    <a:pt x="893683" y="512521"/>
                  </a:lnTo>
                  <a:lnTo>
                    <a:pt x="932001" y="488005"/>
                  </a:lnTo>
                  <a:lnTo>
                    <a:pt x="965501" y="461176"/>
                  </a:lnTo>
                  <a:lnTo>
                    <a:pt x="993790" y="432260"/>
                  </a:lnTo>
                  <a:lnTo>
                    <a:pt x="1016475" y="401482"/>
                  </a:lnTo>
                  <a:lnTo>
                    <a:pt x="1043466" y="335240"/>
                  </a:lnTo>
                  <a:lnTo>
                    <a:pt x="1046988" y="300228"/>
                  </a:lnTo>
                  <a:lnTo>
                    <a:pt x="1043466" y="265215"/>
                  </a:lnTo>
                  <a:lnTo>
                    <a:pt x="1016475" y="198973"/>
                  </a:lnTo>
                  <a:lnTo>
                    <a:pt x="993790" y="168195"/>
                  </a:lnTo>
                  <a:lnTo>
                    <a:pt x="965501" y="139279"/>
                  </a:lnTo>
                  <a:lnTo>
                    <a:pt x="932001" y="112450"/>
                  </a:lnTo>
                  <a:lnTo>
                    <a:pt x="893683" y="87934"/>
                  </a:lnTo>
                  <a:lnTo>
                    <a:pt x="850938" y="65956"/>
                  </a:lnTo>
                  <a:lnTo>
                    <a:pt x="804160" y="46741"/>
                  </a:lnTo>
                  <a:lnTo>
                    <a:pt x="753740" y="30515"/>
                  </a:lnTo>
                  <a:lnTo>
                    <a:pt x="700071" y="17502"/>
                  </a:lnTo>
                  <a:lnTo>
                    <a:pt x="643545" y="7929"/>
                  </a:lnTo>
                  <a:lnTo>
                    <a:pt x="584555" y="2019"/>
                  </a:lnTo>
                  <a:lnTo>
                    <a:pt x="52349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609076" y="5751576"/>
              <a:ext cx="1047115" cy="600710"/>
            </a:xfrm>
            <a:custGeom>
              <a:avLst/>
              <a:gdLst/>
              <a:ahLst/>
              <a:cxnLst/>
              <a:rect l="l" t="t" r="r" b="b"/>
              <a:pathLst>
                <a:path w="1047115" h="600710">
                  <a:moveTo>
                    <a:pt x="0" y="300228"/>
                  </a:moveTo>
                  <a:lnTo>
                    <a:pt x="13822" y="231388"/>
                  </a:lnTo>
                  <a:lnTo>
                    <a:pt x="53197" y="168195"/>
                  </a:lnTo>
                  <a:lnTo>
                    <a:pt x="81486" y="139279"/>
                  </a:lnTo>
                  <a:lnTo>
                    <a:pt x="114986" y="112450"/>
                  </a:lnTo>
                  <a:lnTo>
                    <a:pt x="153304" y="87934"/>
                  </a:lnTo>
                  <a:lnTo>
                    <a:pt x="196049" y="65956"/>
                  </a:lnTo>
                  <a:lnTo>
                    <a:pt x="242827" y="46741"/>
                  </a:lnTo>
                  <a:lnTo>
                    <a:pt x="293247" y="30515"/>
                  </a:lnTo>
                  <a:lnTo>
                    <a:pt x="346916" y="17502"/>
                  </a:lnTo>
                  <a:lnTo>
                    <a:pt x="403442" y="7929"/>
                  </a:lnTo>
                  <a:lnTo>
                    <a:pt x="462432" y="2019"/>
                  </a:lnTo>
                  <a:lnTo>
                    <a:pt x="523494" y="0"/>
                  </a:lnTo>
                  <a:lnTo>
                    <a:pt x="584555" y="2019"/>
                  </a:lnTo>
                  <a:lnTo>
                    <a:pt x="643545" y="7929"/>
                  </a:lnTo>
                  <a:lnTo>
                    <a:pt x="700071" y="17502"/>
                  </a:lnTo>
                  <a:lnTo>
                    <a:pt x="753740" y="30515"/>
                  </a:lnTo>
                  <a:lnTo>
                    <a:pt x="804160" y="46741"/>
                  </a:lnTo>
                  <a:lnTo>
                    <a:pt x="850938" y="65956"/>
                  </a:lnTo>
                  <a:lnTo>
                    <a:pt x="893683" y="87934"/>
                  </a:lnTo>
                  <a:lnTo>
                    <a:pt x="932001" y="112450"/>
                  </a:lnTo>
                  <a:lnTo>
                    <a:pt x="965501" y="139279"/>
                  </a:lnTo>
                  <a:lnTo>
                    <a:pt x="993790" y="168195"/>
                  </a:lnTo>
                  <a:lnTo>
                    <a:pt x="1016475" y="198973"/>
                  </a:lnTo>
                  <a:lnTo>
                    <a:pt x="1043466" y="265215"/>
                  </a:lnTo>
                  <a:lnTo>
                    <a:pt x="1046988" y="300228"/>
                  </a:lnTo>
                  <a:lnTo>
                    <a:pt x="1043466" y="335240"/>
                  </a:lnTo>
                  <a:lnTo>
                    <a:pt x="1016475" y="401482"/>
                  </a:lnTo>
                  <a:lnTo>
                    <a:pt x="993790" y="432260"/>
                  </a:lnTo>
                  <a:lnTo>
                    <a:pt x="965501" y="461176"/>
                  </a:lnTo>
                  <a:lnTo>
                    <a:pt x="932001" y="488005"/>
                  </a:lnTo>
                  <a:lnTo>
                    <a:pt x="893683" y="512521"/>
                  </a:lnTo>
                  <a:lnTo>
                    <a:pt x="850938" y="534499"/>
                  </a:lnTo>
                  <a:lnTo>
                    <a:pt x="804160" y="553714"/>
                  </a:lnTo>
                  <a:lnTo>
                    <a:pt x="753740" y="569940"/>
                  </a:lnTo>
                  <a:lnTo>
                    <a:pt x="700071" y="582953"/>
                  </a:lnTo>
                  <a:lnTo>
                    <a:pt x="643545" y="592526"/>
                  </a:lnTo>
                  <a:lnTo>
                    <a:pt x="584555" y="598436"/>
                  </a:lnTo>
                  <a:lnTo>
                    <a:pt x="523494" y="600456"/>
                  </a:lnTo>
                  <a:lnTo>
                    <a:pt x="462432" y="598436"/>
                  </a:lnTo>
                  <a:lnTo>
                    <a:pt x="403442" y="592526"/>
                  </a:lnTo>
                  <a:lnTo>
                    <a:pt x="346916" y="582953"/>
                  </a:lnTo>
                  <a:lnTo>
                    <a:pt x="293247" y="569940"/>
                  </a:lnTo>
                  <a:lnTo>
                    <a:pt x="242827" y="553714"/>
                  </a:lnTo>
                  <a:lnTo>
                    <a:pt x="196049" y="534499"/>
                  </a:lnTo>
                  <a:lnTo>
                    <a:pt x="153304" y="512521"/>
                  </a:lnTo>
                  <a:lnTo>
                    <a:pt x="114986" y="488005"/>
                  </a:lnTo>
                  <a:lnTo>
                    <a:pt x="81486" y="461176"/>
                  </a:lnTo>
                  <a:lnTo>
                    <a:pt x="53197" y="432260"/>
                  </a:lnTo>
                  <a:lnTo>
                    <a:pt x="30512" y="401482"/>
                  </a:lnTo>
                  <a:lnTo>
                    <a:pt x="3521" y="335240"/>
                  </a:lnTo>
                  <a:lnTo>
                    <a:pt x="0" y="30022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878951" y="5750763"/>
            <a:ext cx="51117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480561" y="5960109"/>
            <a:ext cx="468630" cy="208279"/>
            <a:chOff x="3480561" y="5960109"/>
            <a:chExt cx="468630" cy="208279"/>
          </a:xfrm>
        </p:grpSpPr>
        <p:sp>
          <p:nvSpPr>
            <p:cNvPr id="16" name="object 16" descr=""/>
            <p:cNvSpPr/>
            <p:nvPr/>
          </p:nvSpPr>
          <p:spPr>
            <a:xfrm>
              <a:off x="3486911" y="5966459"/>
              <a:ext cx="455930" cy="195580"/>
            </a:xfrm>
            <a:custGeom>
              <a:avLst/>
              <a:gdLst/>
              <a:ahLst/>
              <a:cxnLst/>
              <a:rect l="l" t="t" r="r" b="b"/>
              <a:pathLst>
                <a:path w="455929" h="195579">
                  <a:moveTo>
                    <a:pt x="358139" y="0"/>
                  </a:moveTo>
                  <a:lnTo>
                    <a:pt x="358139" y="48767"/>
                  </a:lnTo>
                  <a:lnTo>
                    <a:pt x="0" y="48767"/>
                  </a:lnTo>
                  <a:lnTo>
                    <a:pt x="0" y="146303"/>
                  </a:lnTo>
                  <a:lnTo>
                    <a:pt x="358139" y="146303"/>
                  </a:lnTo>
                  <a:lnTo>
                    <a:pt x="358139" y="195071"/>
                  </a:lnTo>
                  <a:lnTo>
                    <a:pt x="455675" y="97535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486911" y="5966459"/>
              <a:ext cx="455930" cy="195580"/>
            </a:xfrm>
            <a:custGeom>
              <a:avLst/>
              <a:gdLst/>
              <a:ahLst/>
              <a:cxnLst/>
              <a:rect l="l" t="t" r="r" b="b"/>
              <a:pathLst>
                <a:path w="455929" h="195579">
                  <a:moveTo>
                    <a:pt x="0" y="48767"/>
                  </a:moveTo>
                  <a:lnTo>
                    <a:pt x="358139" y="48767"/>
                  </a:lnTo>
                  <a:lnTo>
                    <a:pt x="358139" y="0"/>
                  </a:lnTo>
                  <a:lnTo>
                    <a:pt x="455675" y="97535"/>
                  </a:lnTo>
                  <a:lnTo>
                    <a:pt x="358139" y="195071"/>
                  </a:lnTo>
                  <a:lnTo>
                    <a:pt x="358139" y="146303"/>
                  </a:lnTo>
                  <a:lnTo>
                    <a:pt x="0" y="146303"/>
                  </a:lnTo>
                  <a:lnTo>
                    <a:pt x="0" y="48767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8084566" y="5960109"/>
            <a:ext cx="468630" cy="208279"/>
            <a:chOff x="8084566" y="5960109"/>
            <a:chExt cx="468630" cy="208279"/>
          </a:xfrm>
        </p:grpSpPr>
        <p:sp>
          <p:nvSpPr>
            <p:cNvPr id="19" name="object 19" descr=""/>
            <p:cNvSpPr/>
            <p:nvPr/>
          </p:nvSpPr>
          <p:spPr>
            <a:xfrm>
              <a:off x="8090916" y="5966459"/>
              <a:ext cx="455930" cy="195580"/>
            </a:xfrm>
            <a:custGeom>
              <a:avLst/>
              <a:gdLst/>
              <a:ahLst/>
              <a:cxnLst/>
              <a:rect l="l" t="t" r="r" b="b"/>
              <a:pathLst>
                <a:path w="455929" h="195579">
                  <a:moveTo>
                    <a:pt x="358139" y="0"/>
                  </a:moveTo>
                  <a:lnTo>
                    <a:pt x="358139" y="48767"/>
                  </a:lnTo>
                  <a:lnTo>
                    <a:pt x="0" y="48767"/>
                  </a:lnTo>
                  <a:lnTo>
                    <a:pt x="0" y="146303"/>
                  </a:lnTo>
                  <a:lnTo>
                    <a:pt x="358139" y="146303"/>
                  </a:lnTo>
                  <a:lnTo>
                    <a:pt x="358139" y="195071"/>
                  </a:lnTo>
                  <a:lnTo>
                    <a:pt x="455675" y="97535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090916" y="5966459"/>
              <a:ext cx="455930" cy="195580"/>
            </a:xfrm>
            <a:custGeom>
              <a:avLst/>
              <a:gdLst/>
              <a:ahLst/>
              <a:cxnLst/>
              <a:rect l="l" t="t" r="r" b="b"/>
              <a:pathLst>
                <a:path w="455929" h="195579">
                  <a:moveTo>
                    <a:pt x="0" y="48767"/>
                  </a:moveTo>
                  <a:lnTo>
                    <a:pt x="358139" y="48767"/>
                  </a:lnTo>
                  <a:lnTo>
                    <a:pt x="358139" y="0"/>
                  </a:lnTo>
                  <a:lnTo>
                    <a:pt x="455675" y="97535"/>
                  </a:lnTo>
                  <a:lnTo>
                    <a:pt x="358139" y="195071"/>
                  </a:lnTo>
                  <a:lnTo>
                    <a:pt x="358139" y="146303"/>
                  </a:lnTo>
                  <a:lnTo>
                    <a:pt x="0" y="146303"/>
                  </a:lnTo>
                  <a:lnTo>
                    <a:pt x="0" y="48767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5068570" y="5960109"/>
            <a:ext cx="383540" cy="208279"/>
            <a:chOff x="5068570" y="5960109"/>
            <a:chExt cx="383540" cy="208279"/>
          </a:xfrm>
        </p:grpSpPr>
        <p:sp>
          <p:nvSpPr>
            <p:cNvPr id="22" name="object 22" descr=""/>
            <p:cNvSpPr/>
            <p:nvPr/>
          </p:nvSpPr>
          <p:spPr>
            <a:xfrm>
              <a:off x="5074920" y="5966459"/>
              <a:ext cx="370840" cy="195580"/>
            </a:xfrm>
            <a:custGeom>
              <a:avLst/>
              <a:gdLst/>
              <a:ahLst/>
              <a:cxnLst/>
              <a:rect l="l" t="t" r="r" b="b"/>
              <a:pathLst>
                <a:path w="370839" h="195579">
                  <a:moveTo>
                    <a:pt x="272795" y="0"/>
                  </a:moveTo>
                  <a:lnTo>
                    <a:pt x="272795" y="48767"/>
                  </a:lnTo>
                  <a:lnTo>
                    <a:pt x="0" y="48767"/>
                  </a:lnTo>
                  <a:lnTo>
                    <a:pt x="0" y="146303"/>
                  </a:lnTo>
                  <a:lnTo>
                    <a:pt x="272795" y="146303"/>
                  </a:lnTo>
                  <a:lnTo>
                    <a:pt x="272795" y="195071"/>
                  </a:lnTo>
                  <a:lnTo>
                    <a:pt x="370331" y="97535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74920" y="5966459"/>
              <a:ext cx="370840" cy="195580"/>
            </a:xfrm>
            <a:custGeom>
              <a:avLst/>
              <a:gdLst/>
              <a:ahLst/>
              <a:cxnLst/>
              <a:rect l="l" t="t" r="r" b="b"/>
              <a:pathLst>
                <a:path w="370839" h="195579">
                  <a:moveTo>
                    <a:pt x="0" y="48767"/>
                  </a:moveTo>
                  <a:lnTo>
                    <a:pt x="272795" y="48767"/>
                  </a:lnTo>
                  <a:lnTo>
                    <a:pt x="272795" y="0"/>
                  </a:lnTo>
                  <a:lnTo>
                    <a:pt x="370331" y="97535"/>
                  </a:lnTo>
                  <a:lnTo>
                    <a:pt x="272795" y="195071"/>
                  </a:lnTo>
                  <a:lnTo>
                    <a:pt x="272795" y="146303"/>
                  </a:lnTo>
                  <a:lnTo>
                    <a:pt x="0" y="146303"/>
                  </a:lnTo>
                  <a:lnTo>
                    <a:pt x="0" y="48767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dirty="0" spc="40"/>
              <a:t> </a:t>
            </a:r>
            <a:r>
              <a:rPr dirty="0" spc="-270"/>
              <a:t>FIRST</a:t>
            </a:r>
            <a:r>
              <a:rPr dirty="0" spc="40"/>
              <a:t> </a:t>
            </a:r>
            <a:r>
              <a:rPr dirty="0" spc="-130"/>
              <a:t>EXPRESS</a:t>
            </a:r>
            <a:r>
              <a:rPr dirty="0" spc="40"/>
              <a:t> </a:t>
            </a:r>
            <a:r>
              <a:rPr dirty="0" spc="-95"/>
              <a:t>MIDDLEWARE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565147"/>
            <a:ext cx="6096000" cy="147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some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module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addTimestamp(req,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next){</a:t>
            </a:r>
            <a:endParaRPr sz="1800">
              <a:latin typeface="Consolas"/>
              <a:cs typeface="Consolas"/>
            </a:endParaRPr>
          </a:p>
          <a:p>
            <a:pPr marL="342265" marR="23615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req.timestamp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Date(); next();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3063" y="3108960"/>
            <a:ext cx="1042606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index.js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starting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express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app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app.use(addTimestamp);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app.use(logger);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mounts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middleware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"logger"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"/"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'/'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`Request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received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at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req.timestamp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app.listen(PORT);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31179" y="5887211"/>
            <a:ext cx="1047115" cy="57785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108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logger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32319" y="5887211"/>
            <a:ext cx="1507490" cy="57785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08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res.send("...")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860550" y="5883909"/>
            <a:ext cx="1059815" cy="614680"/>
            <a:chOff x="1860550" y="5883909"/>
            <a:chExt cx="1059815" cy="614680"/>
          </a:xfrm>
        </p:grpSpPr>
        <p:sp>
          <p:nvSpPr>
            <p:cNvPr id="8" name="object 8" descr=""/>
            <p:cNvSpPr/>
            <p:nvPr/>
          </p:nvSpPr>
          <p:spPr>
            <a:xfrm>
              <a:off x="1866900" y="5890259"/>
              <a:ext cx="1047115" cy="601980"/>
            </a:xfrm>
            <a:custGeom>
              <a:avLst/>
              <a:gdLst/>
              <a:ahLst/>
              <a:cxnLst/>
              <a:rect l="l" t="t" r="r" b="b"/>
              <a:pathLst>
                <a:path w="1047114" h="601979">
                  <a:moveTo>
                    <a:pt x="523494" y="0"/>
                  </a:moveTo>
                  <a:lnTo>
                    <a:pt x="462432" y="2025"/>
                  </a:lnTo>
                  <a:lnTo>
                    <a:pt x="403442" y="7949"/>
                  </a:lnTo>
                  <a:lnTo>
                    <a:pt x="346916" y="17547"/>
                  </a:lnTo>
                  <a:lnTo>
                    <a:pt x="293247" y="30593"/>
                  </a:lnTo>
                  <a:lnTo>
                    <a:pt x="242827" y="46860"/>
                  </a:lnTo>
                  <a:lnTo>
                    <a:pt x="196049" y="66124"/>
                  </a:lnTo>
                  <a:lnTo>
                    <a:pt x="153304" y="88158"/>
                  </a:lnTo>
                  <a:lnTo>
                    <a:pt x="114986" y="112736"/>
                  </a:lnTo>
                  <a:lnTo>
                    <a:pt x="81486" y="139633"/>
                  </a:lnTo>
                  <a:lnTo>
                    <a:pt x="53197" y="168623"/>
                  </a:lnTo>
                  <a:lnTo>
                    <a:pt x="30512" y="199479"/>
                  </a:lnTo>
                  <a:lnTo>
                    <a:pt x="3521" y="265888"/>
                  </a:lnTo>
                  <a:lnTo>
                    <a:pt x="0" y="300989"/>
                  </a:lnTo>
                  <a:lnTo>
                    <a:pt x="3521" y="336091"/>
                  </a:lnTo>
                  <a:lnTo>
                    <a:pt x="30512" y="402500"/>
                  </a:lnTo>
                  <a:lnTo>
                    <a:pt x="53197" y="433356"/>
                  </a:lnTo>
                  <a:lnTo>
                    <a:pt x="81486" y="462346"/>
                  </a:lnTo>
                  <a:lnTo>
                    <a:pt x="114986" y="489243"/>
                  </a:lnTo>
                  <a:lnTo>
                    <a:pt x="153304" y="513821"/>
                  </a:lnTo>
                  <a:lnTo>
                    <a:pt x="196049" y="535855"/>
                  </a:lnTo>
                  <a:lnTo>
                    <a:pt x="242827" y="555119"/>
                  </a:lnTo>
                  <a:lnTo>
                    <a:pt x="293247" y="571386"/>
                  </a:lnTo>
                  <a:lnTo>
                    <a:pt x="346916" y="584432"/>
                  </a:lnTo>
                  <a:lnTo>
                    <a:pt x="403442" y="594030"/>
                  </a:lnTo>
                  <a:lnTo>
                    <a:pt x="462432" y="599954"/>
                  </a:lnTo>
                  <a:lnTo>
                    <a:pt x="523494" y="601979"/>
                  </a:lnTo>
                  <a:lnTo>
                    <a:pt x="584555" y="599954"/>
                  </a:lnTo>
                  <a:lnTo>
                    <a:pt x="643545" y="594030"/>
                  </a:lnTo>
                  <a:lnTo>
                    <a:pt x="700071" y="584432"/>
                  </a:lnTo>
                  <a:lnTo>
                    <a:pt x="753740" y="571386"/>
                  </a:lnTo>
                  <a:lnTo>
                    <a:pt x="804160" y="555119"/>
                  </a:lnTo>
                  <a:lnTo>
                    <a:pt x="850938" y="535855"/>
                  </a:lnTo>
                  <a:lnTo>
                    <a:pt x="893683" y="513821"/>
                  </a:lnTo>
                  <a:lnTo>
                    <a:pt x="932001" y="489243"/>
                  </a:lnTo>
                  <a:lnTo>
                    <a:pt x="965501" y="462346"/>
                  </a:lnTo>
                  <a:lnTo>
                    <a:pt x="993790" y="433356"/>
                  </a:lnTo>
                  <a:lnTo>
                    <a:pt x="1016475" y="402500"/>
                  </a:lnTo>
                  <a:lnTo>
                    <a:pt x="1043466" y="336091"/>
                  </a:lnTo>
                  <a:lnTo>
                    <a:pt x="1046988" y="300989"/>
                  </a:lnTo>
                  <a:lnTo>
                    <a:pt x="1043466" y="265888"/>
                  </a:lnTo>
                  <a:lnTo>
                    <a:pt x="1016475" y="199479"/>
                  </a:lnTo>
                  <a:lnTo>
                    <a:pt x="993790" y="168623"/>
                  </a:lnTo>
                  <a:lnTo>
                    <a:pt x="965501" y="139633"/>
                  </a:lnTo>
                  <a:lnTo>
                    <a:pt x="932001" y="112736"/>
                  </a:lnTo>
                  <a:lnTo>
                    <a:pt x="893683" y="88158"/>
                  </a:lnTo>
                  <a:lnTo>
                    <a:pt x="850938" y="66124"/>
                  </a:lnTo>
                  <a:lnTo>
                    <a:pt x="804160" y="46860"/>
                  </a:lnTo>
                  <a:lnTo>
                    <a:pt x="753740" y="30593"/>
                  </a:lnTo>
                  <a:lnTo>
                    <a:pt x="700071" y="17547"/>
                  </a:lnTo>
                  <a:lnTo>
                    <a:pt x="643545" y="7949"/>
                  </a:lnTo>
                  <a:lnTo>
                    <a:pt x="584555" y="2025"/>
                  </a:lnTo>
                  <a:lnTo>
                    <a:pt x="52349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66900" y="5890259"/>
              <a:ext cx="1047115" cy="601980"/>
            </a:xfrm>
            <a:custGeom>
              <a:avLst/>
              <a:gdLst/>
              <a:ahLst/>
              <a:cxnLst/>
              <a:rect l="l" t="t" r="r" b="b"/>
              <a:pathLst>
                <a:path w="1047114" h="601979">
                  <a:moveTo>
                    <a:pt x="0" y="300989"/>
                  </a:moveTo>
                  <a:lnTo>
                    <a:pt x="13822" y="231976"/>
                  </a:lnTo>
                  <a:lnTo>
                    <a:pt x="53197" y="168623"/>
                  </a:lnTo>
                  <a:lnTo>
                    <a:pt x="81486" y="139633"/>
                  </a:lnTo>
                  <a:lnTo>
                    <a:pt x="114986" y="112736"/>
                  </a:lnTo>
                  <a:lnTo>
                    <a:pt x="153304" y="88158"/>
                  </a:lnTo>
                  <a:lnTo>
                    <a:pt x="196049" y="66124"/>
                  </a:lnTo>
                  <a:lnTo>
                    <a:pt x="242827" y="46860"/>
                  </a:lnTo>
                  <a:lnTo>
                    <a:pt x="293247" y="30593"/>
                  </a:lnTo>
                  <a:lnTo>
                    <a:pt x="346916" y="17547"/>
                  </a:lnTo>
                  <a:lnTo>
                    <a:pt x="403442" y="7949"/>
                  </a:lnTo>
                  <a:lnTo>
                    <a:pt x="462432" y="2025"/>
                  </a:lnTo>
                  <a:lnTo>
                    <a:pt x="523494" y="0"/>
                  </a:lnTo>
                  <a:lnTo>
                    <a:pt x="584555" y="2025"/>
                  </a:lnTo>
                  <a:lnTo>
                    <a:pt x="643545" y="7949"/>
                  </a:lnTo>
                  <a:lnTo>
                    <a:pt x="700071" y="17547"/>
                  </a:lnTo>
                  <a:lnTo>
                    <a:pt x="753740" y="30593"/>
                  </a:lnTo>
                  <a:lnTo>
                    <a:pt x="804160" y="46860"/>
                  </a:lnTo>
                  <a:lnTo>
                    <a:pt x="850938" y="66124"/>
                  </a:lnTo>
                  <a:lnTo>
                    <a:pt x="893683" y="88158"/>
                  </a:lnTo>
                  <a:lnTo>
                    <a:pt x="932001" y="112736"/>
                  </a:lnTo>
                  <a:lnTo>
                    <a:pt x="965501" y="139633"/>
                  </a:lnTo>
                  <a:lnTo>
                    <a:pt x="993790" y="168623"/>
                  </a:lnTo>
                  <a:lnTo>
                    <a:pt x="1016475" y="199479"/>
                  </a:lnTo>
                  <a:lnTo>
                    <a:pt x="1043466" y="265888"/>
                  </a:lnTo>
                  <a:lnTo>
                    <a:pt x="1046988" y="300989"/>
                  </a:lnTo>
                  <a:lnTo>
                    <a:pt x="1043466" y="336091"/>
                  </a:lnTo>
                  <a:lnTo>
                    <a:pt x="1016475" y="402500"/>
                  </a:lnTo>
                  <a:lnTo>
                    <a:pt x="993790" y="433356"/>
                  </a:lnTo>
                  <a:lnTo>
                    <a:pt x="965501" y="462346"/>
                  </a:lnTo>
                  <a:lnTo>
                    <a:pt x="932001" y="489243"/>
                  </a:lnTo>
                  <a:lnTo>
                    <a:pt x="893683" y="513821"/>
                  </a:lnTo>
                  <a:lnTo>
                    <a:pt x="850938" y="535855"/>
                  </a:lnTo>
                  <a:lnTo>
                    <a:pt x="804160" y="555119"/>
                  </a:lnTo>
                  <a:lnTo>
                    <a:pt x="753740" y="571386"/>
                  </a:lnTo>
                  <a:lnTo>
                    <a:pt x="700071" y="584432"/>
                  </a:lnTo>
                  <a:lnTo>
                    <a:pt x="643545" y="594030"/>
                  </a:lnTo>
                  <a:lnTo>
                    <a:pt x="584555" y="599954"/>
                  </a:lnTo>
                  <a:lnTo>
                    <a:pt x="523494" y="601979"/>
                  </a:lnTo>
                  <a:lnTo>
                    <a:pt x="462432" y="599954"/>
                  </a:lnTo>
                  <a:lnTo>
                    <a:pt x="403442" y="594030"/>
                  </a:lnTo>
                  <a:lnTo>
                    <a:pt x="346916" y="584432"/>
                  </a:lnTo>
                  <a:lnTo>
                    <a:pt x="293247" y="571386"/>
                  </a:lnTo>
                  <a:lnTo>
                    <a:pt x="242827" y="555119"/>
                  </a:lnTo>
                  <a:lnTo>
                    <a:pt x="196049" y="535855"/>
                  </a:lnTo>
                  <a:lnTo>
                    <a:pt x="153304" y="513821"/>
                  </a:lnTo>
                  <a:lnTo>
                    <a:pt x="114986" y="489243"/>
                  </a:lnTo>
                  <a:lnTo>
                    <a:pt x="81486" y="462346"/>
                  </a:lnTo>
                  <a:lnTo>
                    <a:pt x="53197" y="433356"/>
                  </a:lnTo>
                  <a:lnTo>
                    <a:pt x="30512" y="402500"/>
                  </a:lnTo>
                  <a:lnTo>
                    <a:pt x="3521" y="336091"/>
                  </a:lnTo>
                  <a:lnTo>
                    <a:pt x="0" y="300989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135504" y="5890361"/>
            <a:ext cx="51117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  <a:p>
            <a:pPr marL="78105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Req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213850" y="5858002"/>
            <a:ext cx="1059815" cy="613410"/>
            <a:chOff x="9213850" y="5858002"/>
            <a:chExt cx="1059815" cy="613410"/>
          </a:xfrm>
        </p:grpSpPr>
        <p:sp>
          <p:nvSpPr>
            <p:cNvPr id="12" name="object 12" descr=""/>
            <p:cNvSpPr/>
            <p:nvPr/>
          </p:nvSpPr>
          <p:spPr>
            <a:xfrm>
              <a:off x="9220200" y="5864352"/>
              <a:ext cx="1047115" cy="600710"/>
            </a:xfrm>
            <a:custGeom>
              <a:avLst/>
              <a:gdLst/>
              <a:ahLst/>
              <a:cxnLst/>
              <a:rect l="l" t="t" r="r" b="b"/>
              <a:pathLst>
                <a:path w="1047115" h="600710">
                  <a:moveTo>
                    <a:pt x="523494" y="0"/>
                  </a:moveTo>
                  <a:lnTo>
                    <a:pt x="462432" y="2019"/>
                  </a:lnTo>
                  <a:lnTo>
                    <a:pt x="403442" y="7929"/>
                  </a:lnTo>
                  <a:lnTo>
                    <a:pt x="346916" y="17502"/>
                  </a:lnTo>
                  <a:lnTo>
                    <a:pt x="293247" y="30515"/>
                  </a:lnTo>
                  <a:lnTo>
                    <a:pt x="242827" y="46741"/>
                  </a:lnTo>
                  <a:lnTo>
                    <a:pt x="196049" y="65956"/>
                  </a:lnTo>
                  <a:lnTo>
                    <a:pt x="153304" y="87934"/>
                  </a:lnTo>
                  <a:lnTo>
                    <a:pt x="114986" y="112450"/>
                  </a:lnTo>
                  <a:lnTo>
                    <a:pt x="81486" y="139279"/>
                  </a:lnTo>
                  <a:lnTo>
                    <a:pt x="53197" y="168195"/>
                  </a:lnTo>
                  <a:lnTo>
                    <a:pt x="30512" y="198973"/>
                  </a:lnTo>
                  <a:lnTo>
                    <a:pt x="3521" y="265215"/>
                  </a:lnTo>
                  <a:lnTo>
                    <a:pt x="0" y="300228"/>
                  </a:lnTo>
                  <a:lnTo>
                    <a:pt x="3521" y="335240"/>
                  </a:lnTo>
                  <a:lnTo>
                    <a:pt x="30512" y="401482"/>
                  </a:lnTo>
                  <a:lnTo>
                    <a:pt x="53197" y="432260"/>
                  </a:lnTo>
                  <a:lnTo>
                    <a:pt x="81486" y="461176"/>
                  </a:lnTo>
                  <a:lnTo>
                    <a:pt x="114986" y="488005"/>
                  </a:lnTo>
                  <a:lnTo>
                    <a:pt x="153304" y="512521"/>
                  </a:lnTo>
                  <a:lnTo>
                    <a:pt x="196049" y="534499"/>
                  </a:lnTo>
                  <a:lnTo>
                    <a:pt x="242827" y="553714"/>
                  </a:lnTo>
                  <a:lnTo>
                    <a:pt x="293247" y="569940"/>
                  </a:lnTo>
                  <a:lnTo>
                    <a:pt x="346916" y="582953"/>
                  </a:lnTo>
                  <a:lnTo>
                    <a:pt x="403442" y="592526"/>
                  </a:lnTo>
                  <a:lnTo>
                    <a:pt x="462432" y="598436"/>
                  </a:lnTo>
                  <a:lnTo>
                    <a:pt x="523494" y="600456"/>
                  </a:lnTo>
                  <a:lnTo>
                    <a:pt x="584555" y="598436"/>
                  </a:lnTo>
                  <a:lnTo>
                    <a:pt x="643545" y="592526"/>
                  </a:lnTo>
                  <a:lnTo>
                    <a:pt x="700071" y="582953"/>
                  </a:lnTo>
                  <a:lnTo>
                    <a:pt x="753740" y="569940"/>
                  </a:lnTo>
                  <a:lnTo>
                    <a:pt x="804160" y="553714"/>
                  </a:lnTo>
                  <a:lnTo>
                    <a:pt x="850938" y="534499"/>
                  </a:lnTo>
                  <a:lnTo>
                    <a:pt x="893683" y="512521"/>
                  </a:lnTo>
                  <a:lnTo>
                    <a:pt x="932001" y="488005"/>
                  </a:lnTo>
                  <a:lnTo>
                    <a:pt x="965501" y="461176"/>
                  </a:lnTo>
                  <a:lnTo>
                    <a:pt x="993790" y="432260"/>
                  </a:lnTo>
                  <a:lnTo>
                    <a:pt x="1016475" y="401482"/>
                  </a:lnTo>
                  <a:lnTo>
                    <a:pt x="1043466" y="335240"/>
                  </a:lnTo>
                  <a:lnTo>
                    <a:pt x="1046988" y="300228"/>
                  </a:lnTo>
                  <a:lnTo>
                    <a:pt x="1043466" y="265215"/>
                  </a:lnTo>
                  <a:lnTo>
                    <a:pt x="1016475" y="198973"/>
                  </a:lnTo>
                  <a:lnTo>
                    <a:pt x="993790" y="168195"/>
                  </a:lnTo>
                  <a:lnTo>
                    <a:pt x="965501" y="139279"/>
                  </a:lnTo>
                  <a:lnTo>
                    <a:pt x="932001" y="112450"/>
                  </a:lnTo>
                  <a:lnTo>
                    <a:pt x="893683" y="87934"/>
                  </a:lnTo>
                  <a:lnTo>
                    <a:pt x="850938" y="65956"/>
                  </a:lnTo>
                  <a:lnTo>
                    <a:pt x="804160" y="46741"/>
                  </a:lnTo>
                  <a:lnTo>
                    <a:pt x="753740" y="30515"/>
                  </a:lnTo>
                  <a:lnTo>
                    <a:pt x="700071" y="17502"/>
                  </a:lnTo>
                  <a:lnTo>
                    <a:pt x="643545" y="7929"/>
                  </a:lnTo>
                  <a:lnTo>
                    <a:pt x="584555" y="2019"/>
                  </a:lnTo>
                  <a:lnTo>
                    <a:pt x="52349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220200" y="5864352"/>
              <a:ext cx="1047115" cy="600710"/>
            </a:xfrm>
            <a:custGeom>
              <a:avLst/>
              <a:gdLst/>
              <a:ahLst/>
              <a:cxnLst/>
              <a:rect l="l" t="t" r="r" b="b"/>
              <a:pathLst>
                <a:path w="1047115" h="600710">
                  <a:moveTo>
                    <a:pt x="0" y="300228"/>
                  </a:moveTo>
                  <a:lnTo>
                    <a:pt x="13822" y="231388"/>
                  </a:lnTo>
                  <a:lnTo>
                    <a:pt x="53197" y="168195"/>
                  </a:lnTo>
                  <a:lnTo>
                    <a:pt x="81486" y="139279"/>
                  </a:lnTo>
                  <a:lnTo>
                    <a:pt x="114986" y="112450"/>
                  </a:lnTo>
                  <a:lnTo>
                    <a:pt x="153304" y="87934"/>
                  </a:lnTo>
                  <a:lnTo>
                    <a:pt x="196049" y="65956"/>
                  </a:lnTo>
                  <a:lnTo>
                    <a:pt x="242827" y="46741"/>
                  </a:lnTo>
                  <a:lnTo>
                    <a:pt x="293247" y="30515"/>
                  </a:lnTo>
                  <a:lnTo>
                    <a:pt x="346916" y="17502"/>
                  </a:lnTo>
                  <a:lnTo>
                    <a:pt x="403442" y="7929"/>
                  </a:lnTo>
                  <a:lnTo>
                    <a:pt x="462432" y="2019"/>
                  </a:lnTo>
                  <a:lnTo>
                    <a:pt x="523494" y="0"/>
                  </a:lnTo>
                  <a:lnTo>
                    <a:pt x="584555" y="2019"/>
                  </a:lnTo>
                  <a:lnTo>
                    <a:pt x="643545" y="7929"/>
                  </a:lnTo>
                  <a:lnTo>
                    <a:pt x="700071" y="17502"/>
                  </a:lnTo>
                  <a:lnTo>
                    <a:pt x="753740" y="30515"/>
                  </a:lnTo>
                  <a:lnTo>
                    <a:pt x="804160" y="46741"/>
                  </a:lnTo>
                  <a:lnTo>
                    <a:pt x="850938" y="65956"/>
                  </a:lnTo>
                  <a:lnTo>
                    <a:pt x="893683" y="87934"/>
                  </a:lnTo>
                  <a:lnTo>
                    <a:pt x="932001" y="112450"/>
                  </a:lnTo>
                  <a:lnTo>
                    <a:pt x="965501" y="139279"/>
                  </a:lnTo>
                  <a:lnTo>
                    <a:pt x="993790" y="168195"/>
                  </a:lnTo>
                  <a:lnTo>
                    <a:pt x="1016475" y="198973"/>
                  </a:lnTo>
                  <a:lnTo>
                    <a:pt x="1043466" y="265215"/>
                  </a:lnTo>
                  <a:lnTo>
                    <a:pt x="1046988" y="300228"/>
                  </a:lnTo>
                  <a:lnTo>
                    <a:pt x="1043466" y="335240"/>
                  </a:lnTo>
                  <a:lnTo>
                    <a:pt x="1016475" y="401482"/>
                  </a:lnTo>
                  <a:lnTo>
                    <a:pt x="993790" y="432260"/>
                  </a:lnTo>
                  <a:lnTo>
                    <a:pt x="965501" y="461176"/>
                  </a:lnTo>
                  <a:lnTo>
                    <a:pt x="932001" y="488005"/>
                  </a:lnTo>
                  <a:lnTo>
                    <a:pt x="893683" y="512521"/>
                  </a:lnTo>
                  <a:lnTo>
                    <a:pt x="850938" y="534499"/>
                  </a:lnTo>
                  <a:lnTo>
                    <a:pt x="804160" y="553714"/>
                  </a:lnTo>
                  <a:lnTo>
                    <a:pt x="753740" y="569940"/>
                  </a:lnTo>
                  <a:lnTo>
                    <a:pt x="700071" y="582953"/>
                  </a:lnTo>
                  <a:lnTo>
                    <a:pt x="643545" y="592526"/>
                  </a:lnTo>
                  <a:lnTo>
                    <a:pt x="584555" y="598436"/>
                  </a:lnTo>
                  <a:lnTo>
                    <a:pt x="523494" y="600456"/>
                  </a:lnTo>
                  <a:lnTo>
                    <a:pt x="462432" y="598436"/>
                  </a:lnTo>
                  <a:lnTo>
                    <a:pt x="403442" y="592526"/>
                  </a:lnTo>
                  <a:lnTo>
                    <a:pt x="346916" y="582953"/>
                  </a:lnTo>
                  <a:lnTo>
                    <a:pt x="293247" y="569940"/>
                  </a:lnTo>
                  <a:lnTo>
                    <a:pt x="242827" y="553714"/>
                  </a:lnTo>
                  <a:lnTo>
                    <a:pt x="196049" y="534499"/>
                  </a:lnTo>
                  <a:lnTo>
                    <a:pt x="153304" y="512521"/>
                  </a:lnTo>
                  <a:lnTo>
                    <a:pt x="114986" y="488005"/>
                  </a:lnTo>
                  <a:lnTo>
                    <a:pt x="81486" y="461176"/>
                  </a:lnTo>
                  <a:lnTo>
                    <a:pt x="53197" y="432260"/>
                  </a:lnTo>
                  <a:lnTo>
                    <a:pt x="30512" y="401482"/>
                  </a:lnTo>
                  <a:lnTo>
                    <a:pt x="3521" y="335240"/>
                  </a:lnTo>
                  <a:lnTo>
                    <a:pt x="0" y="30022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490709" y="5863234"/>
            <a:ext cx="5111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970022" y="6086602"/>
            <a:ext cx="468630" cy="209550"/>
            <a:chOff x="2970022" y="6086602"/>
            <a:chExt cx="468630" cy="209550"/>
          </a:xfrm>
        </p:grpSpPr>
        <p:sp>
          <p:nvSpPr>
            <p:cNvPr id="16" name="object 16" descr=""/>
            <p:cNvSpPr/>
            <p:nvPr/>
          </p:nvSpPr>
          <p:spPr>
            <a:xfrm>
              <a:off x="2976372" y="6092952"/>
              <a:ext cx="455930" cy="196850"/>
            </a:xfrm>
            <a:custGeom>
              <a:avLst/>
              <a:gdLst/>
              <a:ahLst/>
              <a:cxnLst/>
              <a:rect l="l" t="t" r="r" b="b"/>
              <a:pathLst>
                <a:path w="455929" h="196850">
                  <a:moveTo>
                    <a:pt x="357377" y="0"/>
                  </a:moveTo>
                  <a:lnTo>
                    <a:pt x="357377" y="49149"/>
                  </a:lnTo>
                  <a:lnTo>
                    <a:pt x="0" y="49149"/>
                  </a:lnTo>
                  <a:lnTo>
                    <a:pt x="0" y="147447"/>
                  </a:lnTo>
                  <a:lnTo>
                    <a:pt x="357377" y="147447"/>
                  </a:lnTo>
                  <a:lnTo>
                    <a:pt x="357377" y="196596"/>
                  </a:lnTo>
                  <a:lnTo>
                    <a:pt x="455675" y="98298"/>
                  </a:lnTo>
                  <a:lnTo>
                    <a:pt x="35737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76372" y="6092952"/>
              <a:ext cx="455930" cy="196850"/>
            </a:xfrm>
            <a:custGeom>
              <a:avLst/>
              <a:gdLst/>
              <a:ahLst/>
              <a:cxnLst/>
              <a:rect l="l" t="t" r="r" b="b"/>
              <a:pathLst>
                <a:path w="455929" h="196850">
                  <a:moveTo>
                    <a:pt x="0" y="49149"/>
                  </a:moveTo>
                  <a:lnTo>
                    <a:pt x="357377" y="49149"/>
                  </a:lnTo>
                  <a:lnTo>
                    <a:pt x="357377" y="0"/>
                  </a:lnTo>
                  <a:lnTo>
                    <a:pt x="455675" y="98298"/>
                  </a:lnTo>
                  <a:lnTo>
                    <a:pt x="357377" y="196596"/>
                  </a:lnTo>
                  <a:lnTo>
                    <a:pt x="357377" y="147447"/>
                  </a:lnTo>
                  <a:lnTo>
                    <a:pt x="0" y="147447"/>
                  </a:lnTo>
                  <a:lnTo>
                    <a:pt x="0" y="49149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8695690" y="6071361"/>
            <a:ext cx="468630" cy="209550"/>
            <a:chOff x="8695690" y="6071361"/>
            <a:chExt cx="468630" cy="209550"/>
          </a:xfrm>
        </p:grpSpPr>
        <p:sp>
          <p:nvSpPr>
            <p:cNvPr id="19" name="object 19" descr=""/>
            <p:cNvSpPr/>
            <p:nvPr/>
          </p:nvSpPr>
          <p:spPr>
            <a:xfrm>
              <a:off x="8702040" y="6077711"/>
              <a:ext cx="455930" cy="196850"/>
            </a:xfrm>
            <a:custGeom>
              <a:avLst/>
              <a:gdLst/>
              <a:ahLst/>
              <a:cxnLst/>
              <a:rect l="l" t="t" r="r" b="b"/>
              <a:pathLst>
                <a:path w="455929" h="196850">
                  <a:moveTo>
                    <a:pt x="357377" y="0"/>
                  </a:moveTo>
                  <a:lnTo>
                    <a:pt x="357377" y="49148"/>
                  </a:lnTo>
                  <a:lnTo>
                    <a:pt x="0" y="49148"/>
                  </a:lnTo>
                  <a:lnTo>
                    <a:pt x="0" y="147447"/>
                  </a:lnTo>
                  <a:lnTo>
                    <a:pt x="357377" y="147447"/>
                  </a:lnTo>
                  <a:lnTo>
                    <a:pt x="357377" y="196595"/>
                  </a:lnTo>
                  <a:lnTo>
                    <a:pt x="455675" y="98297"/>
                  </a:lnTo>
                  <a:lnTo>
                    <a:pt x="35737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02040" y="6077711"/>
              <a:ext cx="455930" cy="196850"/>
            </a:xfrm>
            <a:custGeom>
              <a:avLst/>
              <a:gdLst/>
              <a:ahLst/>
              <a:cxnLst/>
              <a:rect l="l" t="t" r="r" b="b"/>
              <a:pathLst>
                <a:path w="455929" h="196850">
                  <a:moveTo>
                    <a:pt x="0" y="49148"/>
                  </a:moveTo>
                  <a:lnTo>
                    <a:pt x="357377" y="49148"/>
                  </a:lnTo>
                  <a:lnTo>
                    <a:pt x="357377" y="0"/>
                  </a:lnTo>
                  <a:lnTo>
                    <a:pt x="455675" y="98297"/>
                  </a:lnTo>
                  <a:lnTo>
                    <a:pt x="357377" y="196595"/>
                  </a:lnTo>
                  <a:lnTo>
                    <a:pt x="357377" y="147447"/>
                  </a:lnTo>
                  <a:lnTo>
                    <a:pt x="0" y="147447"/>
                  </a:lnTo>
                  <a:lnTo>
                    <a:pt x="0" y="49148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6711442" y="6071361"/>
            <a:ext cx="383540" cy="209550"/>
            <a:chOff x="6711442" y="6071361"/>
            <a:chExt cx="383540" cy="209550"/>
          </a:xfrm>
        </p:grpSpPr>
        <p:sp>
          <p:nvSpPr>
            <p:cNvPr id="22" name="object 22" descr=""/>
            <p:cNvSpPr/>
            <p:nvPr/>
          </p:nvSpPr>
          <p:spPr>
            <a:xfrm>
              <a:off x="6717792" y="6077711"/>
              <a:ext cx="370840" cy="196850"/>
            </a:xfrm>
            <a:custGeom>
              <a:avLst/>
              <a:gdLst/>
              <a:ahLst/>
              <a:cxnLst/>
              <a:rect l="l" t="t" r="r" b="b"/>
              <a:pathLst>
                <a:path w="370840" h="196850">
                  <a:moveTo>
                    <a:pt x="272033" y="0"/>
                  </a:moveTo>
                  <a:lnTo>
                    <a:pt x="272033" y="49148"/>
                  </a:lnTo>
                  <a:lnTo>
                    <a:pt x="0" y="49148"/>
                  </a:lnTo>
                  <a:lnTo>
                    <a:pt x="0" y="147447"/>
                  </a:lnTo>
                  <a:lnTo>
                    <a:pt x="272033" y="147447"/>
                  </a:lnTo>
                  <a:lnTo>
                    <a:pt x="272033" y="196595"/>
                  </a:lnTo>
                  <a:lnTo>
                    <a:pt x="370331" y="98297"/>
                  </a:lnTo>
                  <a:lnTo>
                    <a:pt x="272033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717792" y="6077711"/>
              <a:ext cx="370840" cy="196850"/>
            </a:xfrm>
            <a:custGeom>
              <a:avLst/>
              <a:gdLst/>
              <a:ahLst/>
              <a:cxnLst/>
              <a:rect l="l" t="t" r="r" b="b"/>
              <a:pathLst>
                <a:path w="370840" h="196850">
                  <a:moveTo>
                    <a:pt x="0" y="49148"/>
                  </a:moveTo>
                  <a:lnTo>
                    <a:pt x="272033" y="49148"/>
                  </a:lnTo>
                  <a:lnTo>
                    <a:pt x="272033" y="0"/>
                  </a:lnTo>
                  <a:lnTo>
                    <a:pt x="370331" y="98297"/>
                  </a:lnTo>
                  <a:lnTo>
                    <a:pt x="272033" y="196595"/>
                  </a:lnTo>
                  <a:lnTo>
                    <a:pt x="272033" y="147447"/>
                  </a:lnTo>
                  <a:lnTo>
                    <a:pt x="0" y="147447"/>
                  </a:lnTo>
                  <a:lnTo>
                    <a:pt x="0" y="4914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515867" y="5887211"/>
            <a:ext cx="1614170" cy="57785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08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addTimestamp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187441" y="6074409"/>
            <a:ext cx="383540" cy="209550"/>
            <a:chOff x="5187441" y="6074409"/>
            <a:chExt cx="383540" cy="209550"/>
          </a:xfrm>
        </p:grpSpPr>
        <p:sp>
          <p:nvSpPr>
            <p:cNvPr id="26" name="object 26" descr=""/>
            <p:cNvSpPr/>
            <p:nvPr/>
          </p:nvSpPr>
          <p:spPr>
            <a:xfrm>
              <a:off x="5193791" y="6080759"/>
              <a:ext cx="370840" cy="196850"/>
            </a:xfrm>
            <a:custGeom>
              <a:avLst/>
              <a:gdLst/>
              <a:ahLst/>
              <a:cxnLst/>
              <a:rect l="l" t="t" r="r" b="b"/>
              <a:pathLst>
                <a:path w="370839" h="196850">
                  <a:moveTo>
                    <a:pt x="272034" y="0"/>
                  </a:moveTo>
                  <a:lnTo>
                    <a:pt x="272034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72034" y="147446"/>
                  </a:lnTo>
                  <a:lnTo>
                    <a:pt x="272034" y="196595"/>
                  </a:lnTo>
                  <a:lnTo>
                    <a:pt x="370332" y="98297"/>
                  </a:lnTo>
                  <a:lnTo>
                    <a:pt x="27203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193791" y="6080759"/>
              <a:ext cx="370840" cy="196850"/>
            </a:xfrm>
            <a:custGeom>
              <a:avLst/>
              <a:gdLst/>
              <a:ahLst/>
              <a:cxnLst/>
              <a:rect l="l" t="t" r="r" b="b"/>
              <a:pathLst>
                <a:path w="370839" h="196850">
                  <a:moveTo>
                    <a:pt x="0" y="49148"/>
                  </a:moveTo>
                  <a:lnTo>
                    <a:pt x="272034" y="49148"/>
                  </a:lnTo>
                  <a:lnTo>
                    <a:pt x="272034" y="0"/>
                  </a:lnTo>
                  <a:lnTo>
                    <a:pt x="370332" y="98297"/>
                  </a:lnTo>
                  <a:lnTo>
                    <a:pt x="272034" y="196595"/>
                  </a:lnTo>
                  <a:lnTo>
                    <a:pt x="272034" y="147446"/>
                  </a:lnTo>
                  <a:lnTo>
                    <a:pt x="0" y="147446"/>
                  </a:lnTo>
                  <a:lnTo>
                    <a:pt x="0" y="4914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674620" y="1859279"/>
            <a:ext cx="8498205" cy="3891279"/>
          </a:xfrm>
          <a:custGeom>
            <a:avLst/>
            <a:gdLst/>
            <a:ahLst/>
            <a:cxnLst/>
            <a:rect l="l" t="t" r="r" b="b"/>
            <a:pathLst>
              <a:path w="8498205" h="3891279">
                <a:moveTo>
                  <a:pt x="0" y="3890772"/>
                </a:moveTo>
                <a:lnTo>
                  <a:pt x="8497824" y="3890772"/>
                </a:lnTo>
                <a:lnTo>
                  <a:pt x="8497824" y="0"/>
                </a:lnTo>
                <a:lnTo>
                  <a:pt x="0" y="0"/>
                </a:lnTo>
                <a:lnTo>
                  <a:pt x="0" y="389077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753105" y="1873122"/>
            <a:ext cx="15601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744470" y="2355850"/>
            <a:ext cx="8306434" cy="2308225"/>
            <a:chOff x="2744470" y="2355850"/>
            <a:chExt cx="8306434" cy="2308225"/>
          </a:xfrm>
        </p:grpSpPr>
        <p:sp>
          <p:nvSpPr>
            <p:cNvPr id="5" name="object 5" descr=""/>
            <p:cNvSpPr/>
            <p:nvPr/>
          </p:nvSpPr>
          <p:spPr>
            <a:xfrm>
              <a:off x="2750820" y="2362200"/>
              <a:ext cx="8293734" cy="2295525"/>
            </a:xfrm>
            <a:custGeom>
              <a:avLst/>
              <a:gdLst/>
              <a:ahLst/>
              <a:cxnLst/>
              <a:rect l="l" t="t" r="r" b="b"/>
              <a:pathLst>
                <a:path w="8293734" h="2295525">
                  <a:moveTo>
                    <a:pt x="8293608" y="0"/>
                  </a:moveTo>
                  <a:lnTo>
                    <a:pt x="0" y="0"/>
                  </a:lnTo>
                  <a:lnTo>
                    <a:pt x="0" y="2295144"/>
                  </a:lnTo>
                  <a:lnTo>
                    <a:pt x="8293608" y="2295144"/>
                  </a:lnTo>
                  <a:lnTo>
                    <a:pt x="8293608" y="0"/>
                  </a:lnTo>
                  <a:close/>
                </a:path>
              </a:pathLst>
            </a:custGeom>
            <a:solidFill>
              <a:srgbClr val="F1CD5D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750820" y="2362200"/>
              <a:ext cx="8293734" cy="2295525"/>
            </a:xfrm>
            <a:custGeom>
              <a:avLst/>
              <a:gdLst/>
              <a:ahLst/>
              <a:cxnLst/>
              <a:rect l="l" t="t" r="r" b="b"/>
              <a:pathLst>
                <a:path w="8293734" h="2295525">
                  <a:moveTo>
                    <a:pt x="0" y="2295144"/>
                  </a:moveTo>
                  <a:lnTo>
                    <a:pt x="8293608" y="2295144"/>
                  </a:lnTo>
                  <a:lnTo>
                    <a:pt x="8293608" y="0"/>
                  </a:lnTo>
                  <a:lnTo>
                    <a:pt x="0" y="0"/>
                  </a:lnTo>
                  <a:lnTo>
                    <a:pt x="0" y="2295144"/>
                  </a:lnTo>
                  <a:close/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829305" y="2380615"/>
            <a:ext cx="1480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9B780C"/>
                </a:solidFill>
                <a:latin typeface="Calibri"/>
                <a:cs typeface="Calibri"/>
              </a:rPr>
              <a:t>Matched</a:t>
            </a:r>
            <a:r>
              <a:rPr dirty="0" sz="1800" spc="-100" b="1">
                <a:solidFill>
                  <a:srgbClr val="9B780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9B780C"/>
                </a:solidFill>
                <a:latin typeface="Calibri"/>
                <a:cs typeface="Calibri"/>
              </a:rPr>
              <a:t>Route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EXPRESS: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90"/>
              <a:t> </a:t>
            </a:r>
            <a:r>
              <a:rPr dirty="0" spc="90"/>
              <a:t>REQUEST-</a:t>
            </a:r>
            <a:r>
              <a:rPr dirty="0" spc="-40"/>
              <a:t>RESPONSE</a:t>
            </a:r>
            <a:r>
              <a:rPr dirty="0" spc="-160"/>
              <a:t> </a:t>
            </a:r>
            <a:r>
              <a:rPr dirty="0" spc="-80"/>
              <a:t>CYCLE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905967" y="3392804"/>
            <a:ext cx="862330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9767" y="5059807"/>
            <a:ext cx="101473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165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921510" y="2954782"/>
            <a:ext cx="8407400" cy="2519680"/>
            <a:chOff x="1921510" y="2954782"/>
            <a:chExt cx="8407400" cy="2519680"/>
          </a:xfrm>
        </p:grpSpPr>
        <p:sp>
          <p:nvSpPr>
            <p:cNvPr id="12" name="object 12" descr=""/>
            <p:cNvSpPr/>
            <p:nvPr/>
          </p:nvSpPr>
          <p:spPr>
            <a:xfrm>
              <a:off x="1927860" y="3649980"/>
              <a:ext cx="695325" cy="160020"/>
            </a:xfrm>
            <a:custGeom>
              <a:avLst/>
              <a:gdLst/>
              <a:ahLst/>
              <a:cxnLst/>
              <a:rect l="l" t="t" r="r" b="b"/>
              <a:pathLst>
                <a:path w="695325" h="160020">
                  <a:moveTo>
                    <a:pt x="566165" y="0"/>
                  </a:moveTo>
                  <a:lnTo>
                    <a:pt x="566165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566165" y="120015"/>
                  </a:lnTo>
                  <a:lnTo>
                    <a:pt x="566165" y="160020"/>
                  </a:lnTo>
                  <a:lnTo>
                    <a:pt x="694944" y="80010"/>
                  </a:lnTo>
                  <a:lnTo>
                    <a:pt x="56616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27860" y="3649980"/>
              <a:ext cx="695325" cy="160020"/>
            </a:xfrm>
            <a:custGeom>
              <a:avLst/>
              <a:gdLst/>
              <a:ahLst/>
              <a:cxnLst/>
              <a:rect l="l" t="t" r="r" b="b"/>
              <a:pathLst>
                <a:path w="695325" h="160020">
                  <a:moveTo>
                    <a:pt x="0" y="40005"/>
                  </a:moveTo>
                  <a:lnTo>
                    <a:pt x="566165" y="40005"/>
                  </a:lnTo>
                  <a:lnTo>
                    <a:pt x="566165" y="0"/>
                  </a:lnTo>
                  <a:lnTo>
                    <a:pt x="694944" y="80010"/>
                  </a:lnTo>
                  <a:lnTo>
                    <a:pt x="566165" y="160020"/>
                  </a:lnTo>
                  <a:lnTo>
                    <a:pt x="566165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07992" y="3649980"/>
              <a:ext cx="721360" cy="160020"/>
            </a:xfrm>
            <a:custGeom>
              <a:avLst/>
              <a:gdLst/>
              <a:ahLst/>
              <a:cxnLst/>
              <a:rect l="l" t="t" r="r" b="b"/>
              <a:pathLst>
                <a:path w="721360" h="160020">
                  <a:moveTo>
                    <a:pt x="592074" y="0"/>
                  </a:moveTo>
                  <a:lnTo>
                    <a:pt x="592074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592074" y="120015"/>
                  </a:lnTo>
                  <a:lnTo>
                    <a:pt x="592074" y="160020"/>
                  </a:lnTo>
                  <a:lnTo>
                    <a:pt x="720852" y="80010"/>
                  </a:lnTo>
                  <a:lnTo>
                    <a:pt x="59207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07992" y="3649980"/>
              <a:ext cx="721360" cy="160020"/>
            </a:xfrm>
            <a:custGeom>
              <a:avLst/>
              <a:gdLst/>
              <a:ahLst/>
              <a:cxnLst/>
              <a:rect l="l" t="t" r="r" b="b"/>
              <a:pathLst>
                <a:path w="721360" h="160020">
                  <a:moveTo>
                    <a:pt x="0" y="40005"/>
                  </a:moveTo>
                  <a:lnTo>
                    <a:pt x="592074" y="40005"/>
                  </a:lnTo>
                  <a:lnTo>
                    <a:pt x="592074" y="0"/>
                  </a:lnTo>
                  <a:lnTo>
                    <a:pt x="720852" y="80010"/>
                  </a:lnTo>
                  <a:lnTo>
                    <a:pt x="592074" y="160020"/>
                  </a:lnTo>
                  <a:lnTo>
                    <a:pt x="592074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27860" y="4447032"/>
              <a:ext cx="1993900" cy="1015365"/>
            </a:xfrm>
            <a:custGeom>
              <a:avLst/>
              <a:gdLst/>
              <a:ahLst/>
              <a:cxnLst/>
              <a:rect l="l" t="t" r="r" b="b"/>
              <a:pathLst>
                <a:path w="1993900" h="1015364">
                  <a:moveTo>
                    <a:pt x="1993391" y="0"/>
                  </a:moveTo>
                  <a:lnTo>
                    <a:pt x="1926843" y="0"/>
                  </a:lnTo>
                  <a:lnTo>
                    <a:pt x="1926843" y="533146"/>
                  </a:lnTo>
                  <a:lnTo>
                    <a:pt x="1923902" y="580482"/>
                  </a:lnTo>
                  <a:lnTo>
                    <a:pt x="1915313" y="626066"/>
                  </a:lnTo>
                  <a:lnTo>
                    <a:pt x="1901431" y="669544"/>
                  </a:lnTo>
                  <a:lnTo>
                    <a:pt x="1882610" y="710562"/>
                  </a:lnTo>
                  <a:lnTo>
                    <a:pt x="1859205" y="748766"/>
                  </a:lnTo>
                  <a:lnTo>
                    <a:pt x="1831568" y="783801"/>
                  </a:lnTo>
                  <a:lnTo>
                    <a:pt x="1800055" y="815314"/>
                  </a:lnTo>
                  <a:lnTo>
                    <a:pt x="1765020" y="842951"/>
                  </a:lnTo>
                  <a:lnTo>
                    <a:pt x="1726816" y="866356"/>
                  </a:lnTo>
                  <a:lnTo>
                    <a:pt x="1685798" y="885177"/>
                  </a:lnTo>
                  <a:lnTo>
                    <a:pt x="1642320" y="899059"/>
                  </a:lnTo>
                  <a:lnTo>
                    <a:pt x="1596736" y="907648"/>
                  </a:lnTo>
                  <a:lnTo>
                    <a:pt x="1549400" y="910590"/>
                  </a:lnTo>
                  <a:lnTo>
                    <a:pt x="108331" y="910590"/>
                  </a:lnTo>
                  <a:lnTo>
                    <a:pt x="108331" y="872744"/>
                  </a:lnTo>
                  <a:lnTo>
                    <a:pt x="0" y="943864"/>
                  </a:lnTo>
                  <a:lnTo>
                    <a:pt x="108331" y="1014984"/>
                  </a:lnTo>
                  <a:lnTo>
                    <a:pt x="108331" y="977138"/>
                  </a:lnTo>
                  <a:lnTo>
                    <a:pt x="1549400" y="977138"/>
                  </a:lnTo>
                  <a:lnTo>
                    <a:pt x="1597782" y="974533"/>
                  </a:lnTo>
                  <a:lnTo>
                    <a:pt x="1644654" y="966898"/>
                  </a:lnTo>
                  <a:lnTo>
                    <a:pt x="1689746" y="954505"/>
                  </a:lnTo>
                  <a:lnTo>
                    <a:pt x="1732785" y="937624"/>
                  </a:lnTo>
                  <a:lnTo>
                    <a:pt x="1773503" y="916526"/>
                  </a:lnTo>
                  <a:lnTo>
                    <a:pt x="1811627" y="891481"/>
                  </a:lnTo>
                  <a:lnTo>
                    <a:pt x="1846888" y="862760"/>
                  </a:lnTo>
                  <a:lnTo>
                    <a:pt x="1879014" y="830634"/>
                  </a:lnTo>
                  <a:lnTo>
                    <a:pt x="1907735" y="795373"/>
                  </a:lnTo>
                  <a:lnTo>
                    <a:pt x="1932780" y="757249"/>
                  </a:lnTo>
                  <a:lnTo>
                    <a:pt x="1953878" y="716531"/>
                  </a:lnTo>
                  <a:lnTo>
                    <a:pt x="1970759" y="673492"/>
                  </a:lnTo>
                  <a:lnTo>
                    <a:pt x="1983152" y="628400"/>
                  </a:lnTo>
                  <a:lnTo>
                    <a:pt x="1990787" y="581528"/>
                  </a:lnTo>
                  <a:lnTo>
                    <a:pt x="1993391" y="533146"/>
                  </a:lnTo>
                  <a:lnTo>
                    <a:pt x="1993391" y="0"/>
                  </a:lnTo>
                  <a:close/>
                </a:path>
              </a:pathLst>
            </a:custGeom>
            <a:solidFill>
              <a:srgbClr val="396C7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27860" y="4447032"/>
              <a:ext cx="1993900" cy="1015365"/>
            </a:xfrm>
            <a:custGeom>
              <a:avLst/>
              <a:gdLst/>
              <a:ahLst/>
              <a:cxnLst/>
              <a:rect l="l" t="t" r="r" b="b"/>
              <a:pathLst>
                <a:path w="1993900" h="1015364">
                  <a:moveTo>
                    <a:pt x="1993391" y="0"/>
                  </a:moveTo>
                  <a:lnTo>
                    <a:pt x="1993391" y="533146"/>
                  </a:lnTo>
                  <a:lnTo>
                    <a:pt x="1990787" y="581528"/>
                  </a:lnTo>
                  <a:lnTo>
                    <a:pt x="1983152" y="628400"/>
                  </a:lnTo>
                  <a:lnTo>
                    <a:pt x="1970759" y="673492"/>
                  </a:lnTo>
                  <a:lnTo>
                    <a:pt x="1953878" y="716531"/>
                  </a:lnTo>
                  <a:lnTo>
                    <a:pt x="1932780" y="757249"/>
                  </a:lnTo>
                  <a:lnTo>
                    <a:pt x="1907735" y="795373"/>
                  </a:lnTo>
                  <a:lnTo>
                    <a:pt x="1879014" y="830634"/>
                  </a:lnTo>
                  <a:lnTo>
                    <a:pt x="1846888" y="862760"/>
                  </a:lnTo>
                  <a:lnTo>
                    <a:pt x="1811627" y="891481"/>
                  </a:lnTo>
                  <a:lnTo>
                    <a:pt x="1773503" y="916526"/>
                  </a:lnTo>
                  <a:lnTo>
                    <a:pt x="1732785" y="937624"/>
                  </a:lnTo>
                  <a:lnTo>
                    <a:pt x="1689746" y="954505"/>
                  </a:lnTo>
                  <a:lnTo>
                    <a:pt x="1644654" y="966898"/>
                  </a:lnTo>
                  <a:lnTo>
                    <a:pt x="1597782" y="974533"/>
                  </a:lnTo>
                  <a:lnTo>
                    <a:pt x="1549400" y="977138"/>
                  </a:lnTo>
                  <a:lnTo>
                    <a:pt x="108331" y="977138"/>
                  </a:lnTo>
                  <a:lnTo>
                    <a:pt x="108331" y="1014984"/>
                  </a:lnTo>
                  <a:lnTo>
                    <a:pt x="0" y="943864"/>
                  </a:lnTo>
                  <a:lnTo>
                    <a:pt x="108331" y="872744"/>
                  </a:lnTo>
                  <a:lnTo>
                    <a:pt x="108331" y="910590"/>
                  </a:lnTo>
                  <a:lnTo>
                    <a:pt x="1549400" y="910590"/>
                  </a:lnTo>
                  <a:lnTo>
                    <a:pt x="1596736" y="907648"/>
                  </a:lnTo>
                  <a:lnTo>
                    <a:pt x="1642320" y="899059"/>
                  </a:lnTo>
                  <a:lnTo>
                    <a:pt x="1685798" y="885177"/>
                  </a:lnTo>
                  <a:lnTo>
                    <a:pt x="1726816" y="866356"/>
                  </a:lnTo>
                  <a:lnTo>
                    <a:pt x="1765020" y="842951"/>
                  </a:lnTo>
                  <a:lnTo>
                    <a:pt x="1800055" y="815314"/>
                  </a:lnTo>
                  <a:lnTo>
                    <a:pt x="1831568" y="783801"/>
                  </a:lnTo>
                  <a:lnTo>
                    <a:pt x="1859205" y="748766"/>
                  </a:lnTo>
                  <a:lnTo>
                    <a:pt x="1882610" y="710562"/>
                  </a:lnTo>
                  <a:lnTo>
                    <a:pt x="1901431" y="669544"/>
                  </a:lnTo>
                  <a:lnTo>
                    <a:pt x="1915313" y="626066"/>
                  </a:lnTo>
                  <a:lnTo>
                    <a:pt x="1923902" y="580482"/>
                  </a:lnTo>
                  <a:lnTo>
                    <a:pt x="1926843" y="533146"/>
                  </a:lnTo>
                  <a:lnTo>
                    <a:pt x="1926843" y="0"/>
                  </a:lnTo>
                  <a:lnTo>
                    <a:pt x="1993391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27860" y="4447032"/>
              <a:ext cx="4083050" cy="1015365"/>
            </a:xfrm>
            <a:custGeom>
              <a:avLst/>
              <a:gdLst/>
              <a:ahLst/>
              <a:cxnLst/>
              <a:rect l="l" t="t" r="r" b="b"/>
              <a:pathLst>
                <a:path w="4083050" h="1015364">
                  <a:moveTo>
                    <a:pt x="4082795" y="0"/>
                  </a:moveTo>
                  <a:lnTo>
                    <a:pt x="4016248" y="0"/>
                  </a:lnTo>
                  <a:lnTo>
                    <a:pt x="4016248" y="533146"/>
                  </a:lnTo>
                  <a:lnTo>
                    <a:pt x="4013306" y="580482"/>
                  </a:lnTo>
                  <a:lnTo>
                    <a:pt x="4004717" y="626066"/>
                  </a:lnTo>
                  <a:lnTo>
                    <a:pt x="3990834" y="669544"/>
                  </a:lnTo>
                  <a:lnTo>
                    <a:pt x="3972011" y="710562"/>
                  </a:lnTo>
                  <a:lnTo>
                    <a:pt x="3948601" y="748766"/>
                  </a:lnTo>
                  <a:lnTo>
                    <a:pt x="3920960" y="783801"/>
                  </a:lnTo>
                  <a:lnTo>
                    <a:pt x="3889439" y="815314"/>
                  </a:lnTo>
                  <a:lnTo>
                    <a:pt x="3854394" y="842951"/>
                  </a:lnTo>
                  <a:lnTo>
                    <a:pt x="3816178" y="866356"/>
                  </a:lnTo>
                  <a:lnTo>
                    <a:pt x="3775144" y="885177"/>
                  </a:lnTo>
                  <a:lnTo>
                    <a:pt x="3731647" y="899059"/>
                  </a:lnTo>
                  <a:lnTo>
                    <a:pt x="3686040" y="907648"/>
                  </a:lnTo>
                  <a:lnTo>
                    <a:pt x="3638677" y="910590"/>
                  </a:lnTo>
                  <a:lnTo>
                    <a:pt x="108331" y="910590"/>
                  </a:lnTo>
                  <a:lnTo>
                    <a:pt x="108331" y="872744"/>
                  </a:lnTo>
                  <a:lnTo>
                    <a:pt x="0" y="943864"/>
                  </a:lnTo>
                  <a:lnTo>
                    <a:pt x="108331" y="1014984"/>
                  </a:lnTo>
                  <a:lnTo>
                    <a:pt x="108331" y="977138"/>
                  </a:lnTo>
                  <a:lnTo>
                    <a:pt x="3638677" y="977138"/>
                  </a:lnTo>
                  <a:lnTo>
                    <a:pt x="3687083" y="974533"/>
                  </a:lnTo>
                  <a:lnTo>
                    <a:pt x="3733976" y="966898"/>
                  </a:lnTo>
                  <a:lnTo>
                    <a:pt x="3779085" y="954505"/>
                  </a:lnTo>
                  <a:lnTo>
                    <a:pt x="3822139" y="937624"/>
                  </a:lnTo>
                  <a:lnTo>
                    <a:pt x="3862869" y="916526"/>
                  </a:lnTo>
                  <a:lnTo>
                    <a:pt x="3901004" y="891481"/>
                  </a:lnTo>
                  <a:lnTo>
                    <a:pt x="3936272" y="862760"/>
                  </a:lnTo>
                  <a:lnTo>
                    <a:pt x="3968405" y="830634"/>
                  </a:lnTo>
                  <a:lnTo>
                    <a:pt x="3997130" y="795373"/>
                  </a:lnTo>
                  <a:lnTo>
                    <a:pt x="4022179" y="757249"/>
                  </a:lnTo>
                  <a:lnTo>
                    <a:pt x="4043280" y="716531"/>
                  </a:lnTo>
                  <a:lnTo>
                    <a:pt x="4060162" y="673492"/>
                  </a:lnTo>
                  <a:lnTo>
                    <a:pt x="4072556" y="628400"/>
                  </a:lnTo>
                  <a:lnTo>
                    <a:pt x="4080191" y="581528"/>
                  </a:lnTo>
                  <a:lnTo>
                    <a:pt x="4082795" y="533146"/>
                  </a:lnTo>
                  <a:lnTo>
                    <a:pt x="4082795" y="0"/>
                  </a:lnTo>
                  <a:close/>
                </a:path>
              </a:pathLst>
            </a:custGeom>
            <a:solidFill>
              <a:srgbClr val="396C7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27860" y="4447032"/>
              <a:ext cx="4083050" cy="1015365"/>
            </a:xfrm>
            <a:custGeom>
              <a:avLst/>
              <a:gdLst/>
              <a:ahLst/>
              <a:cxnLst/>
              <a:rect l="l" t="t" r="r" b="b"/>
              <a:pathLst>
                <a:path w="4083050" h="1015364">
                  <a:moveTo>
                    <a:pt x="4082795" y="0"/>
                  </a:moveTo>
                  <a:lnTo>
                    <a:pt x="4082795" y="533146"/>
                  </a:lnTo>
                  <a:lnTo>
                    <a:pt x="4080191" y="581528"/>
                  </a:lnTo>
                  <a:lnTo>
                    <a:pt x="4072556" y="628400"/>
                  </a:lnTo>
                  <a:lnTo>
                    <a:pt x="4060162" y="673492"/>
                  </a:lnTo>
                  <a:lnTo>
                    <a:pt x="4043280" y="716531"/>
                  </a:lnTo>
                  <a:lnTo>
                    <a:pt x="4022179" y="757249"/>
                  </a:lnTo>
                  <a:lnTo>
                    <a:pt x="3997130" y="795373"/>
                  </a:lnTo>
                  <a:lnTo>
                    <a:pt x="3968405" y="830634"/>
                  </a:lnTo>
                  <a:lnTo>
                    <a:pt x="3936272" y="862760"/>
                  </a:lnTo>
                  <a:lnTo>
                    <a:pt x="3901004" y="891481"/>
                  </a:lnTo>
                  <a:lnTo>
                    <a:pt x="3862869" y="916526"/>
                  </a:lnTo>
                  <a:lnTo>
                    <a:pt x="3822139" y="937624"/>
                  </a:lnTo>
                  <a:lnTo>
                    <a:pt x="3779085" y="954505"/>
                  </a:lnTo>
                  <a:lnTo>
                    <a:pt x="3733976" y="966898"/>
                  </a:lnTo>
                  <a:lnTo>
                    <a:pt x="3687083" y="974533"/>
                  </a:lnTo>
                  <a:lnTo>
                    <a:pt x="3638677" y="977138"/>
                  </a:lnTo>
                  <a:lnTo>
                    <a:pt x="108331" y="977138"/>
                  </a:lnTo>
                  <a:lnTo>
                    <a:pt x="108331" y="1014984"/>
                  </a:lnTo>
                  <a:lnTo>
                    <a:pt x="0" y="943864"/>
                  </a:lnTo>
                  <a:lnTo>
                    <a:pt x="108331" y="872744"/>
                  </a:lnTo>
                  <a:lnTo>
                    <a:pt x="108331" y="910590"/>
                  </a:lnTo>
                  <a:lnTo>
                    <a:pt x="3638677" y="910590"/>
                  </a:lnTo>
                  <a:lnTo>
                    <a:pt x="3686040" y="907648"/>
                  </a:lnTo>
                  <a:lnTo>
                    <a:pt x="3731647" y="899059"/>
                  </a:lnTo>
                  <a:lnTo>
                    <a:pt x="3775144" y="885177"/>
                  </a:lnTo>
                  <a:lnTo>
                    <a:pt x="3816178" y="866356"/>
                  </a:lnTo>
                  <a:lnTo>
                    <a:pt x="3854394" y="842951"/>
                  </a:lnTo>
                  <a:lnTo>
                    <a:pt x="3889439" y="815314"/>
                  </a:lnTo>
                  <a:lnTo>
                    <a:pt x="3920960" y="783801"/>
                  </a:lnTo>
                  <a:lnTo>
                    <a:pt x="3948601" y="748766"/>
                  </a:lnTo>
                  <a:lnTo>
                    <a:pt x="3972011" y="710562"/>
                  </a:lnTo>
                  <a:lnTo>
                    <a:pt x="3990834" y="669544"/>
                  </a:lnTo>
                  <a:lnTo>
                    <a:pt x="4004717" y="626066"/>
                  </a:lnTo>
                  <a:lnTo>
                    <a:pt x="4013306" y="580482"/>
                  </a:lnTo>
                  <a:lnTo>
                    <a:pt x="4016248" y="533146"/>
                  </a:lnTo>
                  <a:lnTo>
                    <a:pt x="4016248" y="0"/>
                  </a:lnTo>
                  <a:lnTo>
                    <a:pt x="4082795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27860" y="4454652"/>
              <a:ext cx="6195060" cy="1013460"/>
            </a:xfrm>
            <a:custGeom>
              <a:avLst/>
              <a:gdLst/>
              <a:ahLst/>
              <a:cxnLst/>
              <a:rect l="l" t="t" r="r" b="b"/>
              <a:pathLst>
                <a:path w="6195059" h="1013460">
                  <a:moveTo>
                    <a:pt x="6195060" y="0"/>
                  </a:moveTo>
                  <a:lnTo>
                    <a:pt x="6128639" y="0"/>
                  </a:lnTo>
                  <a:lnTo>
                    <a:pt x="6128639" y="532257"/>
                  </a:lnTo>
                  <a:lnTo>
                    <a:pt x="6125701" y="579534"/>
                  </a:lnTo>
                  <a:lnTo>
                    <a:pt x="6117125" y="625060"/>
                  </a:lnTo>
                  <a:lnTo>
                    <a:pt x="6103264" y="668482"/>
                  </a:lnTo>
                  <a:lnTo>
                    <a:pt x="6084470" y="709446"/>
                  </a:lnTo>
                  <a:lnTo>
                    <a:pt x="6061098" y="747598"/>
                  </a:lnTo>
                  <a:lnTo>
                    <a:pt x="6033501" y="782585"/>
                  </a:lnTo>
                  <a:lnTo>
                    <a:pt x="6002031" y="814055"/>
                  </a:lnTo>
                  <a:lnTo>
                    <a:pt x="5967044" y="841652"/>
                  </a:lnTo>
                  <a:lnTo>
                    <a:pt x="5928892" y="865024"/>
                  </a:lnTo>
                  <a:lnTo>
                    <a:pt x="5887928" y="883818"/>
                  </a:lnTo>
                  <a:lnTo>
                    <a:pt x="5844506" y="897679"/>
                  </a:lnTo>
                  <a:lnTo>
                    <a:pt x="5798980" y="906255"/>
                  </a:lnTo>
                  <a:lnTo>
                    <a:pt x="5751703" y="909193"/>
                  </a:lnTo>
                  <a:lnTo>
                    <a:pt x="108076" y="909193"/>
                  </a:lnTo>
                  <a:lnTo>
                    <a:pt x="108076" y="871474"/>
                  </a:lnTo>
                  <a:lnTo>
                    <a:pt x="0" y="942467"/>
                  </a:lnTo>
                  <a:lnTo>
                    <a:pt x="108076" y="1013460"/>
                  </a:lnTo>
                  <a:lnTo>
                    <a:pt x="108076" y="975614"/>
                  </a:lnTo>
                  <a:lnTo>
                    <a:pt x="5751703" y="975614"/>
                  </a:lnTo>
                  <a:lnTo>
                    <a:pt x="5800011" y="973012"/>
                  </a:lnTo>
                  <a:lnTo>
                    <a:pt x="5846812" y="965387"/>
                  </a:lnTo>
                  <a:lnTo>
                    <a:pt x="5891836" y="953011"/>
                  </a:lnTo>
                  <a:lnTo>
                    <a:pt x="5934813" y="936152"/>
                  </a:lnTo>
                  <a:lnTo>
                    <a:pt x="5975472" y="915082"/>
                  </a:lnTo>
                  <a:lnTo>
                    <a:pt x="6013542" y="890070"/>
                  </a:lnTo>
                  <a:lnTo>
                    <a:pt x="6048753" y="861389"/>
                  </a:lnTo>
                  <a:lnTo>
                    <a:pt x="6080835" y="829307"/>
                  </a:lnTo>
                  <a:lnTo>
                    <a:pt x="6109516" y="794096"/>
                  </a:lnTo>
                  <a:lnTo>
                    <a:pt x="6134528" y="756026"/>
                  </a:lnTo>
                  <a:lnTo>
                    <a:pt x="6155598" y="715367"/>
                  </a:lnTo>
                  <a:lnTo>
                    <a:pt x="6172457" y="672390"/>
                  </a:lnTo>
                  <a:lnTo>
                    <a:pt x="6184833" y="627366"/>
                  </a:lnTo>
                  <a:lnTo>
                    <a:pt x="6192458" y="580565"/>
                  </a:lnTo>
                  <a:lnTo>
                    <a:pt x="6195060" y="532257"/>
                  </a:lnTo>
                  <a:lnTo>
                    <a:pt x="6195060" y="0"/>
                  </a:lnTo>
                  <a:close/>
                </a:path>
              </a:pathLst>
            </a:custGeom>
            <a:solidFill>
              <a:srgbClr val="396C7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927860" y="4454652"/>
              <a:ext cx="6195060" cy="1013460"/>
            </a:xfrm>
            <a:custGeom>
              <a:avLst/>
              <a:gdLst/>
              <a:ahLst/>
              <a:cxnLst/>
              <a:rect l="l" t="t" r="r" b="b"/>
              <a:pathLst>
                <a:path w="6195059" h="1013460">
                  <a:moveTo>
                    <a:pt x="6195060" y="0"/>
                  </a:moveTo>
                  <a:lnTo>
                    <a:pt x="6195060" y="532257"/>
                  </a:lnTo>
                  <a:lnTo>
                    <a:pt x="6192458" y="580565"/>
                  </a:lnTo>
                  <a:lnTo>
                    <a:pt x="6184833" y="627366"/>
                  </a:lnTo>
                  <a:lnTo>
                    <a:pt x="6172457" y="672390"/>
                  </a:lnTo>
                  <a:lnTo>
                    <a:pt x="6155598" y="715367"/>
                  </a:lnTo>
                  <a:lnTo>
                    <a:pt x="6134528" y="756026"/>
                  </a:lnTo>
                  <a:lnTo>
                    <a:pt x="6109516" y="794096"/>
                  </a:lnTo>
                  <a:lnTo>
                    <a:pt x="6080835" y="829307"/>
                  </a:lnTo>
                  <a:lnTo>
                    <a:pt x="6048753" y="861389"/>
                  </a:lnTo>
                  <a:lnTo>
                    <a:pt x="6013542" y="890070"/>
                  </a:lnTo>
                  <a:lnTo>
                    <a:pt x="5975472" y="915082"/>
                  </a:lnTo>
                  <a:lnTo>
                    <a:pt x="5934813" y="936152"/>
                  </a:lnTo>
                  <a:lnTo>
                    <a:pt x="5891836" y="953011"/>
                  </a:lnTo>
                  <a:lnTo>
                    <a:pt x="5846812" y="965387"/>
                  </a:lnTo>
                  <a:lnTo>
                    <a:pt x="5800011" y="973012"/>
                  </a:lnTo>
                  <a:lnTo>
                    <a:pt x="5751703" y="975614"/>
                  </a:lnTo>
                  <a:lnTo>
                    <a:pt x="108076" y="975614"/>
                  </a:lnTo>
                  <a:lnTo>
                    <a:pt x="108076" y="1013460"/>
                  </a:lnTo>
                  <a:lnTo>
                    <a:pt x="0" y="942467"/>
                  </a:lnTo>
                  <a:lnTo>
                    <a:pt x="108076" y="871474"/>
                  </a:lnTo>
                  <a:lnTo>
                    <a:pt x="108076" y="909193"/>
                  </a:lnTo>
                  <a:lnTo>
                    <a:pt x="5751703" y="909193"/>
                  </a:lnTo>
                  <a:lnTo>
                    <a:pt x="5798980" y="906255"/>
                  </a:lnTo>
                  <a:lnTo>
                    <a:pt x="5844506" y="897679"/>
                  </a:lnTo>
                  <a:lnTo>
                    <a:pt x="5887928" y="883818"/>
                  </a:lnTo>
                  <a:lnTo>
                    <a:pt x="5928892" y="865024"/>
                  </a:lnTo>
                  <a:lnTo>
                    <a:pt x="5967044" y="841652"/>
                  </a:lnTo>
                  <a:lnTo>
                    <a:pt x="6002031" y="814055"/>
                  </a:lnTo>
                  <a:lnTo>
                    <a:pt x="6033501" y="782585"/>
                  </a:lnTo>
                  <a:lnTo>
                    <a:pt x="6061098" y="747598"/>
                  </a:lnTo>
                  <a:lnTo>
                    <a:pt x="6084470" y="709446"/>
                  </a:lnTo>
                  <a:lnTo>
                    <a:pt x="6103264" y="668482"/>
                  </a:lnTo>
                  <a:lnTo>
                    <a:pt x="6117125" y="625060"/>
                  </a:lnTo>
                  <a:lnTo>
                    <a:pt x="6125701" y="579534"/>
                  </a:lnTo>
                  <a:lnTo>
                    <a:pt x="6128639" y="532257"/>
                  </a:lnTo>
                  <a:lnTo>
                    <a:pt x="6128639" y="0"/>
                  </a:lnTo>
                  <a:lnTo>
                    <a:pt x="6195060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927860" y="4454652"/>
              <a:ext cx="8394700" cy="1013460"/>
            </a:xfrm>
            <a:custGeom>
              <a:avLst/>
              <a:gdLst/>
              <a:ahLst/>
              <a:cxnLst/>
              <a:rect l="l" t="t" r="r" b="b"/>
              <a:pathLst>
                <a:path w="8394700" h="1013460">
                  <a:moveTo>
                    <a:pt x="8394192" y="0"/>
                  </a:moveTo>
                  <a:lnTo>
                    <a:pt x="8327771" y="0"/>
                  </a:lnTo>
                  <a:lnTo>
                    <a:pt x="8327771" y="532257"/>
                  </a:lnTo>
                  <a:lnTo>
                    <a:pt x="8324833" y="579534"/>
                  </a:lnTo>
                  <a:lnTo>
                    <a:pt x="8316257" y="625060"/>
                  </a:lnTo>
                  <a:lnTo>
                    <a:pt x="8302396" y="668482"/>
                  </a:lnTo>
                  <a:lnTo>
                    <a:pt x="8283602" y="709446"/>
                  </a:lnTo>
                  <a:lnTo>
                    <a:pt x="8260230" y="747598"/>
                  </a:lnTo>
                  <a:lnTo>
                    <a:pt x="8232633" y="782585"/>
                  </a:lnTo>
                  <a:lnTo>
                    <a:pt x="8201163" y="814055"/>
                  </a:lnTo>
                  <a:lnTo>
                    <a:pt x="8166176" y="841652"/>
                  </a:lnTo>
                  <a:lnTo>
                    <a:pt x="8128024" y="865024"/>
                  </a:lnTo>
                  <a:lnTo>
                    <a:pt x="8087060" y="883818"/>
                  </a:lnTo>
                  <a:lnTo>
                    <a:pt x="8043638" y="897679"/>
                  </a:lnTo>
                  <a:lnTo>
                    <a:pt x="7998112" y="906255"/>
                  </a:lnTo>
                  <a:lnTo>
                    <a:pt x="7950834" y="909193"/>
                  </a:lnTo>
                  <a:lnTo>
                    <a:pt x="108076" y="909193"/>
                  </a:lnTo>
                  <a:lnTo>
                    <a:pt x="108076" y="871474"/>
                  </a:lnTo>
                  <a:lnTo>
                    <a:pt x="0" y="942467"/>
                  </a:lnTo>
                  <a:lnTo>
                    <a:pt x="108076" y="1013460"/>
                  </a:lnTo>
                  <a:lnTo>
                    <a:pt x="108076" y="975614"/>
                  </a:lnTo>
                  <a:lnTo>
                    <a:pt x="7950834" y="975614"/>
                  </a:lnTo>
                  <a:lnTo>
                    <a:pt x="7999143" y="973012"/>
                  </a:lnTo>
                  <a:lnTo>
                    <a:pt x="8045944" y="965387"/>
                  </a:lnTo>
                  <a:lnTo>
                    <a:pt x="8090968" y="953011"/>
                  </a:lnTo>
                  <a:lnTo>
                    <a:pt x="8133945" y="936152"/>
                  </a:lnTo>
                  <a:lnTo>
                    <a:pt x="8174604" y="915082"/>
                  </a:lnTo>
                  <a:lnTo>
                    <a:pt x="8212674" y="890070"/>
                  </a:lnTo>
                  <a:lnTo>
                    <a:pt x="8247885" y="861389"/>
                  </a:lnTo>
                  <a:lnTo>
                    <a:pt x="8279967" y="829307"/>
                  </a:lnTo>
                  <a:lnTo>
                    <a:pt x="8308648" y="794096"/>
                  </a:lnTo>
                  <a:lnTo>
                    <a:pt x="8333660" y="756026"/>
                  </a:lnTo>
                  <a:lnTo>
                    <a:pt x="8354730" y="715367"/>
                  </a:lnTo>
                  <a:lnTo>
                    <a:pt x="8371589" y="672390"/>
                  </a:lnTo>
                  <a:lnTo>
                    <a:pt x="8383965" y="627366"/>
                  </a:lnTo>
                  <a:lnTo>
                    <a:pt x="8391590" y="580565"/>
                  </a:lnTo>
                  <a:lnTo>
                    <a:pt x="8394192" y="532257"/>
                  </a:lnTo>
                  <a:lnTo>
                    <a:pt x="839419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927860" y="4454652"/>
              <a:ext cx="8394700" cy="1013460"/>
            </a:xfrm>
            <a:custGeom>
              <a:avLst/>
              <a:gdLst/>
              <a:ahLst/>
              <a:cxnLst/>
              <a:rect l="l" t="t" r="r" b="b"/>
              <a:pathLst>
                <a:path w="8394700" h="1013460">
                  <a:moveTo>
                    <a:pt x="8394192" y="0"/>
                  </a:moveTo>
                  <a:lnTo>
                    <a:pt x="8394192" y="532257"/>
                  </a:lnTo>
                  <a:lnTo>
                    <a:pt x="8391590" y="580565"/>
                  </a:lnTo>
                  <a:lnTo>
                    <a:pt x="8383965" y="627366"/>
                  </a:lnTo>
                  <a:lnTo>
                    <a:pt x="8371589" y="672390"/>
                  </a:lnTo>
                  <a:lnTo>
                    <a:pt x="8354730" y="715367"/>
                  </a:lnTo>
                  <a:lnTo>
                    <a:pt x="8333660" y="756026"/>
                  </a:lnTo>
                  <a:lnTo>
                    <a:pt x="8308648" y="794096"/>
                  </a:lnTo>
                  <a:lnTo>
                    <a:pt x="8279967" y="829307"/>
                  </a:lnTo>
                  <a:lnTo>
                    <a:pt x="8247885" y="861389"/>
                  </a:lnTo>
                  <a:lnTo>
                    <a:pt x="8212674" y="890070"/>
                  </a:lnTo>
                  <a:lnTo>
                    <a:pt x="8174604" y="915082"/>
                  </a:lnTo>
                  <a:lnTo>
                    <a:pt x="8133945" y="936152"/>
                  </a:lnTo>
                  <a:lnTo>
                    <a:pt x="8090968" y="953011"/>
                  </a:lnTo>
                  <a:lnTo>
                    <a:pt x="8045944" y="965387"/>
                  </a:lnTo>
                  <a:lnTo>
                    <a:pt x="7999143" y="973012"/>
                  </a:lnTo>
                  <a:lnTo>
                    <a:pt x="7950834" y="975614"/>
                  </a:lnTo>
                  <a:lnTo>
                    <a:pt x="108076" y="975614"/>
                  </a:lnTo>
                  <a:lnTo>
                    <a:pt x="108076" y="1013460"/>
                  </a:lnTo>
                  <a:lnTo>
                    <a:pt x="0" y="942467"/>
                  </a:lnTo>
                  <a:lnTo>
                    <a:pt x="108076" y="871474"/>
                  </a:lnTo>
                  <a:lnTo>
                    <a:pt x="108076" y="909193"/>
                  </a:lnTo>
                  <a:lnTo>
                    <a:pt x="7950834" y="909193"/>
                  </a:lnTo>
                  <a:lnTo>
                    <a:pt x="7998112" y="906255"/>
                  </a:lnTo>
                  <a:lnTo>
                    <a:pt x="8043638" y="897679"/>
                  </a:lnTo>
                  <a:lnTo>
                    <a:pt x="8087060" y="883818"/>
                  </a:lnTo>
                  <a:lnTo>
                    <a:pt x="8128024" y="865024"/>
                  </a:lnTo>
                  <a:lnTo>
                    <a:pt x="8166176" y="841652"/>
                  </a:lnTo>
                  <a:lnTo>
                    <a:pt x="8201163" y="814055"/>
                  </a:lnTo>
                  <a:lnTo>
                    <a:pt x="8232633" y="782585"/>
                  </a:lnTo>
                  <a:lnTo>
                    <a:pt x="8260230" y="747598"/>
                  </a:lnTo>
                  <a:lnTo>
                    <a:pt x="8283602" y="709446"/>
                  </a:lnTo>
                  <a:lnTo>
                    <a:pt x="8302396" y="668482"/>
                  </a:lnTo>
                  <a:lnTo>
                    <a:pt x="8316257" y="625060"/>
                  </a:lnTo>
                  <a:lnTo>
                    <a:pt x="8324833" y="579534"/>
                  </a:lnTo>
                  <a:lnTo>
                    <a:pt x="8327771" y="532257"/>
                  </a:lnTo>
                  <a:lnTo>
                    <a:pt x="8327771" y="0"/>
                  </a:lnTo>
                  <a:lnTo>
                    <a:pt x="8394192" y="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142488" y="2961132"/>
              <a:ext cx="1365885" cy="1493520"/>
            </a:xfrm>
            <a:custGeom>
              <a:avLst/>
              <a:gdLst/>
              <a:ahLst/>
              <a:cxnLst/>
              <a:rect l="l" t="t" r="r" b="b"/>
              <a:pathLst>
                <a:path w="1365885" h="1493520">
                  <a:moveTo>
                    <a:pt x="1365503" y="0"/>
                  </a:moveTo>
                  <a:lnTo>
                    <a:pt x="0" y="0"/>
                  </a:lnTo>
                  <a:lnTo>
                    <a:pt x="0" y="1493520"/>
                  </a:lnTo>
                  <a:lnTo>
                    <a:pt x="1365503" y="1493520"/>
                  </a:lnTo>
                  <a:lnTo>
                    <a:pt x="1365503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142488" y="2961132"/>
              <a:ext cx="1365885" cy="1493520"/>
            </a:xfrm>
            <a:custGeom>
              <a:avLst/>
              <a:gdLst/>
              <a:ahLst/>
              <a:cxnLst/>
              <a:rect l="l" t="t" r="r" b="b"/>
              <a:pathLst>
                <a:path w="1365885" h="1493520">
                  <a:moveTo>
                    <a:pt x="0" y="1493520"/>
                  </a:moveTo>
                  <a:lnTo>
                    <a:pt x="1365503" y="1493520"/>
                  </a:lnTo>
                  <a:lnTo>
                    <a:pt x="1365503" y="0"/>
                  </a:lnTo>
                  <a:lnTo>
                    <a:pt x="0" y="0"/>
                  </a:lnTo>
                  <a:lnTo>
                    <a:pt x="0" y="149352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269615" y="3268471"/>
            <a:ext cx="1124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422015" y="3817366"/>
            <a:ext cx="821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(logging)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247132" y="2964179"/>
            <a:ext cx="1367155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102235" marR="91440" indent="25400">
              <a:lnSpc>
                <a:spcPct val="200000"/>
              </a:lnSpc>
              <a:spcBef>
                <a:spcPts val="36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(parse</a:t>
            </a:r>
            <a:r>
              <a:rPr dirty="0"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body)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353300" y="2961132"/>
            <a:ext cx="1367155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109220" marR="99695" indent="17780">
              <a:lnSpc>
                <a:spcPct val="200100"/>
              </a:lnSpc>
              <a:spcBef>
                <a:spcPts val="35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(check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auth)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465564" y="2961132"/>
            <a:ext cx="1371600" cy="149352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30"/>
              </a:spcBef>
            </a:pPr>
            <a:endParaRPr sz="180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Route</a:t>
            </a:r>
            <a:endParaRPr sz="1800">
              <a:latin typeface="Calibri"/>
              <a:cs typeface="Calibri"/>
            </a:endParaRPr>
          </a:p>
          <a:p>
            <a:pPr marL="316865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Handler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3149345" y="2757677"/>
            <a:ext cx="7684134" cy="155575"/>
          </a:xfrm>
          <a:custGeom>
            <a:avLst/>
            <a:gdLst/>
            <a:ahLst/>
            <a:cxnLst/>
            <a:rect l="l" t="t" r="r" b="b"/>
            <a:pathLst>
              <a:path w="7684134" h="155575">
                <a:moveTo>
                  <a:pt x="0" y="155448"/>
                </a:moveTo>
                <a:lnTo>
                  <a:pt x="11191" y="125194"/>
                </a:lnTo>
                <a:lnTo>
                  <a:pt x="41719" y="100488"/>
                </a:lnTo>
                <a:lnTo>
                  <a:pt x="87010" y="83831"/>
                </a:lnTo>
                <a:lnTo>
                  <a:pt x="142494" y="77724"/>
                </a:lnTo>
                <a:lnTo>
                  <a:pt x="3699509" y="77724"/>
                </a:lnTo>
                <a:lnTo>
                  <a:pt x="3754993" y="71616"/>
                </a:lnTo>
                <a:lnTo>
                  <a:pt x="3800284" y="54959"/>
                </a:lnTo>
                <a:lnTo>
                  <a:pt x="3830812" y="30253"/>
                </a:lnTo>
                <a:lnTo>
                  <a:pt x="3842004" y="0"/>
                </a:lnTo>
                <a:lnTo>
                  <a:pt x="3853195" y="30253"/>
                </a:lnTo>
                <a:lnTo>
                  <a:pt x="3883723" y="54959"/>
                </a:lnTo>
                <a:lnTo>
                  <a:pt x="3929014" y="71616"/>
                </a:lnTo>
                <a:lnTo>
                  <a:pt x="3984498" y="77724"/>
                </a:lnTo>
                <a:lnTo>
                  <a:pt x="7541513" y="77724"/>
                </a:lnTo>
                <a:lnTo>
                  <a:pt x="7596997" y="83831"/>
                </a:lnTo>
                <a:lnTo>
                  <a:pt x="7642288" y="100488"/>
                </a:lnTo>
                <a:lnTo>
                  <a:pt x="7672816" y="125194"/>
                </a:lnTo>
                <a:lnTo>
                  <a:pt x="7684008" y="155448"/>
                </a:lnTo>
              </a:path>
            </a:pathLst>
          </a:custGeom>
          <a:ln w="38100">
            <a:solidFill>
              <a:srgbClr val="D700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131178" y="2463495"/>
            <a:ext cx="170433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D70031"/>
                </a:solidFill>
                <a:latin typeface="Calibri"/>
                <a:cs typeface="Calibri"/>
              </a:rPr>
              <a:t>Middleware</a:t>
            </a:r>
            <a:r>
              <a:rPr dirty="0" sz="1800" spc="-30" b="1">
                <a:solidFill>
                  <a:srgbClr val="D70031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D70031"/>
                </a:solidFill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532121" y="3299586"/>
            <a:ext cx="6324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next()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609333" y="3643629"/>
            <a:ext cx="732155" cy="172720"/>
            <a:chOff x="6609333" y="3643629"/>
            <a:chExt cx="732155" cy="172720"/>
          </a:xfrm>
        </p:grpSpPr>
        <p:sp>
          <p:nvSpPr>
            <p:cNvPr id="35" name="object 35" descr=""/>
            <p:cNvSpPr/>
            <p:nvPr/>
          </p:nvSpPr>
          <p:spPr>
            <a:xfrm>
              <a:off x="6615683" y="3649979"/>
              <a:ext cx="719455" cy="160020"/>
            </a:xfrm>
            <a:custGeom>
              <a:avLst/>
              <a:gdLst/>
              <a:ahLst/>
              <a:cxnLst/>
              <a:rect l="l" t="t" r="r" b="b"/>
              <a:pathLst>
                <a:path w="719454" h="160020">
                  <a:moveTo>
                    <a:pt x="590550" y="0"/>
                  </a:moveTo>
                  <a:lnTo>
                    <a:pt x="590550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590550" y="120015"/>
                  </a:lnTo>
                  <a:lnTo>
                    <a:pt x="590550" y="160020"/>
                  </a:lnTo>
                  <a:lnTo>
                    <a:pt x="719327" y="80010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615683" y="3649979"/>
              <a:ext cx="719455" cy="160020"/>
            </a:xfrm>
            <a:custGeom>
              <a:avLst/>
              <a:gdLst/>
              <a:ahLst/>
              <a:cxnLst/>
              <a:rect l="l" t="t" r="r" b="b"/>
              <a:pathLst>
                <a:path w="719454" h="160020">
                  <a:moveTo>
                    <a:pt x="0" y="40005"/>
                  </a:moveTo>
                  <a:lnTo>
                    <a:pt x="590550" y="40005"/>
                  </a:lnTo>
                  <a:lnTo>
                    <a:pt x="590550" y="0"/>
                  </a:lnTo>
                  <a:lnTo>
                    <a:pt x="719327" y="80010"/>
                  </a:lnTo>
                  <a:lnTo>
                    <a:pt x="590550" y="160020"/>
                  </a:lnTo>
                  <a:lnTo>
                    <a:pt x="590550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6638925" y="3299586"/>
            <a:ext cx="6324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next()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8712454" y="3639058"/>
            <a:ext cx="734060" cy="172720"/>
            <a:chOff x="8712454" y="3639058"/>
            <a:chExt cx="734060" cy="172720"/>
          </a:xfrm>
        </p:grpSpPr>
        <p:sp>
          <p:nvSpPr>
            <p:cNvPr id="39" name="object 39" descr=""/>
            <p:cNvSpPr/>
            <p:nvPr/>
          </p:nvSpPr>
          <p:spPr>
            <a:xfrm>
              <a:off x="8718804" y="3645408"/>
              <a:ext cx="721360" cy="160020"/>
            </a:xfrm>
            <a:custGeom>
              <a:avLst/>
              <a:gdLst/>
              <a:ahLst/>
              <a:cxnLst/>
              <a:rect l="l" t="t" r="r" b="b"/>
              <a:pathLst>
                <a:path w="721359" h="160020">
                  <a:moveTo>
                    <a:pt x="592074" y="0"/>
                  </a:moveTo>
                  <a:lnTo>
                    <a:pt x="592074" y="40005"/>
                  </a:lnTo>
                  <a:lnTo>
                    <a:pt x="0" y="40005"/>
                  </a:lnTo>
                  <a:lnTo>
                    <a:pt x="0" y="120015"/>
                  </a:lnTo>
                  <a:lnTo>
                    <a:pt x="592074" y="120015"/>
                  </a:lnTo>
                  <a:lnTo>
                    <a:pt x="592074" y="160020"/>
                  </a:lnTo>
                  <a:lnTo>
                    <a:pt x="720851" y="80010"/>
                  </a:lnTo>
                  <a:lnTo>
                    <a:pt x="59207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718804" y="3645408"/>
              <a:ext cx="721360" cy="160020"/>
            </a:xfrm>
            <a:custGeom>
              <a:avLst/>
              <a:gdLst/>
              <a:ahLst/>
              <a:cxnLst/>
              <a:rect l="l" t="t" r="r" b="b"/>
              <a:pathLst>
                <a:path w="721359" h="160020">
                  <a:moveTo>
                    <a:pt x="0" y="40005"/>
                  </a:moveTo>
                  <a:lnTo>
                    <a:pt x="592074" y="40005"/>
                  </a:lnTo>
                  <a:lnTo>
                    <a:pt x="592074" y="0"/>
                  </a:lnTo>
                  <a:lnTo>
                    <a:pt x="720851" y="80010"/>
                  </a:lnTo>
                  <a:lnTo>
                    <a:pt x="592074" y="160020"/>
                  </a:lnTo>
                  <a:lnTo>
                    <a:pt x="592074" y="120015"/>
                  </a:lnTo>
                  <a:lnTo>
                    <a:pt x="0" y="120015"/>
                  </a:lnTo>
                  <a:lnTo>
                    <a:pt x="0" y="4000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8743315" y="3295650"/>
            <a:ext cx="6324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next()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47" name="object 4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42" name="object 42" descr=""/>
          <p:cNvSpPr txBox="1"/>
          <p:nvPr/>
        </p:nvSpPr>
        <p:spPr>
          <a:xfrm>
            <a:off x="8915781" y="4837302"/>
            <a:ext cx="12515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res.render()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743192" y="4834890"/>
            <a:ext cx="1049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res.send()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785486" y="4834890"/>
            <a:ext cx="1049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res.send()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2730754" y="4834890"/>
            <a:ext cx="10502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res.send()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HANDLING</a:t>
            </a:r>
            <a:r>
              <a:rPr dirty="0" spc="45"/>
              <a:t> </a:t>
            </a:r>
            <a:r>
              <a:rPr dirty="0" spc="-145"/>
              <a:t>ERRORS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It’s</a:t>
            </a:r>
            <a:r>
              <a:rPr dirty="0" spc="-95"/>
              <a:t> </a:t>
            </a:r>
            <a:r>
              <a:rPr dirty="0"/>
              <a:t>important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95"/>
              <a:t> </a:t>
            </a:r>
            <a:r>
              <a:rPr dirty="0"/>
              <a:t>make</a:t>
            </a:r>
            <a:r>
              <a:rPr dirty="0" spc="-110"/>
              <a:t> </a:t>
            </a:r>
            <a:r>
              <a:rPr dirty="0"/>
              <a:t>sure</a:t>
            </a:r>
            <a:r>
              <a:rPr dirty="0" spc="-75"/>
              <a:t> </a:t>
            </a:r>
            <a:r>
              <a:rPr dirty="0"/>
              <a:t>that</a:t>
            </a:r>
            <a:r>
              <a:rPr dirty="0" spc="-95"/>
              <a:t> </a:t>
            </a:r>
            <a:r>
              <a:rPr dirty="0"/>
              <a:t>any</a:t>
            </a:r>
            <a:r>
              <a:rPr dirty="0" spc="-85"/>
              <a:t> </a:t>
            </a:r>
            <a:r>
              <a:rPr dirty="0"/>
              <a:t>error</a:t>
            </a:r>
            <a:r>
              <a:rPr dirty="0" spc="-95"/>
              <a:t> </a:t>
            </a:r>
            <a:r>
              <a:rPr dirty="0"/>
              <a:t>occurring</a:t>
            </a:r>
            <a:r>
              <a:rPr dirty="0" spc="-85"/>
              <a:t> </a:t>
            </a:r>
            <a:r>
              <a:rPr dirty="0"/>
              <a:t>when</a:t>
            </a:r>
            <a:r>
              <a:rPr dirty="0" spc="-90"/>
              <a:t> </a:t>
            </a:r>
            <a:r>
              <a:rPr dirty="0" spc="-10"/>
              <a:t>processing 	middlewares</a:t>
            </a:r>
            <a:r>
              <a:rPr dirty="0" spc="-60"/>
              <a:t> </a:t>
            </a:r>
            <a:r>
              <a:rPr dirty="0"/>
              <a:t>or</a:t>
            </a:r>
            <a:r>
              <a:rPr dirty="0" spc="-75"/>
              <a:t> </a:t>
            </a:r>
            <a:r>
              <a:rPr dirty="0"/>
              <a:t>routes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properly</a:t>
            </a:r>
            <a:r>
              <a:rPr dirty="0" spc="-65"/>
              <a:t> </a:t>
            </a:r>
            <a:r>
              <a:rPr dirty="0"/>
              <a:t>handled</a:t>
            </a:r>
            <a:r>
              <a:rPr dirty="0" spc="-55"/>
              <a:t> </a:t>
            </a:r>
            <a:r>
              <a:rPr dirty="0"/>
              <a:t>by</a:t>
            </a:r>
            <a:r>
              <a:rPr dirty="0" spc="-70"/>
              <a:t> </a:t>
            </a:r>
            <a:r>
              <a:rPr dirty="0" spc="-10"/>
              <a:t>Express.</a:t>
            </a:r>
          </a:p>
          <a:p>
            <a:pPr marL="240029" marR="55245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If</a:t>
            </a:r>
            <a:r>
              <a:rPr dirty="0" spc="-85"/>
              <a:t> </a:t>
            </a:r>
            <a:r>
              <a:rPr dirty="0"/>
              <a:t>an</a:t>
            </a:r>
            <a:r>
              <a:rPr dirty="0" spc="-60"/>
              <a:t> </a:t>
            </a:r>
            <a:r>
              <a:rPr dirty="0"/>
              <a:t>error</a:t>
            </a:r>
            <a:r>
              <a:rPr dirty="0" spc="-7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thrown</a:t>
            </a:r>
            <a:r>
              <a:rPr dirty="0" spc="-45"/>
              <a:t> </a:t>
            </a:r>
            <a:r>
              <a:rPr dirty="0"/>
              <a:t>during</a:t>
            </a:r>
            <a:r>
              <a:rPr dirty="0" spc="-50"/>
              <a:t> </a:t>
            </a:r>
            <a:r>
              <a:rPr dirty="0" spc="-10"/>
              <a:t>synchronous</a:t>
            </a:r>
            <a:r>
              <a:rPr dirty="0" spc="-15"/>
              <a:t> </a:t>
            </a:r>
            <a:r>
              <a:rPr dirty="0"/>
              <a:t>code</a:t>
            </a:r>
            <a:r>
              <a:rPr dirty="0" spc="-75"/>
              <a:t> </a:t>
            </a:r>
            <a:r>
              <a:rPr dirty="0" spc="-10"/>
              <a:t>execution</a:t>
            </a:r>
            <a:r>
              <a:rPr dirty="0" spc="-55"/>
              <a:t> </a:t>
            </a:r>
            <a:r>
              <a:rPr dirty="0"/>
              <a:t>it</a:t>
            </a:r>
            <a:r>
              <a:rPr dirty="0" spc="-70"/>
              <a:t> </a:t>
            </a:r>
            <a:r>
              <a:rPr dirty="0"/>
              <a:t>will</a:t>
            </a:r>
            <a:r>
              <a:rPr dirty="0" spc="-70"/>
              <a:t> </a:t>
            </a:r>
            <a:r>
              <a:rPr dirty="0" spc="-25"/>
              <a:t>be </a:t>
            </a:r>
            <a:r>
              <a:rPr dirty="0" spc="-25"/>
              <a:t>	</a:t>
            </a:r>
            <a:r>
              <a:rPr dirty="0" spc="-10"/>
              <a:t>automatically</a:t>
            </a:r>
            <a:r>
              <a:rPr dirty="0" spc="-100"/>
              <a:t> </a:t>
            </a:r>
            <a:r>
              <a:rPr dirty="0"/>
              <a:t>caught</a:t>
            </a:r>
            <a:r>
              <a:rPr dirty="0" spc="-80"/>
              <a:t> </a:t>
            </a:r>
            <a:r>
              <a:rPr dirty="0"/>
              <a:t>by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/>
              <a:t>Express</a:t>
            </a:r>
            <a:r>
              <a:rPr dirty="0" spc="-80"/>
              <a:t> </a:t>
            </a:r>
            <a:r>
              <a:rPr dirty="0"/>
              <a:t>default</a:t>
            </a:r>
            <a:r>
              <a:rPr dirty="0" spc="-85"/>
              <a:t> </a:t>
            </a:r>
            <a:r>
              <a:rPr dirty="0"/>
              <a:t>error</a:t>
            </a:r>
            <a:r>
              <a:rPr dirty="0" spc="-85"/>
              <a:t> </a:t>
            </a:r>
            <a:r>
              <a:rPr dirty="0" spc="-10"/>
              <a:t>handler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486655"/>
            <a:ext cx="5506720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"/error"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throw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"An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occurred"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968807" y="3507866"/>
            <a:ext cx="4324350" cy="2678430"/>
            <a:chOff x="6968807" y="3507866"/>
            <a:chExt cx="4324350" cy="26784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8395" y="3517391"/>
              <a:ext cx="4305300" cy="265938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973569" y="3512629"/>
              <a:ext cx="4314825" cy="2668905"/>
            </a:xfrm>
            <a:custGeom>
              <a:avLst/>
              <a:gdLst/>
              <a:ahLst/>
              <a:cxnLst/>
              <a:rect l="l" t="t" r="r" b="b"/>
              <a:pathLst>
                <a:path w="4314825" h="2668904">
                  <a:moveTo>
                    <a:pt x="0" y="2668905"/>
                  </a:moveTo>
                  <a:lnTo>
                    <a:pt x="4314825" y="2668905"/>
                  </a:lnTo>
                  <a:lnTo>
                    <a:pt x="4314825" y="0"/>
                  </a:lnTo>
                  <a:lnTo>
                    <a:pt x="0" y="0"/>
                  </a:lnTo>
                  <a:lnTo>
                    <a:pt x="0" y="266890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HANDLING</a:t>
            </a:r>
            <a:r>
              <a:rPr dirty="0" spc="45"/>
              <a:t> </a:t>
            </a:r>
            <a:r>
              <a:rPr dirty="0" spc="-145"/>
              <a:t>ERRORS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57707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asynchronous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invoked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next()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787395"/>
            <a:ext cx="1042733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'/readfile'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fs.readFile(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'/file-does-not-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exist'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(err,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data)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 </a:t>
            </a:r>
            <a:r>
              <a:rPr dirty="0" sz="1800" spc="-6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(err)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next(err)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Pass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errors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Express.</a:t>
            </a:r>
            <a:endParaRPr sz="1800">
              <a:latin typeface="Consolas"/>
              <a:cs typeface="Consolas"/>
            </a:endParaRPr>
          </a:p>
          <a:p>
            <a:pPr marL="843280" marR="7820659" indent="-25146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res.send(data)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HANDLING</a:t>
            </a:r>
            <a:r>
              <a:rPr dirty="0" spc="-95"/>
              <a:t> </a:t>
            </a:r>
            <a:r>
              <a:rPr dirty="0" spc="-150"/>
              <a:t>ERRORS</a:t>
            </a:r>
            <a:r>
              <a:rPr dirty="0" spc="-50"/>
              <a:t> </a:t>
            </a:r>
            <a:r>
              <a:rPr dirty="0" spc="-100"/>
              <a:t>(IN</a:t>
            </a:r>
            <a:r>
              <a:rPr dirty="0" spc="-70"/>
              <a:t> </a:t>
            </a:r>
            <a:r>
              <a:rPr dirty="0" spc="-150"/>
              <a:t>EXPRESS</a:t>
            </a:r>
            <a:r>
              <a:rPr dirty="0" spc="-70"/>
              <a:t> </a:t>
            </a:r>
            <a:r>
              <a:rPr dirty="0" spc="-25"/>
              <a:t>5)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Starting</a:t>
            </a:r>
            <a:r>
              <a:rPr dirty="0" spc="-100"/>
              <a:t> </a:t>
            </a:r>
            <a:r>
              <a:rPr dirty="0"/>
              <a:t>from</a:t>
            </a:r>
            <a:r>
              <a:rPr dirty="0" spc="-85"/>
              <a:t> </a:t>
            </a:r>
            <a:r>
              <a:rPr dirty="0"/>
              <a:t>Express</a:t>
            </a:r>
            <a:r>
              <a:rPr dirty="0" spc="-80"/>
              <a:t> </a:t>
            </a:r>
            <a:r>
              <a:rPr dirty="0"/>
              <a:t>5</a:t>
            </a:r>
            <a:r>
              <a:rPr dirty="0" spc="-100"/>
              <a:t> </a:t>
            </a:r>
            <a:r>
              <a:rPr dirty="0"/>
              <a:t>(currently</a:t>
            </a:r>
            <a:r>
              <a:rPr dirty="0" spc="-65"/>
              <a:t> </a:t>
            </a:r>
            <a:r>
              <a:rPr dirty="0"/>
              <a:t>still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/>
              <a:t>beta),</a:t>
            </a:r>
            <a:r>
              <a:rPr dirty="0" spc="-80"/>
              <a:t> </a:t>
            </a:r>
            <a:r>
              <a:rPr dirty="0"/>
              <a:t>route</a:t>
            </a:r>
            <a:r>
              <a:rPr dirty="0" spc="-95"/>
              <a:t> </a:t>
            </a:r>
            <a:r>
              <a:rPr dirty="0"/>
              <a:t>handlers</a:t>
            </a:r>
            <a:r>
              <a:rPr dirty="0" spc="-65"/>
              <a:t> 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 spc="-10"/>
              <a:t>middlewares</a:t>
            </a:r>
            <a:r>
              <a:rPr dirty="0" spc="-55"/>
              <a:t> </a:t>
            </a:r>
            <a:r>
              <a:rPr dirty="0"/>
              <a:t>that</a:t>
            </a:r>
            <a:r>
              <a:rPr dirty="0" spc="-65"/>
              <a:t> </a:t>
            </a:r>
            <a:r>
              <a:rPr dirty="0"/>
              <a:t>return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/>
              <a:t>promise</a:t>
            </a:r>
            <a:r>
              <a:rPr dirty="0" spc="-45"/>
              <a:t> </a:t>
            </a:r>
            <a:r>
              <a:rPr dirty="0"/>
              <a:t>will</a:t>
            </a:r>
            <a:r>
              <a:rPr dirty="0" spc="-70"/>
              <a:t> </a:t>
            </a:r>
            <a:r>
              <a:rPr dirty="0" spc="-10"/>
              <a:t>automatically</a:t>
            </a:r>
            <a:r>
              <a:rPr dirty="0" spc="-75"/>
              <a:t> </a:t>
            </a:r>
            <a:r>
              <a:rPr dirty="0"/>
              <a:t>call</a:t>
            </a:r>
            <a:r>
              <a:rPr dirty="0" spc="-75"/>
              <a:t> </a:t>
            </a:r>
            <a:r>
              <a:rPr dirty="0" spc="-10" b="1">
                <a:latin typeface="Calibri"/>
                <a:cs typeface="Calibri"/>
              </a:rPr>
              <a:t>next(value) </a:t>
            </a:r>
            <a:r>
              <a:rPr dirty="0" spc="-10" b="1">
                <a:latin typeface="Calibri"/>
                <a:cs typeface="Calibri"/>
              </a:rPr>
              <a:t>	</a:t>
            </a:r>
            <a:r>
              <a:rPr dirty="0"/>
              <a:t>when</a:t>
            </a:r>
            <a:r>
              <a:rPr dirty="0" spc="-65"/>
              <a:t> </a:t>
            </a:r>
            <a:r>
              <a:rPr dirty="0"/>
              <a:t>they</a:t>
            </a:r>
            <a:r>
              <a:rPr dirty="0" spc="-65"/>
              <a:t> </a:t>
            </a:r>
            <a:r>
              <a:rPr dirty="0"/>
              <a:t>reject</a:t>
            </a:r>
            <a:r>
              <a:rPr dirty="0" spc="-65"/>
              <a:t> </a:t>
            </a:r>
            <a:r>
              <a:rPr dirty="0"/>
              <a:t>or</a:t>
            </a:r>
            <a:r>
              <a:rPr dirty="0" spc="-70"/>
              <a:t> </a:t>
            </a:r>
            <a:r>
              <a:rPr dirty="0"/>
              <a:t>throw</a:t>
            </a:r>
            <a:r>
              <a:rPr dirty="0" spc="-60"/>
              <a:t> </a:t>
            </a:r>
            <a:r>
              <a:rPr dirty="0"/>
              <a:t>an</a:t>
            </a:r>
            <a:r>
              <a:rPr dirty="0" spc="-55"/>
              <a:t> </a:t>
            </a:r>
            <a:r>
              <a:rPr dirty="0" spc="-10"/>
              <a:t>error.</a:t>
            </a: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So,</a:t>
            </a:r>
            <a:r>
              <a:rPr dirty="0" spc="-55"/>
              <a:t> </a:t>
            </a:r>
            <a:r>
              <a:rPr dirty="0"/>
              <a:t>we</a:t>
            </a:r>
            <a:r>
              <a:rPr dirty="0" spc="-50"/>
              <a:t> </a:t>
            </a:r>
            <a:r>
              <a:rPr dirty="0"/>
              <a:t>won’t</a:t>
            </a:r>
            <a:r>
              <a:rPr dirty="0" spc="-50"/>
              <a:t> </a:t>
            </a:r>
            <a:r>
              <a:rPr dirty="0"/>
              <a:t>need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do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55"/>
              <a:t> </a:t>
            </a:r>
            <a:r>
              <a:rPr dirty="0" spc="-10"/>
              <a:t>explicitly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726179"/>
            <a:ext cx="10427335" cy="12014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342265" marR="4310380" indent="-250190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'/user/:id'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getUserById(req.params.id) res.send(user)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ERROR</a:t>
            </a:r>
            <a:r>
              <a:rPr dirty="0" spc="-114"/>
              <a:t> </a:t>
            </a:r>
            <a:r>
              <a:rPr dirty="0" spc="-10"/>
              <a:t>HANDLERS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847580" cy="185928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error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handler.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prints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stack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development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mode.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custom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error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well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special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60520"/>
            <a:ext cx="5631180" cy="12014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342265" marR="141605" indent="-250190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latin typeface="Consolas"/>
                <a:cs typeface="Consolas"/>
              </a:rPr>
              <a:t>app.use((err,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console.error(err.stack); </a:t>
            </a:r>
            <a:r>
              <a:rPr dirty="0" sz="1800">
                <a:latin typeface="Consolas"/>
                <a:cs typeface="Consolas"/>
              </a:rPr>
              <a:t>res.status(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500</a:t>
            </a:r>
            <a:r>
              <a:rPr dirty="0" sz="1800">
                <a:latin typeface="Consolas"/>
                <a:cs typeface="Consolas"/>
              </a:rPr>
              <a:t>).send(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'Something</a:t>
            </a:r>
            <a:r>
              <a:rPr dirty="0" sz="1800" spc="-1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broke!'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764591" y="3936047"/>
            <a:ext cx="4554855" cy="1649730"/>
            <a:chOff x="6764591" y="3936047"/>
            <a:chExt cx="4554855" cy="16497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4180" y="3945635"/>
              <a:ext cx="4535424" cy="163067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769354" y="3940809"/>
              <a:ext cx="4545330" cy="1640205"/>
            </a:xfrm>
            <a:custGeom>
              <a:avLst/>
              <a:gdLst/>
              <a:ahLst/>
              <a:cxnLst/>
              <a:rect l="l" t="t" r="r" b="b"/>
              <a:pathLst>
                <a:path w="4545330" h="1640204">
                  <a:moveTo>
                    <a:pt x="0" y="1640204"/>
                  </a:moveTo>
                  <a:lnTo>
                    <a:pt x="4544949" y="1640204"/>
                  </a:lnTo>
                  <a:lnTo>
                    <a:pt x="4544949" y="0"/>
                  </a:lnTo>
                  <a:lnTo>
                    <a:pt x="0" y="0"/>
                  </a:lnTo>
                  <a:lnTo>
                    <a:pt x="0" y="1640204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667512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0"/>
              <a:t>USEFUL</a:t>
            </a:r>
            <a:r>
              <a:rPr dirty="0" sz="4800" spc="-310"/>
              <a:t> </a:t>
            </a:r>
            <a:r>
              <a:rPr dirty="0" sz="4800" spc="-145"/>
              <a:t>MIDDLEWARE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EXPRESS.STATIC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568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express.static</a:t>
            </a:r>
            <a:r>
              <a:rPr dirty="0" sz="28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3579367"/>
            <a:ext cx="995045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req.url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determine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matches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root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directory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A21515"/>
                </a:solidFill>
                <a:latin typeface="Consolas"/>
                <a:cs typeface="Consolas"/>
              </a:rPr>
              <a:t>public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346960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Register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built-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express.static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middleware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serve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static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files.</a:t>
            </a:r>
            <a:endParaRPr sz="1800">
              <a:latin typeface="Consolas"/>
              <a:cs typeface="Consolas"/>
            </a:endParaRPr>
          </a:p>
          <a:p>
            <a:pPr marL="92075" marR="1678939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All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/public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directory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will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served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static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files. </a:t>
            </a:r>
            <a:r>
              <a:rPr dirty="0" sz="1800" spc="-10">
                <a:latin typeface="Consolas"/>
                <a:cs typeface="Consolas"/>
              </a:rPr>
              <a:t>app.use(express.static(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"public"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EXPRESS.URLENCODED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73264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express.urlencoded</a:t>
            </a:r>
            <a:r>
              <a:rPr dirty="0" sz="28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parses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body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incoming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urlencoded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payloads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427732"/>
            <a:ext cx="10427335" cy="2586355"/>
          </a:xfrm>
          <a:custGeom>
            <a:avLst/>
            <a:gdLst/>
            <a:ahLst/>
            <a:cxnLst/>
            <a:rect l="l" t="t" r="r" b="b"/>
            <a:pathLst>
              <a:path w="10427335" h="2586354">
                <a:moveTo>
                  <a:pt x="0" y="2586228"/>
                </a:moveTo>
                <a:lnTo>
                  <a:pt x="10427208" y="2586228"/>
                </a:lnTo>
                <a:lnTo>
                  <a:pt x="10427208" y="0"/>
                </a:lnTo>
                <a:lnTo>
                  <a:pt x="0" y="0"/>
                </a:lnTo>
                <a:lnTo>
                  <a:pt x="0" y="258622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448305"/>
            <a:ext cx="904875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Parses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url-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encoded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body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(e.g.: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those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requests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submitted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via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forms)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makes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parameters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available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req.body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object.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app.use(express.urlencoded({extended:</a:t>
            </a:r>
            <a:r>
              <a:rPr dirty="0" sz="1800" spc="-1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}))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"/form"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res.render(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"form"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app.post(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"/form"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`msg=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req.body.msg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;</a:t>
            </a:r>
            <a:r>
              <a:rPr dirty="0" sz="1800" spc="-1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num=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req.body.num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5125211"/>
            <a:ext cx="458279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h1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Form</a:t>
            </a:r>
            <a:endParaRPr sz="1800">
              <a:latin typeface="Consolas"/>
              <a:cs typeface="Consolas"/>
            </a:endParaRPr>
          </a:p>
          <a:p>
            <a:pPr marL="342265" marR="220345" indent="-25019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form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"/form"</a:t>
            </a:r>
            <a:r>
              <a:rPr dirty="0" sz="1800" spc="-1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"POST"</a:t>
            </a:r>
            <a:r>
              <a:rPr dirty="0" sz="1800" spc="-10">
                <a:latin typeface="Consolas"/>
                <a:cs typeface="Consolas"/>
              </a:rPr>
              <a:t>)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input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"text"</a:t>
            </a:r>
            <a:r>
              <a:rPr dirty="0" sz="1800" spc="-8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"msg"</a:t>
            </a:r>
            <a:r>
              <a:rPr dirty="0" sz="1800" spc="-10">
                <a:latin typeface="Consolas"/>
                <a:cs typeface="Consolas"/>
              </a:rPr>
              <a:t>)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input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"number"</a:t>
            </a:r>
            <a:r>
              <a:rPr dirty="0" sz="1800" spc="-10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"num"</a:t>
            </a:r>
            <a:r>
              <a:rPr dirty="0" sz="1800" spc="-10">
                <a:latin typeface="Consolas"/>
                <a:cs typeface="Consolas"/>
              </a:rPr>
              <a:t>)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input</a:t>
            </a:r>
            <a:r>
              <a:rPr dirty="0" sz="1800" spc="-10">
                <a:latin typeface="Consolas"/>
                <a:cs typeface="Consolas"/>
              </a:rPr>
              <a:t>(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"submit"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537771" y="5115686"/>
            <a:ext cx="5781675" cy="1496060"/>
            <a:chOff x="5537771" y="5115686"/>
            <a:chExt cx="5781675" cy="149606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7360" y="5125211"/>
              <a:ext cx="2839212" cy="147675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542534" y="5120449"/>
              <a:ext cx="2849245" cy="1486535"/>
            </a:xfrm>
            <a:custGeom>
              <a:avLst/>
              <a:gdLst/>
              <a:ahLst/>
              <a:cxnLst/>
              <a:rect l="l" t="t" r="r" b="b"/>
              <a:pathLst>
                <a:path w="2849245" h="1486534">
                  <a:moveTo>
                    <a:pt x="0" y="1486281"/>
                  </a:moveTo>
                  <a:lnTo>
                    <a:pt x="2848737" y="1486281"/>
                  </a:lnTo>
                  <a:lnTo>
                    <a:pt x="2848737" y="0"/>
                  </a:lnTo>
                  <a:lnTo>
                    <a:pt x="0" y="0"/>
                  </a:lnTo>
                  <a:lnTo>
                    <a:pt x="0" y="1486281"/>
                  </a:lnTo>
                  <a:close/>
                </a:path>
              </a:pathLst>
            </a:custGeom>
            <a:ln w="9524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0392" y="5125211"/>
              <a:ext cx="2839211" cy="147675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465566" y="5120449"/>
              <a:ext cx="2849245" cy="1486535"/>
            </a:xfrm>
            <a:custGeom>
              <a:avLst/>
              <a:gdLst/>
              <a:ahLst/>
              <a:cxnLst/>
              <a:rect l="l" t="t" r="r" b="b"/>
              <a:pathLst>
                <a:path w="2849245" h="1486534">
                  <a:moveTo>
                    <a:pt x="0" y="1486281"/>
                  </a:moveTo>
                  <a:lnTo>
                    <a:pt x="2848737" y="1486281"/>
                  </a:lnTo>
                  <a:lnTo>
                    <a:pt x="2848737" y="0"/>
                  </a:lnTo>
                  <a:lnTo>
                    <a:pt x="0" y="0"/>
                  </a:lnTo>
                  <a:lnTo>
                    <a:pt x="0" y="1486281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227314" y="6116383"/>
              <a:ext cx="457200" cy="85725"/>
            </a:xfrm>
            <a:custGeom>
              <a:avLst/>
              <a:gdLst/>
              <a:ahLst/>
              <a:cxnLst/>
              <a:rect l="l" t="t" r="r" b="b"/>
              <a:pathLst>
                <a:path w="457200" h="85725">
                  <a:moveTo>
                    <a:pt x="371475" y="0"/>
                  </a:moveTo>
                  <a:lnTo>
                    <a:pt x="371475" y="85724"/>
                  </a:lnTo>
                  <a:lnTo>
                    <a:pt x="428625" y="57149"/>
                  </a:lnTo>
                  <a:lnTo>
                    <a:pt x="385699" y="57149"/>
                  </a:lnTo>
                  <a:lnTo>
                    <a:pt x="385699" y="28574"/>
                  </a:lnTo>
                  <a:lnTo>
                    <a:pt x="428625" y="28574"/>
                  </a:lnTo>
                  <a:lnTo>
                    <a:pt x="371475" y="0"/>
                  </a:lnTo>
                  <a:close/>
                </a:path>
                <a:path w="457200" h="85725">
                  <a:moveTo>
                    <a:pt x="371475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371475" y="57149"/>
                  </a:lnTo>
                  <a:lnTo>
                    <a:pt x="371475" y="28574"/>
                  </a:lnTo>
                  <a:close/>
                </a:path>
                <a:path w="457200" h="85725">
                  <a:moveTo>
                    <a:pt x="428625" y="28574"/>
                  </a:moveTo>
                  <a:lnTo>
                    <a:pt x="385699" y="28574"/>
                  </a:lnTo>
                  <a:lnTo>
                    <a:pt x="385699" y="57149"/>
                  </a:lnTo>
                  <a:lnTo>
                    <a:pt x="428625" y="57149"/>
                  </a:lnTo>
                  <a:lnTo>
                    <a:pt x="457200" y="42862"/>
                  </a:lnTo>
                  <a:lnTo>
                    <a:pt x="428625" y="28574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EXPRESS.JSON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58088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express.json</a:t>
            </a:r>
            <a:r>
              <a:rPr dirty="0" sz="28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built-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middleware.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Behaves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express.urlencoded,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parse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bodies.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490216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 spc="-10">
                <a:latin typeface="Consolas"/>
                <a:cs typeface="Consolas"/>
              </a:rPr>
              <a:t>app.use(express.json());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267843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app.post(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"/json"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`exam=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req.body.exam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;</a:t>
            </a:r>
            <a:r>
              <a:rPr dirty="0" sz="1800" spc="-1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grade=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req.body.grade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4145279"/>
            <a:ext cx="521398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POST</a:t>
            </a:r>
            <a:r>
              <a:rPr dirty="0"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  <a:hlinkClick r:id="rId3"/>
              </a:rPr>
              <a:t>http://localhost:3000/json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HTTP</a:t>
            </a:r>
            <a:r>
              <a:rPr dirty="0" sz="1800" spc="-10">
                <a:latin typeface="Consolas"/>
                <a:cs typeface="Consolas"/>
              </a:rPr>
              <a:t>/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1.1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Content-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: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application/json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122745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"exam"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"grade"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"A+"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85915" y="4145279"/>
            <a:ext cx="512381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HTTP/1.1</a:t>
            </a:r>
            <a:r>
              <a:rPr dirty="0" sz="1800" spc="-30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5861F"/>
                </a:solidFill>
                <a:latin typeface="Consolas"/>
                <a:cs typeface="Consolas"/>
              </a:rPr>
              <a:t>200</a:t>
            </a:r>
            <a:r>
              <a:rPr dirty="0" sz="1800" spc="-25">
                <a:solidFill>
                  <a:srgbClr val="F5861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4D4D4B"/>
                </a:solidFill>
                <a:latin typeface="Consolas"/>
                <a:cs typeface="Consolas"/>
              </a:rPr>
              <a:t>OK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C72829"/>
                </a:solidFill>
                <a:latin typeface="Consolas"/>
                <a:cs typeface="Consolas"/>
              </a:rPr>
              <a:t>X-Powered-</a:t>
            </a:r>
            <a:r>
              <a:rPr dirty="0" sz="1800">
                <a:solidFill>
                  <a:srgbClr val="C72829"/>
                </a:solidFill>
                <a:latin typeface="Consolas"/>
                <a:cs typeface="Consolas"/>
              </a:rPr>
              <a:t>By</a:t>
            </a: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:</a:t>
            </a:r>
            <a:r>
              <a:rPr dirty="0" sz="1800" spc="2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Consolas"/>
                <a:cs typeface="Consolas"/>
              </a:rPr>
              <a:t>Express</a:t>
            </a:r>
            <a:endParaRPr sz="1800">
              <a:latin typeface="Consolas"/>
              <a:cs typeface="Consolas"/>
            </a:endParaRPr>
          </a:p>
          <a:p>
            <a:pPr marL="92075" marR="259715">
              <a:lnSpc>
                <a:spcPct val="100000"/>
              </a:lnSpc>
            </a:pPr>
            <a:r>
              <a:rPr dirty="0" sz="1800" spc="-10">
                <a:solidFill>
                  <a:srgbClr val="C72829"/>
                </a:solidFill>
                <a:latin typeface="Consolas"/>
                <a:cs typeface="Consolas"/>
              </a:rPr>
              <a:t>Content-</a:t>
            </a:r>
            <a:r>
              <a:rPr dirty="0" sz="1800">
                <a:solidFill>
                  <a:srgbClr val="C72829"/>
                </a:solidFill>
                <a:latin typeface="Consolas"/>
                <a:cs typeface="Consolas"/>
              </a:rPr>
              <a:t>Type</a:t>
            </a: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:</a:t>
            </a:r>
            <a:r>
              <a:rPr dirty="0" sz="1800" spc="1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text/html;</a:t>
            </a:r>
            <a:r>
              <a:rPr dirty="0" sz="1800" spc="3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Consolas"/>
                <a:cs typeface="Consolas"/>
              </a:rPr>
              <a:t>charset=utf-</a:t>
            </a:r>
            <a:r>
              <a:rPr dirty="0" sz="1800" spc="-50">
                <a:solidFill>
                  <a:srgbClr val="4D4D4B"/>
                </a:solidFill>
                <a:latin typeface="Consolas"/>
                <a:cs typeface="Consolas"/>
              </a:rPr>
              <a:t>8 </a:t>
            </a:r>
            <a:r>
              <a:rPr dirty="0" sz="1800" spc="-10">
                <a:solidFill>
                  <a:srgbClr val="C72829"/>
                </a:solidFill>
                <a:latin typeface="Consolas"/>
                <a:cs typeface="Consolas"/>
              </a:rPr>
              <a:t>Content-</a:t>
            </a:r>
            <a:r>
              <a:rPr dirty="0" sz="1800">
                <a:solidFill>
                  <a:srgbClr val="C72829"/>
                </a:solidFill>
                <a:latin typeface="Consolas"/>
                <a:cs typeface="Consolas"/>
              </a:rPr>
              <a:t>Length</a:t>
            </a: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:</a:t>
            </a:r>
            <a:r>
              <a:rPr dirty="0" sz="1800" spc="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4D4D4B"/>
                </a:solidFill>
                <a:latin typeface="Consolas"/>
                <a:cs typeface="Consolas"/>
              </a:rPr>
              <a:t>31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exam=Web</a:t>
            </a:r>
            <a:r>
              <a:rPr dirty="0" sz="1800" spc="-70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4D4D4B"/>
                </a:solidFill>
                <a:latin typeface="Consolas"/>
                <a:cs typeface="Consolas"/>
              </a:rPr>
              <a:t>Technologies;</a:t>
            </a:r>
            <a:r>
              <a:rPr dirty="0" sz="1800" spc="-80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Consolas"/>
                <a:cs typeface="Consolas"/>
              </a:rPr>
              <a:t>grade=A+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EXPRESS-</a:t>
            </a:r>
            <a:r>
              <a:rPr dirty="0" spc="-60"/>
              <a:t>SESSION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909175" cy="28403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u="sng" sz="2800" spc="-3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express-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session</a:t>
            </a:r>
            <a:r>
              <a:rPr dirty="0" sz="28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through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npm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simplifies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management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server,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cookie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Notice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storage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production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ready!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production,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setup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store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(e.g.: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memcached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redis-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based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EXPRESS-</a:t>
            </a:r>
            <a:r>
              <a:rPr dirty="0" spc="-60"/>
              <a:t>SESSION:</a:t>
            </a:r>
            <a:r>
              <a:rPr dirty="0" spc="10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025395"/>
            <a:ext cx="10427335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 spc="-10">
                <a:latin typeface="Consolas"/>
                <a:cs typeface="Consolas"/>
              </a:rPr>
              <a:t>app.use(session({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secret: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"s3cr37"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saveUninitialized: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resave: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0">
                <a:latin typeface="Consolas"/>
                <a:cs typeface="Consolas"/>
              </a:rPr>
              <a:t>}));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4936490" indent="-25019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app.get(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"/session-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counter"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(!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req.session?.count)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req.session.count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"It's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first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time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you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visit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page."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req.session.count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req.session.count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`You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visited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page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req.session.count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times.`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algn="r" marR="995108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995172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39636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5"/>
              <a:t>COOKIE-</a:t>
            </a:r>
            <a:r>
              <a:rPr dirty="0" spc="-130"/>
              <a:t>PARSER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29165" cy="1435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cookie-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parser</a:t>
            </a:r>
            <a:r>
              <a:rPr dirty="0" sz="2800" spc="-8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through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npm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parses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Cookie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incoming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populates 	req.cookies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whose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cookie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names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037332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latin typeface="Consolas"/>
                <a:cs typeface="Consolas"/>
              </a:rPr>
              <a:t>app.use(cookieParser());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2265" marR="5061585" indent="-25019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app.get(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"/cookie-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counter"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(!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req.cookies?.count){</a:t>
            </a:r>
            <a:endParaRPr sz="1800">
              <a:latin typeface="Consolas"/>
              <a:cs typeface="Consolas"/>
            </a:endParaRPr>
          </a:p>
          <a:p>
            <a:pPr marL="591820" marR="3180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res.cookie(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"count"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{maxAge: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</a:t>
            </a:r>
            <a:r>
              <a:rPr dirty="0" sz="1800" spc="-10">
                <a:latin typeface="Consolas"/>
                <a:cs typeface="Consolas"/>
              </a:rPr>
              <a:t>*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60</a:t>
            </a:r>
            <a:r>
              <a:rPr dirty="0" sz="1800" spc="-10">
                <a:latin typeface="Consolas"/>
                <a:cs typeface="Consolas"/>
              </a:rPr>
              <a:t>*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1000</a:t>
            </a:r>
            <a:r>
              <a:rPr dirty="0" sz="1800" spc="-10">
                <a:latin typeface="Consolas"/>
                <a:cs typeface="Consolas"/>
              </a:rPr>
              <a:t>});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"It's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first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time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you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visit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page."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2997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res.cookie(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"count"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parseInt(req.cookies.count)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{maxAge: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</a:t>
            </a:r>
            <a:r>
              <a:rPr dirty="0" sz="1800" spc="-10">
                <a:latin typeface="Consolas"/>
                <a:cs typeface="Consolas"/>
              </a:rPr>
              <a:t>*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60</a:t>
            </a:r>
            <a:r>
              <a:rPr dirty="0" sz="1800" spc="-10">
                <a:latin typeface="Consolas"/>
                <a:cs typeface="Consolas"/>
              </a:rPr>
              <a:t>*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1000</a:t>
            </a:r>
            <a:r>
              <a:rPr dirty="0" sz="1800" spc="-10">
                <a:latin typeface="Consolas"/>
                <a:cs typeface="Consolas"/>
              </a:rPr>
              <a:t>}); </a:t>
            </a:r>
            <a:r>
              <a:rPr dirty="0" sz="1800">
                <a:latin typeface="Consolas"/>
                <a:cs typeface="Consolas"/>
              </a:rPr>
              <a:t>res.send(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`You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visited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page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parseInt(req.cookies.count)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times.`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algn="r" marR="995108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995172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7542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</a:t>
            </a:r>
            <a:r>
              <a:rPr dirty="0" spc="-165"/>
              <a:t> </a:t>
            </a:r>
            <a:r>
              <a:rPr dirty="0" spc="-30"/>
              <a:t>MESSAGES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7628890" cy="41636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6134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redirected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action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redirect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homepage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deleting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data).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thumb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feedback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successful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not.</a:t>
            </a:r>
            <a:endParaRPr sz="2800">
              <a:latin typeface="Calibri"/>
              <a:cs typeface="Calibri"/>
            </a:endParaRPr>
          </a:p>
          <a:p>
            <a:pPr marL="240029" marR="239395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«difficult»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redirecting,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whole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request-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 cycle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starts.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fact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some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flash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message?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465311" y="981075"/>
            <a:ext cx="2887345" cy="5292090"/>
            <a:chOff x="8465311" y="981075"/>
            <a:chExt cx="2887345" cy="52920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0263" y="990600"/>
              <a:ext cx="2372868" cy="476082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965437" y="985837"/>
              <a:ext cx="2382520" cy="5282565"/>
            </a:xfrm>
            <a:custGeom>
              <a:avLst/>
              <a:gdLst/>
              <a:ahLst/>
              <a:cxnLst/>
              <a:rect l="l" t="t" r="r" b="b"/>
              <a:pathLst>
                <a:path w="2382520" h="5282565">
                  <a:moveTo>
                    <a:pt x="0" y="5282565"/>
                  </a:moveTo>
                  <a:lnTo>
                    <a:pt x="2382393" y="5282565"/>
                  </a:lnTo>
                  <a:lnTo>
                    <a:pt x="2382393" y="0"/>
                  </a:lnTo>
                  <a:lnTo>
                    <a:pt x="0" y="0"/>
                  </a:lnTo>
                  <a:lnTo>
                    <a:pt x="0" y="528256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471661" y="1448180"/>
              <a:ext cx="554355" cy="264795"/>
            </a:xfrm>
            <a:custGeom>
              <a:avLst/>
              <a:gdLst/>
              <a:ahLst/>
              <a:cxnLst/>
              <a:rect l="l" t="t" r="r" b="b"/>
              <a:pathLst>
                <a:path w="554354" h="264794">
                  <a:moveTo>
                    <a:pt x="385826" y="0"/>
                  </a:moveTo>
                  <a:lnTo>
                    <a:pt x="380861" y="24935"/>
                  </a:lnTo>
                  <a:lnTo>
                    <a:pt x="375443" y="43846"/>
                  </a:lnTo>
                  <a:lnTo>
                    <a:pt x="371217" y="62614"/>
                  </a:lnTo>
                  <a:lnTo>
                    <a:pt x="369824" y="87122"/>
                  </a:lnTo>
                  <a:lnTo>
                    <a:pt x="338213" y="86510"/>
                  </a:lnTo>
                  <a:lnTo>
                    <a:pt x="304583" y="79587"/>
                  </a:lnTo>
                  <a:lnTo>
                    <a:pt x="268152" y="68434"/>
                  </a:lnTo>
                  <a:lnTo>
                    <a:pt x="228139" y="55133"/>
                  </a:lnTo>
                  <a:lnTo>
                    <a:pt x="183762" y="41767"/>
                  </a:lnTo>
                  <a:lnTo>
                    <a:pt x="134240" y="30418"/>
                  </a:lnTo>
                  <a:lnTo>
                    <a:pt x="78792" y="23167"/>
                  </a:lnTo>
                  <a:lnTo>
                    <a:pt x="16637" y="22098"/>
                  </a:lnTo>
                  <a:lnTo>
                    <a:pt x="11840" y="46908"/>
                  </a:lnTo>
                  <a:lnTo>
                    <a:pt x="7032" y="66182"/>
                  </a:lnTo>
                  <a:lnTo>
                    <a:pt x="2867" y="86052"/>
                  </a:lnTo>
                  <a:lnTo>
                    <a:pt x="0" y="112649"/>
                  </a:lnTo>
                  <a:lnTo>
                    <a:pt x="53561" y="111991"/>
                  </a:lnTo>
                  <a:lnTo>
                    <a:pt x="104964" y="119505"/>
                  </a:lnTo>
                  <a:lnTo>
                    <a:pt x="154884" y="132273"/>
                  </a:lnTo>
                  <a:lnTo>
                    <a:pt x="203993" y="147378"/>
                  </a:lnTo>
                  <a:lnTo>
                    <a:pt x="252965" y="161903"/>
                  </a:lnTo>
                  <a:lnTo>
                    <a:pt x="302471" y="172931"/>
                  </a:lnTo>
                  <a:lnTo>
                    <a:pt x="353187" y="177546"/>
                  </a:lnTo>
                  <a:lnTo>
                    <a:pt x="351668" y="195445"/>
                  </a:lnTo>
                  <a:lnTo>
                    <a:pt x="345709" y="215677"/>
                  </a:lnTo>
                  <a:lnTo>
                    <a:pt x="339488" y="238625"/>
                  </a:lnTo>
                  <a:lnTo>
                    <a:pt x="337185" y="264668"/>
                  </a:lnTo>
                  <a:lnTo>
                    <a:pt x="378678" y="240057"/>
                  </a:lnTo>
                  <a:lnTo>
                    <a:pt x="418404" y="226096"/>
                  </a:lnTo>
                  <a:lnTo>
                    <a:pt x="459074" y="214750"/>
                  </a:lnTo>
                  <a:lnTo>
                    <a:pt x="503402" y="197985"/>
                  </a:lnTo>
                  <a:lnTo>
                    <a:pt x="554101" y="167767"/>
                  </a:lnTo>
                  <a:lnTo>
                    <a:pt x="524725" y="141382"/>
                  </a:lnTo>
                  <a:lnTo>
                    <a:pt x="491521" y="102202"/>
                  </a:lnTo>
                  <a:lnTo>
                    <a:pt x="456177" y="59438"/>
                  </a:lnTo>
                  <a:lnTo>
                    <a:pt x="420383" y="22300"/>
                  </a:lnTo>
                  <a:lnTo>
                    <a:pt x="385826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471661" y="1448180"/>
              <a:ext cx="554355" cy="264795"/>
            </a:xfrm>
            <a:custGeom>
              <a:avLst/>
              <a:gdLst/>
              <a:ahLst/>
              <a:cxnLst/>
              <a:rect l="l" t="t" r="r" b="b"/>
              <a:pathLst>
                <a:path w="554354" h="264794">
                  <a:moveTo>
                    <a:pt x="554101" y="167767"/>
                  </a:moveTo>
                  <a:lnTo>
                    <a:pt x="523824" y="190426"/>
                  </a:lnTo>
                  <a:lnTo>
                    <a:pt x="486415" y="204143"/>
                  </a:lnTo>
                  <a:lnTo>
                    <a:pt x="442452" y="216221"/>
                  </a:lnTo>
                  <a:lnTo>
                    <a:pt x="392516" y="233961"/>
                  </a:lnTo>
                  <a:lnTo>
                    <a:pt x="337185" y="264668"/>
                  </a:lnTo>
                  <a:lnTo>
                    <a:pt x="341131" y="241071"/>
                  </a:lnTo>
                  <a:lnTo>
                    <a:pt x="346186" y="217439"/>
                  </a:lnTo>
                  <a:lnTo>
                    <a:pt x="350740" y="195641"/>
                  </a:lnTo>
                  <a:lnTo>
                    <a:pt x="353187" y="177546"/>
                  </a:lnTo>
                  <a:lnTo>
                    <a:pt x="293441" y="175803"/>
                  </a:lnTo>
                  <a:lnTo>
                    <a:pt x="236158" y="166968"/>
                  </a:lnTo>
                  <a:lnTo>
                    <a:pt x="181720" y="153789"/>
                  </a:lnTo>
                  <a:lnTo>
                    <a:pt x="130505" y="139017"/>
                  </a:lnTo>
                  <a:lnTo>
                    <a:pt x="82893" y="125403"/>
                  </a:lnTo>
                  <a:lnTo>
                    <a:pt x="39265" y="115697"/>
                  </a:lnTo>
                  <a:lnTo>
                    <a:pt x="0" y="112649"/>
                  </a:lnTo>
                  <a:lnTo>
                    <a:pt x="5278" y="84123"/>
                  </a:lnTo>
                  <a:lnTo>
                    <a:pt x="9556" y="61229"/>
                  </a:lnTo>
                  <a:lnTo>
                    <a:pt x="13215" y="41407"/>
                  </a:lnTo>
                  <a:lnTo>
                    <a:pt x="16637" y="22098"/>
                  </a:lnTo>
                  <a:lnTo>
                    <a:pt x="70953" y="20995"/>
                  </a:lnTo>
                  <a:lnTo>
                    <a:pt x="116435" y="24899"/>
                  </a:lnTo>
                  <a:lnTo>
                    <a:pt x="156047" y="32626"/>
                  </a:lnTo>
                  <a:lnTo>
                    <a:pt x="192754" y="42989"/>
                  </a:lnTo>
                  <a:lnTo>
                    <a:pt x="229520" y="54805"/>
                  </a:lnTo>
                  <a:lnTo>
                    <a:pt x="269311" y="66889"/>
                  </a:lnTo>
                  <a:lnTo>
                    <a:pt x="315090" y="78056"/>
                  </a:lnTo>
                  <a:lnTo>
                    <a:pt x="369824" y="87122"/>
                  </a:lnTo>
                  <a:lnTo>
                    <a:pt x="370949" y="63043"/>
                  </a:lnTo>
                  <a:lnTo>
                    <a:pt x="376062" y="39750"/>
                  </a:lnTo>
                  <a:lnTo>
                    <a:pt x="382057" y="18363"/>
                  </a:lnTo>
                  <a:lnTo>
                    <a:pt x="385826" y="0"/>
                  </a:lnTo>
                  <a:lnTo>
                    <a:pt x="434464" y="42234"/>
                  </a:lnTo>
                  <a:lnTo>
                    <a:pt x="470076" y="82023"/>
                  </a:lnTo>
                  <a:lnTo>
                    <a:pt x="498196" y="117472"/>
                  </a:lnTo>
                  <a:lnTo>
                    <a:pt x="524359" y="146686"/>
                  </a:lnTo>
                  <a:lnTo>
                    <a:pt x="554101" y="167767"/>
                  </a:lnTo>
                  <a:close/>
                </a:path>
              </a:pathLst>
            </a:custGeom>
            <a:ln w="12699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7542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</a:t>
            </a:r>
            <a:r>
              <a:rPr dirty="0" spc="-165"/>
              <a:t> </a:t>
            </a:r>
            <a:r>
              <a:rPr dirty="0" spc="-30"/>
              <a:t>MESSAGES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35565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problem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stateless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solve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before: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cookies,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sessions…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useful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that!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connect-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flash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npm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870959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flash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"connect-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flash"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//simple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middleware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flash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messages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app.use(flash());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//register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middleware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</a:t>
            </a:r>
            <a:r>
              <a:rPr dirty="0" spc="-170"/>
              <a:t> </a:t>
            </a:r>
            <a:r>
              <a:rPr dirty="0" spc="-40"/>
              <a:t>MESSAGES:</a:t>
            </a:r>
            <a:r>
              <a:rPr dirty="0" spc="-1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748027"/>
            <a:ext cx="10427335" cy="4247515"/>
          </a:xfrm>
          <a:custGeom>
            <a:avLst/>
            <a:gdLst/>
            <a:ahLst/>
            <a:cxnLst/>
            <a:rect l="l" t="t" r="r" b="b"/>
            <a:pathLst>
              <a:path w="10427335" h="4247515">
                <a:moveTo>
                  <a:pt x="0" y="4247388"/>
                </a:moveTo>
                <a:lnTo>
                  <a:pt x="10427208" y="4247388"/>
                </a:lnTo>
                <a:lnTo>
                  <a:pt x="10427208" y="0"/>
                </a:lnTo>
                <a:lnTo>
                  <a:pt x="0" y="0"/>
                </a:lnTo>
                <a:lnTo>
                  <a:pt x="0" y="4247388"/>
                </a:lnTo>
                <a:close/>
              </a:path>
            </a:pathLst>
          </a:custGeom>
          <a:ln w="12699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767027"/>
            <a:ext cx="917638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app.use(flash());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"/redirect"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req.flash(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"info"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"You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have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been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redirected."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Saves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flash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messages </a:t>
            </a:r>
            <a:r>
              <a:rPr dirty="0" sz="1800">
                <a:latin typeface="Consolas"/>
                <a:cs typeface="Consolas"/>
              </a:rPr>
              <a:t>req.flash(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"info"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"This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demo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demonstrate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flash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messages."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req.flash(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"success"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"Everything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was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fine."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3413201"/>
            <a:ext cx="7420609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req.flash(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"error"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"But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also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have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message."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res.redirect(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"/showflash"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"/showflash"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4511167"/>
            <a:ext cx="980249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infos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req.flash(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"info"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Consumes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flash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messages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given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key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successes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req.flash(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"success"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req.flash(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"error"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res.render(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"flash"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{infos: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infos,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successes: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successes,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errors: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errors});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832850" y="3407409"/>
            <a:ext cx="2740660" cy="927100"/>
            <a:chOff x="8832850" y="3407409"/>
            <a:chExt cx="2740660" cy="927100"/>
          </a:xfrm>
        </p:grpSpPr>
        <p:sp>
          <p:nvSpPr>
            <p:cNvPr id="8" name="object 8" descr=""/>
            <p:cNvSpPr/>
            <p:nvPr/>
          </p:nvSpPr>
          <p:spPr>
            <a:xfrm>
              <a:off x="8839200" y="3413759"/>
              <a:ext cx="2727960" cy="914400"/>
            </a:xfrm>
            <a:custGeom>
              <a:avLst/>
              <a:gdLst/>
              <a:ahLst/>
              <a:cxnLst/>
              <a:rect l="l" t="t" r="r" b="b"/>
              <a:pathLst>
                <a:path w="2727959" h="914400">
                  <a:moveTo>
                    <a:pt x="2651759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838200"/>
                  </a:lnTo>
                  <a:lnTo>
                    <a:pt x="5994" y="867840"/>
                  </a:lnTo>
                  <a:lnTo>
                    <a:pt x="22336" y="892063"/>
                  </a:lnTo>
                  <a:lnTo>
                    <a:pt x="46559" y="908405"/>
                  </a:lnTo>
                  <a:lnTo>
                    <a:pt x="76200" y="914400"/>
                  </a:lnTo>
                  <a:lnTo>
                    <a:pt x="2651759" y="914400"/>
                  </a:lnTo>
                  <a:lnTo>
                    <a:pt x="2681400" y="908405"/>
                  </a:lnTo>
                  <a:lnTo>
                    <a:pt x="2705623" y="892063"/>
                  </a:lnTo>
                  <a:lnTo>
                    <a:pt x="2721965" y="867840"/>
                  </a:lnTo>
                  <a:lnTo>
                    <a:pt x="2727959" y="838200"/>
                  </a:lnTo>
                  <a:lnTo>
                    <a:pt x="2727959" y="76200"/>
                  </a:lnTo>
                  <a:lnTo>
                    <a:pt x="2721965" y="46559"/>
                  </a:lnTo>
                  <a:lnTo>
                    <a:pt x="2705623" y="22336"/>
                  </a:lnTo>
                  <a:lnTo>
                    <a:pt x="2681400" y="5994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839200" y="3413759"/>
              <a:ext cx="2727960" cy="914400"/>
            </a:xfrm>
            <a:custGeom>
              <a:avLst/>
              <a:gdLst/>
              <a:ahLst/>
              <a:cxnLst/>
              <a:rect l="l" t="t" r="r" b="b"/>
              <a:pathLst>
                <a:path w="2727959" h="9144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2651759" y="0"/>
                  </a:lnTo>
                  <a:lnTo>
                    <a:pt x="2681400" y="5994"/>
                  </a:lnTo>
                  <a:lnTo>
                    <a:pt x="2705623" y="22336"/>
                  </a:lnTo>
                  <a:lnTo>
                    <a:pt x="2721965" y="46559"/>
                  </a:lnTo>
                  <a:lnTo>
                    <a:pt x="2727959" y="76200"/>
                  </a:lnTo>
                  <a:lnTo>
                    <a:pt x="2727959" y="838200"/>
                  </a:lnTo>
                  <a:lnTo>
                    <a:pt x="2721965" y="867840"/>
                  </a:lnTo>
                  <a:lnTo>
                    <a:pt x="2705623" y="892063"/>
                  </a:lnTo>
                  <a:lnTo>
                    <a:pt x="2681400" y="908405"/>
                  </a:lnTo>
                  <a:lnTo>
                    <a:pt x="2651759" y="914400"/>
                  </a:lnTo>
                  <a:lnTo>
                    <a:pt x="76200" y="914400"/>
                  </a:lnTo>
                  <a:lnTo>
                    <a:pt x="46559" y="908405"/>
                  </a:lnTo>
                  <a:lnTo>
                    <a:pt x="22336" y="892063"/>
                  </a:lnTo>
                  <a:lnTo>
                    <a:pt x="5994" y="867840"/>
                  </a:lnTo>
                  <a:lnTo>
                    <a:pt x="0" y="838200"/>
                  </a:lnTo>
                  <a:lnTo>
                    <a:pt x="0" y="76200"/>
                  </a:lnTo>
                  <a:close/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941434" y="3432809"/>
            <a:ext cx="213550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being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consumed,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flash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messages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deleted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</a:t>
            </a:r>
            <a:r>
              <a:rPr dirty="0" spc="-170"/>
              <a:t> </a:t>
            </a:r>
            <a:r>
              <a:rPr dirty="0" spc="-40"/>
              <a:t>MESSAGES:</a:t>
            </a:r>
            <a:r>
              <a:rPr dirty="0" spc="-175"/>
              <a:t> </a:t>
            </a:r>
            <a:r>
              <a:rPr dirty="0" spc="-10"/>
              <a:t>EXAMPLE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313487" y="2822003"/>
            <a:ext cx="4952365" cy="2145030"/>
            <a:chOff x="6313487" y="2822003"/>
            <a:chExt cx="4952365" cy="21450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3075" y="2831592"/>
              <a:ext cx="4933187" cy="212597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318250" y="2826766"/>
              <a:ext cx="4942840" cy="2135505"/>
            </a:xfrm>
            <a:custGeom>
              <a:avLst/>
              <a:gdLst/>
              <a:ahLst/>
              <a:cxnLst/>
              <a:rect l="l" t="t" r="r" b="b"/>
              <a:pathLst>
                <a:path w="4942840" h="2135504">
                  <a:moveTo>
                    <a:pt x="0" y="2135505"/>
                  </a:moveTo>
                  <a:lnTo>
                    <a:pt x="4942713" y="2135505"/>
                  </a:lnTo>
                  <a:lnTo>
                    <a:pt x="4942713" y="0"/>
                  </a:lnTo>
                  <a:lnTo>
                    <a:pt x="0" y="0"/>
                  </a:lnTo>
                  <a:lnTo>
                    <a:pt x="0" y="213550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82396" y="1565147"/>
            <a:ext cx="521398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each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info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infos</a:t>
            </a:r>
            <a:endParaRPr sz="1800">
              <a:latin typeface="Consolas"/>
              <a:cs typeface="Consolas"/>
            </a:endParaRPr>
          </a:p>
          <a:p>
            <a:pPr marL="342265" marR="726440" indent="249554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li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style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"color: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blue"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#{info}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each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success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successes</a:t>
            </a:r>
            <a:endParaRPr sz="1800">
              <a:latin typeface="Consolas"/>
              <a:cs typeface="Consolas"/>
            </a:endParaRPr>
          </a:p>
          <a:p>
            <a:pPr marL="342265" marR="224790" indent="249554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li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style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"color: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green"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#{success}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each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error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errors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li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style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"color: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red"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#{error}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72871" y="4128134"/>
            <a:ext cx="5236210" cy="2266950"/>
            <a:chOff x="872871" y="4128134"/>
            <a:chExt cx="5236210" cy="226695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396" y="4137659"/>
              <a:ext cx="5216652" cy="22479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77633" y="4132897"/>
              <a:ext cx="5226685" cy="2257425"/>
            </a:xfrm>
            <a:custGeom>
              <a:avLst/>
              <a:gdLst/>
              <a:ahLst/>
              <a:cxnLst/>
              <a:rect l="l" t="t" r="r" b="b"/>
              <a:pathLst>
                <a:path w="5226685" h="2257425">
                  <a:moveTo>
                    <a:pt x="0" y="2257425"/>
                  </a:moveTo>
                  <a:lnTo>
                    <a:pt x="5226177" y="2257425"/>
                  </a:lnTo>
                  <a:lnTo>
                    <a:pt x="5226177" y="0"/>
                  </a:lnTo>
                  <a:lnTo>
                    <a:pt x="0" y="0"/>
                  </a:lnTo>
                  <a:lnTo>
                    <a:pt x="0" y="225742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35736" y="4693919"/>
              <a:ext cx="5008245" cy="1569720"/>
            </a:xfrm>
            <a:custGeom>
              <a:avLst/>
              <a:gdLst/>
              <a:ahLst/>
              <a:cxnLst/>
              <a:rect l="l" t="t" r="r" b="b"/>
              <a:pathLst>
                <a:path w="5008245" h="1569720">
                  <a:moveTo>
                    <a:pt x="5007864" y="0"/>
                  </a:moveTo>
                  <a:lnTo>
                    <a:pt x="0" y="0"/>
                  </a:lnTo>
                  <a:lnTo>
                    <a:pt x="0" y="1569719"/>
                  </a:lnTo>
                  <a:lnTo>
                    <a:pt x="5007864" y="1569719"/>
                  </a:lnTo>
                  <a:lnTo>
                    <a:pt x="5007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</a:t>
            </a:r>
            <a:r>
              <a:rPr dirty="0" spc="-170"/>
              <a:t> </a:t>
            </a:r>
            <a:r>
              <a:rPr dirty="0" spc="-40"/>
              <a:t>MESSAGES:</a:t>
            </a:r>
            <a:r>
              <a:rPr dirty="0" spc="-1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22535" cy="12204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reload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onsolas"/>
                <a:cs typeface="Consolas"/>
              </a:rPr>
              <a:t>/showflash</a:t>
            </a:r>
            <a:r>
              <a:rPr dirty="0" sz="2400" spc="-6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visit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directly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being 	redirected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onsolas"/>
                <a:cs typeface="Consolas"/>
              </a:rPr>
              <a:t>/redirect</a:t>
            </a:r>
            <a:r>
              <a:rPr dirty="0" sz="2400" spc="-6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flash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message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get: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857182" y="3056763"/>
            <a:ext cx="6478270" cy="2802255"/>
            <a:chOff x="2857182" y="3056763"/>
            <a:chExt cx="6478270" cy="28022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6644" y="3066288"/>
              <a:ext cx="6458711" cy="27828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861945" y="3061525"/>
              <a:ext cx="6468745" cy="2792730"/>
            </a:xfrm>
            <a:custGeom>
              <a:avLst/>
              <a:gdLst/>
              <a:ahLst/>
              <a:cxnLst/>
              <a:rect l="l" t="t" r="r" b="b"/>
              <a:pathLst>
                <a:path w="6468745" h="2792729">
                  <a:moveTo>
                    <a:pt x="0" y="2792349"/>
                  </a:moveTo>
                  <a:lnTo>
                    <a:pt x="6468236" y="2792349"/>
                  </a:lnTo>
                  <a:lnTo>
                    <a:pt x="6468236" y="0"/>
                  </a:lnTo>
                  <a:lnTo>
                    <a:pt x="0" y="0"/>
                  </a:lnTo>
                  <a:lnTo>
                    <a:pt x="0" y="279234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SOURCE</a:t>
            </a:r>
            <a:r>
              <a:rPr dirty="0" spc="-80"/>
              <a:t> </a:t>
            </a:r>
            <a:r>
              <a:rPr dirty="0"/>
              <a:t>CODE</a:t>
            </a:r>
            <a:r>
              <a:rPr dirty="0" spc="-75"/>
              <a:t> </a:t>
            </a:r>
            <a:r>
              <a:rPr dirty="0" spc="-125"/>
              <a:t>AVAILABILITY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10211435" cy="8858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slides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Materials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Teams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(and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debug)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10"/>
              <a:t>Frameworks:</a:t>
            </a:r>
            <a:r>
              <a:rPr dirty="0" spc="-15"/>
              <a:t> </a:t>
            </a:r>
            <a:r>
              <a:rPr dirty="0" spc="-10"/>
              <a:t>Express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7804784" cy="39801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79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1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(Node.js/JavaScript)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085"/>
              </a:lnSpc>
            </a:pPr>
            <a:r>
              <a:rPr dirty="0" sz="1900">
                <a:solidFill>
                  <a:srgbClr val="111F35"/>
                </a:solidFill>
                <a:latin typeface="Calibri"/>
                <a:cs typeface="Calibri"/>
              </a:rPr>
              <a:t>MDN</a:t>
            </a:r>
            <a:r>
              <a:rPr dirty="0" sz="19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9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1900">
              <a:latin typeface="Calibri"/>
              <a:cs typeface="Calibri"/>
            </a:endParaRPr>
          </a:p>
          <a:p>
            <a:pPr marL="241300">
              <a:lnSpc>
                <a:spcPts val="2165"/>
              </a:lnSpc>
            </a:pPr>
            <a:r>
              <a:rPr dirty="0" u="sng" sz="19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https://developer.mozilla.org/en-</a:t>
            </a:r>
            <a:r>
              <a:rPr dirty="0" u="sng" sz="19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US/docs/Learn/Server-side/Express_Nodejs</a:t>
            </a:r>
            <a:endParaRPr sz="19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Inversion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Martin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Fowler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https://martinfowler.com/bliki/InversionOfControl.html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Guide</a:t>
            </a:r>
            <a:endParaRPr sz="2800">
              <a:latin typeface="Calibri"/>
              <a:cs typeface="Calibri"/>
            </a:endParaRPr>
          </a:p>
          <a:p>
            <a:pPr marL="241300" marR="1860550">
              <a:lnSpc>
                <a:spcPct val="90000"/>
              </a:lnSpc>
              <a:spcBef>
                <a:spcPts val="14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Official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website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https://expressjs.com/en/guide/routing.html</a:t>
            </a:r>
            <a:r>
              <a:rPr dirty="0" sz="18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https://expressjs.com/en/guide/writing-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middleware.html</a:t>
            </a:r>
            <a:r>
              <a:rPr dirty="0" sz="18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https://expressjs.com/en/guide/using-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middleware.html</a:t>
            </a:r>
            <a:r>
              <a:rPr dirty="0" sz="18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https://expressjs.com/en/guide/using-template-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engines.html</a:t>
            </a:r>
            <a:r>
              <a:rPr dirty="0" sz="18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8"/>
              </a:rPr>
              <a:t>https://expressjs.com/en/guide/error-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8"/>
              </a:rPr>
              <a:t>handling.html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2025-04-12T10:08:10Z</dcterms:created>
  <dcterms:modified xsi:type="dcterms:W3CDTF">2025-04-12T10:08:10Z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