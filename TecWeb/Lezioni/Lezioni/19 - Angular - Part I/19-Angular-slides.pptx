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2050" y="557529"/>
            <a:ext cx="1019492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2050" y="1533220"/>
            <a:ext cx="10184130" cy="2117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62050" y="6465214"/>
            <a:ext cx="752475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24361" y="6465214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mailto:luigiliberolucio.starace@unina.it" TargetMode="External"/><Relationship Id="rId4" Type="http://schemas.openxmlformats.org/officeDocument/2006/relationships/hyperlink" Target="https://luistar.github.io/" TargetMode="External"/><Relationship Id="rId5" Type="http://schemas.openxmlformats.org/officeDocument/2006/relationships/hyperlink" Target="https://www.docenti.unina.it/luigiliberolucio.starace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arketplace.visualstudio.com/items?itemName=Angular.ng-template" TargetMode="External"/><Relationship Id="rId3" Type="http://schemas.openxmlformats.org/officeDocument/2006/relationships/image" Target="../media/image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hyperlink" Target="http://localhost:4200/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ngular.dev/api/core/NgModule" TargetMode="Externa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ngular.dev/api/common/NgIf" TargetMode="External"/><Relationship Id="rId3" Type="http://schemas.openxmlformats.org/officeDocument/2006/relationships/hyperlink" Target="https://angular.dev/api/common/NgFor" TargetMode="Externa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react.dev/learn/passing-props-to-a-component" TargetMode="Externa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ngular.io/api/router/RouterLink" TargetMode="Externa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ngular.dev/overview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62050" y="2230958"/>
            <a:ext cx="10282555" cy="176339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2700" marR="5080">
              <a:lnSpc>
                <a:spcPts val="6480"/>
              </a:lnSpc>
              <a:spcBef>
                <a:spcPts val="915"/>
              </a:spcBef>
            </a:pPr>
            <a:r>
              <a:rPr dirty="0" sz="6000" b="1">
                <a:solidFill>
                  <a:srgbClr val="111F35"/>
                </a:solidFill>
                <a:latin typeface="Tahoma"/>
                <a:cs typeface="Tahoma"/>
              </a:rPr>
              <a:t>FRONTEND</a:t>
            </a:r>
            <a:r>
              <a:rPr dirty="0" sz="6000" spc="85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6000" spc="-105" b="1">
                <a:solidFill>
                  <a:srgbClr val="111F35"/>
                </a:solidFill>
                <a:latin typeface="Tahoma"/>
                <a:cs typeface="Tahoma"/>
              </a:rPr>
              <a:t>FRAMEWORKS: </a:t>
            </a:r>
            <a:r>
              <a:rPr dirty="0" sz="6000" spc="110" b="1">
                <a:solidFill>
                  <a:srgbClr val="111F35"/>
                </a:solidFill>
                <a:latin typeface="Tahoma"/>
                <a:cs typeface="Tahoma"/>
              </a:rPr>
              <a:t>ANGULAR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1136" y="4471630"/>
            <a:ext cx="4638040" cy="1599565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41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Luigi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Libero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Lucio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Starace,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PhD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19200"/>
              </a:lnSpc>
              <a:spcBef>
                <a:spcPts val="420"/>
              </a:spcBef>
            </a:pP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luigiliberolucio.starace@unina.it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https://luistar.github.io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https://www.docenti.unina.it/luigiliberolucio.starace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62050" y="960247"/>
            <a:ext cx="64223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70">
                <a:solidFill>
                  <a:srgbClr val="006379"/>
                </a:solidFill>
              </a:rPr>
              <a:t>WEB</a:t>
            </a:r>
            <a:r>
              <a:rPr dirty="0" sz="2800" spc="-75">
                <a:solidFill>
                  <a:srgbClr val="006379"/>
                </a:solidFill>
              </a:rPr>
              <a:t> </a:t>
            </a:r>
            <a:r>
              <a:rPr dirty="0" sz="2800">
                <a:solidFill>
                  <a:srgbClr val="006379"/>
                </a:solidFill>
              </a:rPr>
              <a:t>TECHNO</a:t>
            </a:r>
            <a:r>
              <a:rPr dirty="0" sz="2800">
                <a:solidFill>
                  <a:srgbClr val="396C77"/>
                </a:solidFill>
              </a:rPr>
              <a:t>L</a:t>
            </a:r>
            <a:r>
              <a:rPr dirty="0" sz="2800">
                <a:solidFill>
                  <a:srgbClr val="006379"/>
                </a:solidFill>
              </a:rPr>
              <a:t>OGIES</a:t>
            </a:r>
            <a:r>
              <a:rPr dirty="0" sz="2800" spc="-35">
                <a:solidFill>
                  <a:srgbClr val="006379"/>
                </a:solidFill>
              </a:rPr>
              <a:t> </a:t>
            </a:r>
            <a:r>
              <a:rPr dirty="0" sz="2800" spc="1000">
                <a:solidFill>
                  <a:srgbClr val="006379"/>
                </a:solidFill>
              </a:rPr>
              <a:t>–</a:t>
            </a:r>
            <a:r>
              <a:rPr dirty="0" sz="2800" spc="-80">
                <a:solidFill>
                  <a:srgbClr val="006379"/>
                </a:solidFill>
              </a:rPr>
              <a:t> </a:t>
            </a:r>
            <a:r>
              <a:rPr dirty="0" sz="2800" spc="-105">
                <a:solidFill>
                  <a:srgbClr val="006379"/>
                </a:solidFill>
              </a:rPr>
              <a:t>LECTURE</a:t>
            </a:r>
            <a:r>
              <a:rPr dirty="0" sz="2800" spc="-50">
                <a:solidFill>
                  <a:srgbClr val="006379"/>
                </a:solidFill>
              </a:rPr>
              <a:t> </a:t>
            </a:r>
            <a:r>
              <a:rPr dirty="0" sz="2800" spc="-25">
                <a:solidFill>
                  <a:srgbClr val="006379"/>
                </a:solidFill>
              </a:rPr>
              <a:t>19</a:t>
            </a:r>
            <a:endParaRPr sz="2800"/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616965"/>
            <a:ext cx="633603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UNIVERSITÀ </a:t>
            </a:r>
            <a:r>
              <a:rPr dirty="0" sz="2000" spc="-10" b="1">
                <a:solidFill>
                  <a:srgbClr val="006379"/>
                </a:solidFill>
                <a:latin typeface="Tahoma"/>
                <a:cs typeface="Tahoma"/>
              </a:rPr>
              <a:t>DEGLI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STUDI</a:t>
            </a:r>
            <a:r>
              <a:rPr dirty="0" sz="2000" spc="-4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DI</a:t>
            </a:r>
            <a:r>
              <a:rPr dirty="0" sz="2000" spc="-5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006379"/>
                </a:solidFill>
                <a:latin typeface="Tahoma"/>
                <a:cs typeface="Tahoma"/>
              </a:rPr>
              <a:t>NAPOLI</a:t>
            </a:r>
            <a:r>
              <a:rPr dirty="0" sz="2000" spc="-6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75" b="1">
                <a:solidFill>
                  <a:srgbClr val="006379"/>
                </a:solidFill>
                <a:latin typeface="Tahoma"/>
                <a:cs typeface="Tahoma"/>
              </a:rPr>
              <a:t>FEDERICO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280" b="1">
                <a:solidFill>
                  <a:srgbClr val="006379"/>
                </a:solidFill>
                <a:latin typeface="Tahoma"/>
                <a:cs typeface="Tahoma"/>
              </a:rPr>
              <a:t>II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584694" y="2679661"/>
            <a:ext cx="2700655" cy="2946400"/>
          </a:xfrm>
          <a:custGeom>
            <a:avLst/>
            <a:gdLst/>
            <a:ahLst/>
            <a:cxnLst/>
            <a:rect l="l" t="t" r="r" b="b"/>
            <a:pathLst>
              <a:path w="2700654" h="2946400">
                <a:moveTo>
                  <a:pt x="1136523" y="1088428"/>
                </a:moveTo>
                <a:lnTo>
                  <a:pt x="1120178" y="1056373"/>
                </a:lnTo>
                <a:lnTo>
                  <a:pt x="1110246" y="1020203"/>
                </a:lnTo>
                <a:lnTo>
                  <a:pt x="1102131" y="986739"/>
                </a:lnTo>
                <a:lnTo>
                  <a:pt x="1091311" y="962825"/>
                </a:lnTo>
                <a:lnTo>
                  <a:pt x="1053668" y="979144"/>
                </a:lnTo>
                <a:lnTo>
                  <a:pt x="1012990" y="993457"/>
                </a:lnTo>
                <a:lnTo>
                  <a:pt x="969822" y="1006373"/>
                </a:lnTo>
                <a:lnTo>
                  <a:pt x="924699" y="1018451"/>
                </a:lnTo>
                <a:lnTo>
                  <a:pt x="830694" y="1042454"/>
                </a:lnTo>
                <a:lnTo>
                  <a:pt x="782916" y="1055535"/>
                </a:lnTo>
                <a:lnTo>
                  <a:pt x="735304" y="1070102"/>
                </a:lnTo>
                <a:lnTo>
                  <a:pt x="688428" y="1086739"/>
                </a:lnTo>
                <a:lnTo>
                  <a:pt x="642823" y="1106017"/>
                </a:lnTo>
                <a:lnTo>
                  <a:pt x="599008" y="1128534"/>
                </a:lnTo>
                <a:lnTo>
                  <a:pt x="557530" y="1154849"/>
                </a:lnTo>
                <a:lnTo>
                  <a:pt x="573532" y="1186129"/>
                </a:lnTo>
                <a:lnTo>
                  <a:pt x="582345" y="1214132"/>
                </a:lnTo>
                <a:lnTo>
                  <a:pt x="590029" y="1243901"/>
                </a:lnTo>
                <a:lnTo>
                  <a:pt x="602615" y="1280452"/>
                </a:lnTo>
                <a:lnTo>
                  <a:pt x="660412" y="1251737"/>
                </a:lnTo>
                <a:lnTo>
                  <a:pt x="713486" y="1229702"/>
                </a:lnTo>
                <a:lnTo>
                  <a:pt x="762546" y="1213053"/>
                </a:lnTo>
                <a:lnTo>
                  <a:pt x="808253" y="1200480"/>
                </a:lnTo>
                <a:lnTo>
                  <a:pt x="851319" y="1190650"/>
                </a:lnTo>
                <a:lnTo>
                  <a:pt x="932256" y="1173988"/>
                </a:lnTo>
                <a:lnTo>
                  <a:pt x="971511" y="1164526"/>
                </a:lnTo>
                <a:lnTo>
                  <a:pt x="1010869" y="1152550"/>
                </a:lnTo>
                <a:lnTo>
                  <a:pt x="1051039" y="1136751"/>
                </a:lnTo>
                <a:lnTo>
                  <a:pt x="1092682" y="1115822"/>
                </a:lnTo>
                <a:lnTo>
                  <a:pt x="1136523" y="1088428"/>
                </a:lnTo>
                <a:close/>
              </a:path>
              <a:path w="2700654" h="2946400">
                <a:moveTo>
                  <a:pt x="1272032" y="1465237"/>
                </a:moveTo>
                <a:lnTo>
                  <a:pt x="1255712" y="1429042"/>
                </a:lnTo>
                <a:lnTo>
                  <a:pt x="1244854" y="1393774"/>
                </a:lnTo>
                <a:lnTo>
                  <a:pt x="1236268" y="1362837"/>
                </a:lnTo>
                <a:lnTo>
                  <a:pt x="1226820" y="1339634"/>
                </a:lnTo>
                <a:lnTo>
                  <a:pt x="1190307" y="1361897"/>
                </a:lnTo>
                <a:lnTo>
                  <a:pt x="1151775" y="1380185"/>
                </a:lnTo>
                <a:lnTo>
                  <a:pt x="1111389" y="1395374"/>
                </a:lnTo>
                <a:lnTo>
                  <a:pt x="1069314" y="1408303"/>
                </a:lnTo>
                <a:lnTo>
                  <a:pt x="1025740" y="1419809"/>
                </a:lnTo>
                <a:lnTo>
                  <a:pt x="934758" y="1441958"/>
                </a:lnTo>
                <a:lnTo>
                  <a:pt x="887691" y="1454277"/>
                </a:lnTo>
                <a:lnTo>
                  <a:pt x="839812" y="1468564"/>
                </a:lnTo>
                <a:lnTo>
                  <a:pt x="791298" y="1485658"/>
                </a:lnTo>
                <a:lnTo>
                  <a:pt x="742315" y="1506410"/>
                </a:lnTo>
                <a:lnTo>
                  <a:pt x="693039" y="1531658"/>
                </a:lnTo>
                <a:lnTo>
                  <a:pt x="705192" y="1559648"/>
                </a:lnTo>
                <a:lnTo>
                  <a:pt x="716826" y="1595412"/>
                </a:lnTo>
                <a:lnTo>
                  <a:pt x="727875" y="1630718"/>
                </a:lnTo>
                <a:lnTo>
                  <a:pt x="738251" y="1657261"/>
                </a:lnTo>
                <a:lnTo>
                  <a:pt x="798868" y="1634413"/>
                </a:lnTo>
                <a:lnTo>
                  <a:pt x="851509" y="1614982"/>
                </a:lnTo>
                <a:lnTo>
                  <a:pt x="898055" y="1598193"/>
                </a:lnTo>
                <a:lnTo>
                  <a:pt x="940308" y="1583283"/>
                </a:lnTo>
                <a:lnTo>
                  <a:pt x="1103680" y="1526578"/>
                </a:lnTo>
                <a:lnTo>
                  <a:pt x="1152347" y="1509229"/>
                </a:lnTo>
                <a:lnTo>
                  <a:pt x="1207846" y="1489049"/>
                </a:lnTo>
                <a:lnTo>
                  <a:pt x="1272032" y="1465237"/>
                </a:lnTo>
                <a:close/>
              </a:path>
              <a:path w="2700654" h="2946400">
                <a:moveTo>
                  <a:pt x="1407541" y="1842046"/>
                </a:moveTo>
                <a:lnTo>
                  <a:pt x="1390205" y="1804924"/>
                </a:lnTo>
                <a:lnTo>
                  <a:pt x="1379943" y="1771243"/>
                </a:lnTo>
                <a:lnTo>
                  <a:pt x="1372209" y="1741576"/>
                </a:lnTo>
                <a:lnTo>
                  <a:pt x="1362456" y="1716443"/>
                </a:lnTo>
                <a:lnTo>
                  <a:pt x="1299870" y="1740585"/>
                </a:lnTo>
                <a:lnTo>
                  <a:pt x="1243355" y="1761363"/>
                </a:lnTo>
                <a:lnTo>
                  <a:pt x="1191831" y="1779460"/>
                </a:lnTo>
                <a:lnTo>
                  <a:pt x="1144193" y="1795538"/>
                </a:lnTo>
                <a:lnTo>
                  <a:pt x="1013815" y="1838464"/>
                </a:lnTo>
                <a:lnTo>
                  <a:pt x="970902" y="1853247"/>
                </a:lnTo>
                <a:lnTo>
                  <a:pt x="926439" y="1869389"/>
                </a:lnTo>
                <a:lnTo>
                  <a:pt x="879348" y="1887575"/>
                </a:lnTo>
                <a:lnTo>
                  <a:pt x="828548" y="1908467"/>
                </a:lnTo>
                <a:lnTo>
                  <a:pt x="844410" y="1942261"/>
                </a:lnTo>
                <a:lnTo>
                  <a:pt x="857961" y="1999361"/>
                </a:lnTo>
                <a:lnTo>
                  <a:pt x="873760" y="2034070"/>
                </a:lnTo>
                <a:lnTo>
                  <a:pt x="908634" y="2016493"/>
                </a:lnTo>
                <a:lnTo>
                  <a:pt x="950429" y="1998611"/>
                </a:lnTo>
                <a:lnTo>
                  <a:pt x="997724" y="1980514"/>
                </a:lnTo>
                <a:lnTo>
                  <a:pt x="1049159" y="1962340"/>
                </a:lnTo>
                <a:lnTo>
                  <a:pt x="1103312" y="1944192"/>
                </a:lnTo>
                <a:lnTo>
                  <a:pt x="1268222" y="1891004"/>
                </a:lnTo>
                <a:lnTo>
                  <a:pt x="1319352" y="1874062"/>
                </a:lnTo>
                <a:lnTo>
                  <a:pt x="1366266" y="1857705"/>
                </a:lnTo>
                <a:lnTo>
                  <a:pt x="1407541" y="1842046"/>
                </a:lnTo>
                <a:close/>
              </a:path>
              <a:path w="2700654" h="2946400">
                <a:moveTo>
                  <a:pt x="1543177" y="2218982"/>
                </a:moveTo>
                <a:lnTo>
                  <a:pt x="1525104" y="2181860"/>
                </a:lnTo>
                <a:lnTo>
                  <a:pt x="1517611" y="2151024"/>
                </a:lnTo>
                <a:lnTo>
                  <a:pt x="1511592" y="2122741"/>
                </a:lnTo>
                <a:lnTo>
                  <a:pt x="1497965" y="2093252"/>
                </a:lnTo>
                <a:lnTo>
                  <a:pt x="1444523" y="2115667"/>
                </a:lnTo>
                <a:lnTo>
                  <a:pt x="1396047" y="2133765"/>
                </a:lnTo>
                <a:lnTo>
                  <a:pt x="1351216" y="2148662"/>
                </a:lnTo>
                <a:lnTo>
                  <a:pt x="1308671" y="2161451"/>
                </a:lnTo>
                <a:lnTo>
                  <a:pt x="1225219" y="2185174"/>
                </a:lnTo>
                <a:lnTo>
                  <a:pt x="1181633" y="2198306"/>
                </a:lnTo>
                <a:lnTo>
                  <a:pt x="1135049" y="2213787"/>
                </a:lnTo>
                <a:lnTo>
                  <a:pt x="1084148" y="2232698"/>
                </a:lnTo>
                <a:lnTo>
                  <a:pt x="1027595" y="2256167"/>
                </a:lnTo>
                <a:lnTo>
                  <a:pt x="964057" y="2285276"/>
                </a:lnTo>
                <a:lnTo>
                  <a:pt x="972934" y="2312428"/>
                </a:lnTo>
                <a:lnTo>
                  <a:pt x="980948" y="2345753"/>
                </a:lnTo>
                <a:lnTo>
                  <a:pt x="991806" y="2380246"/>
                </a:lnTo>
                <a:lnTo>
                  <a:pt x="1009269" y="2410879"/>
                </a:lnTo>
                <a:lnTo>
                  <a:pt x="1073746" y="2386126"/>
                </a:lnTo>
                <a:lnTo>
                  <a:pt x="1133652" y="2365540"/>
                </a:lnTo>
                <a:lnTo>
                  <a:pt x="1189443" y="2348242"/>
                </a:lnTo>
                <a:lnTo>
                  <a:pt x="1241590" y="2333307"/>
                </a:lnTo>
                <a:lnTo>
                  <a:pt x="1336789" y="2306917"/>
                </a:lnTo>
                <a:lnTo>
                  <a:pt x="1380756" y="2293658"/>
                </a:lnTo>
                <a:lnTo>
                  <a:pt x="1422908" y="2279142"/>
                </a:lnTo>
                <a:lnTo>
                  <a:pt x="1463725" y="2262454"/>
                </a:lnTo>
                <a:lnTo>
                  <a:pt x="1503667" y="2242705"/>
                </a:lnTo>
                <a:lnTo>
                  <a:pt x="1543177" y="2218982"/>
                </a:lnTo>
                <a:close/>
              </a:path>
              <a:path w="2700654" h="2946400">
                <a:moveTo>
                  <a:pt x="1703959" y="664502"/>
                </a:moveTo>
                <a:lnTo>
                  <a:pt x="1684261" y="658101"/>
                </a:lnTo>
                <a:lnTo>
                  <a:pt x="1664652" y="648462"/>
                </a:lnTo>
                <a:lnTo>
                  <a:pt x="1642262" y="636270"/>
                </a:lnTo>
                <a:lnTo>
                  <a:pt x="1614297" y="622211"/>
                </a:lnTo>
                <a:lnTo>
                  <a:pt x="1609712" y="655231"/>
                </a:lnTo>
                <a:lnTo>
                  <a:pt x="1595196" y="689698"/>
                </a:lnTo>
                <a:lnTo>
                  <a:pt x="1573834" y="726173"/>
                </a:lnTo>
                <a:lnTo>
                  <a:pt x="1548714" y="765263"/>
                </a:lnTo>
                <a:lnTo>
                  <a:pt x="1522907" y="807554"/>
                </a:lnTo>
                <a:lnTo>
                  <a:pt x="1499501" y="853605"/>
                </a:lnTo>
                <a:lnTo>
                  <a:pt x="1481582" y="904024"/>
                </a:lnTo>
                <a:lnTo>
                  <a:pt x="1456512" y="893305"/>
                </a:lnTo>
                <a:lnTo>
                  <a:pt x="1402499" y="865987"/>
                </a:lnTo>
                <a:lnTo>
                  <a:pt x="1370584" y="851827"/>
                </a:lnTo>
                <a:lnTo>
                  <a:pt x="1362989" y="867968"/>
                </a:lnTo>
                <a:lnTo>
                  <a:pt x="1352816" y="888428"/>
                </a:lnTo>
                <a:lnTo>
                  <a:pt x="1340954" y="913003"/>
                </a:lnTo>
                <a:lnTo>
                  <a:pt x="1328293" y="941489"/>
                </a:lnTo>
                <a:lnTo>
                  <a:pt x="1377353" y="959929"/>
                </a:lnTo>
                <a:lnTo>
                  <a:pt x="1415300" y="978814"/>
                </a:lnTo>
                <a:lnTo>
                  <a:pt x="1448790" y="997927"/>
                </a:lnTo>
                <a:lnTo>
                  <a:pt x="1484452" y="1017066"/>
                </a:lnTo>
                <a:lnTo>
                  <a:pt x="1528953" y="1035977"/>
                </a:lnTo>
                <a:lnTo>
                  <a:pt x="1533613" y="1003515"/>
                </a:lnTo>
                <a:lnTo>
                  <a:pt x="1546377" y="969987"/>
                </a:lnTo>
                <a:lnTo>
                  <a:pt x="1565338" y="934910"/>
                </a:lnTo>
                <a:lnTo>
                  <a:pt x="1588630" y="897775"/>
                </a:lnTo>
                <a:lnTo>
                  <a:pt x="1614347" y="858126"/>
                </a:lnTo>
                <a:lnTo>
                  <a:pt x="1640636" y="815454"/>
                </a:lnTo>
                <a:lnTo>
                  <a:pt x="1665579" y="769289"/>
                </a:lnTo>
                <a:lnTo>
                  <a:pt x="1687309" y="719137"/>
                </a:lnTo>
                <a:lnTo>
                  <a:pt x="1703959" y="664502"/>
                </a:lnTo>
                <a:close/>
              </a:path>
              <a:path w="2700654" h="2946400">
                <a:moveTo>
                  <a:pt x="1839468" y="1041311"/>
                </a:moveTo>
                <a:lnTo>
                  <a:pt x="1810105" y="1029995"/>
                </a:lnTo>
                <a:lnTo>
                  <a:pt x="1787626" y="1017600"/>
                </a:lnTo>
                <a:lnTo>
                  <a:pt x="1768652" y="1006487"/>
                </a:lnTo>
                <a:lnTo>
                  <a:pt x="1749806" y="999020"/>
                </a:lnTo>
                <a:lnTo>
                  <a:pt x="1730883" y="1045768"/>
                </a:lnTo>
                <a:lnTo>
                  <a:pt x="1710448" y="1083970"/>
                </a:lnTo>
                <a:lnTo>
                  <a:pt x="1668627" y="1150023"/>
                </a:lnTo>
                <a:lnTo>
                  <a:pt x="1649044" y="1185557"/>
                </a:lnTo>
                <a:lnTo>
                  <a:pt x="1631569" y="1227886"/>
                </a:lnTo>
                <a:lnTo>
                  <a:pt x="1617091" y="1280833"/>
                </a:lnTo>
                <a:lnTo>
                  <a:pt x="1585760" y="1267777"/>
                </a:lnTo>
                <a:lnTo>
                  <a:pt x="1561160" y="1255737"/>
                </a:lnTo>
                <a:lnTo>
                  <a:pt x="1536776" y="1243215"/>
                </a:lnTo>
                <a:lnTo>
                  <a:pt x="1506093" y="1228636"/>
                </a:lnTo>
                <a:lnTo>
                  <a:pt x="1495323" y="1255915"/>
                </a:lnTo>
                <a:lnTo>
                  <a:pt x="1471498" y="1296949"/>
                </a:lnTo>
                <a:lnTo>
                  <a:pt x="1463802" y="1318298"/>
                </a:lnTo>
                <a:lnTo>
                  <a:pt x="1510868" y="1341513"/>
                </a:lnTo>
                <a:lnTo>
                  <a:pt x="1553476" y="1363599"/>
                </a:lnTo>
                <a:lnTo>
                  <a:pt x="1601431" y="1386649"/>
                </a:lnTo>
                <a:lnTo>
                  <a:pt x="1664589" y="1412786"/>
                </a:lnTo>
                <a:lnTo>
                  <a:pt x="1677733" y="1374724"/>
                </a:lnTo>
                <a:lnTo>
                  <a:pt x="1698802" y="1329474"/>
                </a:lnTo>
                <a:lnTo>
                  <a:pt x="1725066" y="1279436"/>
                </a:lnTo>
                <a:lnTo>
                  <a:pt x="1782368" y="1174584"/>
                </a:lnTo>
                <a:lnTo>
                  <a:pt x="1807959" y="1124559"/>
                </a:lnTo>
                <a:lnTo>
                  <a:pt x="1827898" y="1079334"/>
                </a:lnTo>
                <a:lnTo>
                  <a:pt x="1839468" y="1041311"/>
                </a:lnTo>
                <a:close/>
              </a:path>
              <a:path w="2700654" h="2946400">
                <a:moveTo>
                  <a:pt x="2005457" y="1680248"/>
                </a:moveTo>
                <a:lnTo>
                  <a:pt x="1984768" y="1644396"/>
                </a:lnTo>
                <a:lnTo>
                  <a:pt x="1970976" y="1601736"/>
                </a:lnTo>
                <a:lnTo>
                  <a:pt x="1959610" y="1555026"/>
                </a:lnTo>
                <a:lnTo>
                  <a:pt x="1946211" y="1507007"/>
                </a:lnTo>
                <a:lnTo>
                  <a:pt x="1926336" y="1460411"/>
                </a:lnTo>
                <a:lnTo>
                  <a:pt x="1871624" y="1481518"/>
                </a:lnTo>
                <a:lnTo>
                  <a:pt x="1829130" y="1492605"/>
                </a:lnTo>
                <a:lnTo>
                  <a:pt x="1792020" y="1501038"/>
                </a:lnTo>
                <a:lnTo>
                  <a:pt x="1753463" y="1514233"/>
                </a:lnTo>
                <a:lnTo>
                  <a:pt x="1706626" y="1539532"/>
                </a:lnTo>
                <a:lnTo>
                  <a:pt x="1729447" y="1584794"/>
                </a:lnTo>
                <a:lnTo>
                  <a:pt x="1746732" y="1634642"/>
                </a:lnTo>
                <a:lnTo>
                  <a:pt x="1772780" y="1727161"/>
                </a:lnTo>
                <a:lnTo>
                  <a:pt x="1785620" y="1759369"/>
                </a:lnTo>
                <a:lnTo>
                  <a:pt x="1820430" y="1738287"/>
                </a:lnTo>
                <a:lnTo>
                  <a:pt x="1866417" y="1724672"/>
                </a:lnTo>
                <a:lnTo>
                  <a:pt x="1916963" y="1713687"/>
                </a:lnTo>
                <a:lnTo>
                  <a:pt x="1965502" y="1700491"/>
                </a:lnTo>
                <a:lnTo>
                  <a:pt x="2005457" y="1680248"/>
                </a:lnTo>
                <a:close/>
              </a:path>
              <a:path w="2700654" h="2946400">
                <a:moveTo>
                  <a:pt x="2140966" y="2057057"/>
                </a:moveTo>
                <a:lnTo>
                  <a:pt x="2117763" y="2012022"/>
                </a:lnTo>
                <a:lnTo>
                  <a:pt x="2101392" y="1962429"/>
                </a:lnTo>
                <a:lnTo>
                  <a:pt x="2088730" y="1913382"/>
                </a:lnTo>
                <a:lnTo>
                  <a:pt x="2076627" y="1869948"/>
                </a:lnTo>
                <a:lnTo>
                  <a:pt x="2061972" y="1837220"/>
                </a:lnTo>
                <a:lnTo>
                  <a:pt x="2024951" y="1856244"/>
                </a:lnTo>
                <a:lnTo>
                  <a:pt x="1982533" y="1867547"/>
                </a:lnTo>
                <a:lnTo>
                  <a:pt x="1936648" y="1877250"/>
                </a:lnTo>
                <a:lnTo>
                  <a:pt x="1889201" y="1891474"/>
                </a:lnTo>
                <a:lnTo>
                  <a:pt x="1842135" y="1916341"/>
                </a:lnTo>
                <a:lnTo>
                  <a:pt x="1864855" y="1961121"/>
                </a:lnTo>
                <a:lnTo>
                  <a:pt x="1879993" y="2006790"/>
                </a:lnTo>
                <a:lnTo>
                  <a:pt x="1891665" y="2052053"/>
                </a:lnTo>
                <a:lnTo>
                  <a:pt x="1904009" y="2095614"/>
                </a:lnTo>
                <a:lnTo>
                  <a:pt x="1921129" y="2136178"/>
                </a:lnTo>
                <a:lnTo>
                  <a:pt x="1958378" y="2114435"/>
                </a:lnTo>
                <a:lnTo>
                  <a:pt x="2003348" y="2100961"/>
                </a:lnTo>
                <a:lnTo>
                  <a:pt x="2051685" y="2090458"/>
                </a:lnTo>
                <a:lnTo>
                  <a:pt x="2099017" y="2077593"/>
                </a:lnTo>
                <a:lnTo>
                  <a:pt x="2140966" y="2057057"/>
                </a:lnTo>
                <a:close/>
              </a:path>
              <a:path w="2700654" h="2946400">
                <a:moveTo>
                  <a:pt x="2700401" y="2209800"/>
                </a:moveTo>
                <a:lnTo>
                  <a:pt x="2692400" y="2171700"/>
                </a:lnTo>
                <a:lnTo>
                  <a:pt x="2673286" y="2120900"/>
                </a:lnTo>
                <a:lnTo>
                  <a:pt x="2656649" y="2082800"/>
                </a:lnTo>
                <a:lnTo>
                  <a:pt x="2641828" y="2032000"/>
                </a:lnTo>
                <a:lnTo>
                  <a:pt x="2628201" y="1981200"/>
                </a:lnTo>
                <a:lnTo>
                  <a:pt x="2615146" y="1930400"/>
                </a:lnTo>
                <a:lnTo>
                  <a:pt x="2602026" y="1879600"/>
                </a:lnTo>
                <a:lnTo>
                  <a:pt x="2588222" y="1828800"/>
                </a:lnTo>
                <a:lnTo>
                  <a:pt x="2573083" y="1790700"/>
                </a:lnTo>
                <a:lnTo>
                  <a:pt x="2556002" y="1739900"/>
                </a:lnTo>
                <a:lnTo>
                  <a:pt x="2536329" y="1701800"/>
                </a:lnTo>
                <a:lnTo>
                  <a:pt x="2513457" y="1663700"/>
                </a:lnTo>
                <a:lnTo>
                  <a:pt x="2489212" y="1638300"/>
                </a:lnTo>
                <a:lnTo>
                  <a:pt x="2481326" y="1617433"/>
                </a:lnTo>
                <a:lnTo>
                  <a:pt x="2481326" y="2171700"/>
                </a:lnTo>
                <a:lnTo>
                  <a:pt x="2435098" y="2184400"/>
                </a:lnTo>
                <a:lnTo>
                  <a:pt x="2386990" y="2209800"/>
                </a:lnTo>
                <a:lnTo>
                  <a:pt x="2140305" y="2273300"/>
                </a:lnTo>
                <a:lnTo>
                  <a:pt x="2094191" y="2286000"/>
                </a:lnTo>
                <a:lnTo>
                  <a:pt x="2050630" y="2298700"/>
                </a:lnTo>
                <a:lnTo>
                  <a:pt x="2010257" y="2324100"/>
                </a:lnTo>
                <a:lnTo>
                  <a:pt x="1973707" y="2349500"/>
                </a:lnTo>
                <a:lnTo>
                  <a:pt x="1940217" y="2374900"/>
                </a:lnTo>
                <a:lnTo>
                  <a:pt x="1903272" y="2400300"/>
                </a:lnTo>
                <a:lnTo>
                  <a:pt x="1863344" y="2413000"/>
                </a:lnTo>
                <a:lnTo>
                  <a:pt x="1820938" y="2425700"/>
                </a:lnTo>
                <a:lnTo>
                  <a:pt x="1776526" y="2438400"/>
                </a:lnTo>
                <a:lnTo>
                  <a:pt x="1495171" y="2514600"/>
                </a:lnTo>
                <a:lnTo>
                  <a:pt x="1404962" y="2565400"/>
                </a:lnTo>
                <a:lnTo>
                  <a:pt x="1357261" y="2590800"/>
                </a:lnTo>
                <a:lnTo>
                  <a:pt x="1257782" y="2616200"/>
                </a:lnTo>
                <a:lnTo>
                  <a:pt x="1207452" y="2641600"/>
                </a:lnTo>
                <a:lnTo>
                  <a:pt x="1109192" y="2667000"/>
                </a:lnTo>
                <a:lnTo>
                  <a:pt x="1062697" y="2679700"/>
                </a:lnTo>
                <a:lnTo>
                  <a:pt x="1018946" y="2692400"/>
                </a:lnTo>
                <a:lnTo>
                  <a:pt x="978623" y="2705100"/>
                </a:lnTo>
                <a:lnTo>
                  <a:pt x="942479" y="2717800"/>
                </a:lnTo>
                <a:lnTo>
                  <a:pt x="911225" y="2730500"/>
                </a:lnTo>
                <a:lnTo>
                  <a:pt x="894918" y="2692400"/>
                </a:lnTo>
                <a:lnTo>
                  <a:pt x="881938" y="2654300"/>
                </a:lnTo>
                <a:lnTo>
                  <a:pt x="871334" y="2616200"/>
                </a:lnTo>
                <a:lnTo>
                  <a:pt x="862101" y="2578100"/>
                </a:lnTo>
                <a:lnTo>
                  <a:pt x="853300" y="2540000"/>
                </a:lnTo>
                <a:lnTo>
                  <a:pt x="843953" y="2489200"/>
                </a:lnTo>
                <a:lnTo>
                  <a:pt x="833094" y="2451100"/>
                </a:lnTo>
                <a:lnTo>
                  <a:pt x="819746" y="2413000"/>
                </a:lnTo>
                <a:lnTo>
                  <a:pt x="802932" y="2362200"/>
                </a:lnTo>
                <a:lnTo>
                  <a:pt x="781710" y="2311400"/>
                </a:lnTo>
                <a:lnTo>
                  <a:pt x="755091" y="2260600"/>
                </a:lnTo>
                <a:lnTo>
                  <a:pt x="722122" y="2209800"/>
                </a:lnTo>
                <a:lnTo>
                  <a:pt x="684593" y="2146300"/>
                </a:lnTo>
                <a:lnTo>
                  <a:pt x="658025" y="2095500"/>
                </a:lnTo>
                <a:lnTo>
                  <a:pt x="640118" y="2044700"/>
                </a:lnTo>
                <a:lnTo>
                  <a:pt x="628637" y="2006600"/>
                </a:lnTo>
                <a:lnTo>
                  <a:pt x="621322" y="1955800"/>
                </a:lnTo>
                <a:lnTo>
                  <a:pt x="615911" y="1917700"/>
                </a:lnTo>
                <a:lnTo>
                  <a:pt x="610133" y="1892300"/>
                </a:lnTo>
                <a:lnTo>
                  <a:pt x="601738" y="1854200"/>
                </a:lnTo>
                <a:lnTo>
                  <a:pt x="588467" y="1816100"/>
                </a:lnTo>
                <a:lnTo>
                  <a:pt x="568071" y="1778000"/>
                </a:lnTo>
                <a:lnTo>
                  <a:pt x="545287" y="1739900"/>
                </a:lnTo>
                <a:lnTo>
                  <a:pt x="525907" y="1701800"/>
                </a:lnTo>
                <a:lnTo>
                  <a:pt x="509219" y="1651000"/>
                </a:lnTo>
                <a:lnTo>
                  <a:pt x="494499" y="1600200"/>
                </a:lnTo>
                <a:lnTo>
                  <a:pt x="481025" y="1549400"/>
                </a:lnTo>
                <a:lnTo>
                  <a:pt x="468071" y="1498600"/>
                </a:lnTo>
                <a:lnTo>
                  <a:pt x="454914" y="1460500"/>
                </a:lnTo>
                <a:lnTo>
                  <a:pt x="440829" y="1409700"/>
                </a:lnTo>
                <a:lnTo>
                  <a:pt x="425107" y="1371600"/>
                </a:lnTo>
                <a:lnTo>
                  <a:pt x="407035" y="1333500"/>
                </a:lnTo>
                <a:lnTo>
                  <a:pt x="391058" y="1308100"/>
                </a:lnTo>
                <a:lnTo>
                  <a:pt x="375551" y="1270000"/>
                </a:lnTo>
                <a:lnTo>
                  <a:pt x="360349" y="1219200"/>
                </a:lnTo>
                <a:lnTo>
                  <a:pt x="330225" y="1117600"/>
                </a:lnTo>
                <a:lnTo>
                  <a:pt x="314985" y="1066800"/>
                </a:lnTo>
                <a:lnTo>
                  <a:pt x="299415" y="1016000"/>
                </a:lnTo>
                <a:lnTo>
                  <a:pt x="283337" y="965200"/>
                </a:lnTo>
                <a:lnTo>
                  <a:pt x="266623" y="914400"/>
                </a:lnTo>
                <a:lnTo>
                  <a:pt x="249085" y="863600"/>
                </a:lnTo>
                <a:lnTo>
                  <a:pt x="230581" y="825500"/>
                </a:lnTo>
                <a:lnTo>
                  <a:pt x="210947" y="787400"/>
                </a:lnTo>
                <a:lnTo>
                  <a:pt x="261747" y="762000"/>
                </a:lnTo>
                <a:lnTo>
                  <a:pt x="308902" y="736600"/>
                </a:lnTo>
                <a:lnTo>
                  <a:pt x="353161" y="723900"/>
                </a:lnTo>
                <a:lnTo>
                  <a:pt x="395236" y="723900"/>
                </a:lnTo>
                <a:lnTo>
                  <a:pt x="515708" y="685800"/>
                </a:lnTo>
                <a:lnTo>
                  <a:pt x="556387" y="660400"/>
                </a:lnTo>
                <a:lnTo>
                  <a:pt x="569620" y="698500"/>
                </a:lnTo>
                <a:lnTo>
                  <a:pt x="579602" y="749300"/>
                </a:lnTo>
                <a:lnTo>
                  <a:pt x="594906" y="800100"/>
                </a:lnTo>
                <a:lnTo>
                  <a:pt x="624078" y="850900"/>
                </a:lnTo>
                <a:lnTo>
                  <a:pt x="685215" y="825500"/>
                </a:lnTo>
                <a:lnTo>
                  <a:pt x="742480" y="800100"/>
                </a:lnTo>
                <a:lnTo>
                  <a:pt x="796201" y="787400"/>
                </a:lnTo>
                <a:lnTo>
                  <a:pt x="846734" y="774700"/>
                </a:lnTo>
                <a:lnTo>
                  <a:pt x="894422" y="749300"/>
                </a:lnTo>
                <a:lnTo>
                  <a:pt x="939622" y="736600"/>
                </a:lnTo>
                <a:lnTo>
                  <a:pt x="982675" y="723900"/>
                </a:lnTo>
                <a:lnTo>
                  <a:pt x="1023937" y="711200"/>
                </a:lnTo>
                <a:lnTo>
                  <a:pt x="1102690" y="685800"/>
                </a:lnTo>
                <a:lnTo>
                  <a:pt x="1147686" y="673100"/>
                </a:lnTo>
                <a:lnTo>
                  <a:pt x="1196860" y="660400"/>
                </a:lnTo>
                <a:lnTo>
                  <a:pt x="1248371" y="635000"/>
                </a:lnTo>
                <a:lnTo>
                  <a:pt x="1351064" y="609600"/>
                </a:lnTo>
                <a:lnTo>
                  <a:pt x="1398549" y="596900"/>
                </a:lnTo>
                <a:lnTo>
                  <a:pt x="1441005" y="584200"/>
                </a:lnTo>
                <a:lnTo>
                  <a:pt x="1476578" y="558800"/>
                </a:lnTo>
                <a:lnTo>
                  <a:pt x="1503426" y="533400"/>
                </a:lnTo>
                <a:lnTo>
                  <a:pt x="1483842" y="495300"/>
                </a:lnTo>
                <a:lnTo>
                  <a:pt x="1467751" y="444500"/>
                </a:lnTo>
                <a:lnTo>
                  <a:pt x="1452537" y="393700"/>
                </a:lnTo>
                <a:lnTo>
                  <a:pt x="1435608" y="342900"/>
                </a:lnTo>
                <a:lnTo>
                  <a:pt x="1484414" y="330200"/>
                </a:lnTo>
                <a:lnTo>
                  <a:pt x="1527619" y="317500"/>
                </a:lnTo>
                <a:lnTo>
                  <a:pt x="1567205" y="304800"/>
                </a:lnTo>
                <a:lnTo>
                  <a:pt x="1605178" y="292100"/>
                </a:lnTo>
                <a:lnTo>
                  <a:pt x="1643545" y="292100"/>
                </a:lnTo>
                <a:lnTo>
                  <a:pt x="1684312" y="279400"/>
                </a:lnTo>
                <a:lnTo>
                  <a:pt x="1729473" y="254000"/>
                </a:lnTo>
                <a:lnTo>
                  <a:pt x="1781048" y="228600"/>
                </a:lnTo>
                <a:lnTo>
                  <a:pt x="1799996" y="266700"/>
                </a:lnTo>
                <a:lnTo>
                  <a:pt x="1816341" y="317500"/>
                </a:lnTo>
                <a:lnTo>
                  <a:pt x="1830870" y="368300"/>
                </a:lnTo>
                <a:lnTo>
                  <a:pt x="1844370" y="419100"/>
                </a:lnTo>
                <a:lnTo>
                  <a:pt x="1857667" y="482600"/>
                </a:lnTo>
                <a:lnTo>
                  <a:pt x="1871560" y="533400"/>
                </a:lnTo>
                <a:lnTo>
                  <a:pt x="1886839" y="584200"/>
                </a:lnTo>
                <a:lnTo>
                  <a:pt x="1904314" y="622300"/>
                </a:lnTo>
                <a:lnTo>
                  <a:pt x="1924786" y="660400"/>
                </a:lnTo>
                <a:lnTo>
                  <a:pt x="1949069" y="685800"/>
                </a:lnTo>
                <a:lnTo>
                  <a:pt x="1973491" y="723900"/>
                </a:lnTo>
                <a:lnTo>
                  <a:pt x="1994344" y="762000"/>
                </a:lnTo>
                <a:lnTo>
                  <a:pt x="2012340" y="800100"/>
                </a:lnTo>
                <a:lnTo>
                  <a:pt x="2028190" y="850900"/>
                </a:lnTo>
                <a:lnTo>
                  <a:pt x="2042566" y="914400"/>
                </a:lnTo>
                <a:lnTo>
                  <a:pt x="2056193" y="965200"/>
                </a:lnTo>
                <a:lnTo>
                  <a:pt x="2069769" y="1016000"/>
                </a:lnTo>
                <a:lnTo>
                  <a:pt x="2083993" y="1079500"/>
                </a:lnTo>
                <a:lnTo>
                  <a:pt x="2099576" y="1117600"/>
                </a:lnTo>
                <a:lnTo>
                  <a:pt x="2117217" y="1155700"/>
                </a:lnTo>
                <a:lnTo>
                  <a:pt x="2135949" y="1193800"/>
                </a:lnTo>
                <a:lnTo>
                  <a:pt x="2151062" y="1244600"/>
                </a:lnTo>
                <a:lnTo>
                  <a:pt x="2163953" y="1295400"/>
                </a:lnTo>
                <a:lnTo>
                  <a:pt x="2175980" y="1333500"/>
                </a:lnTo>
                <a:lnTo>
                  <a:pt x="2188514" y="1384300"/>
                </a:lnTo>
                <a:lnTo>
                  <a:pt x="2202929" y="1435100"/>
                </a:lnTo>
                <a:lnTo>
                  <a:pt x="2220607" y="1485900"/>
                </a:lnTo>
                <a:lnTo>
                  <a:pt x="2242934" y="1536700"/>
                </a:lnTo>
                <a:lnTo>
                  <a:pt x="2271268" y="1587500"/>
                </a:lnTo>
                <a:lnTo>
                  <a:pt x="2291892" y="1625600"/>
                </a:lnTo>
                <a:lnTo>
                  <a:pt x="2310130" y="1663700"/>
                </a:lnTo>
                <a:lnTo>
                  <a:pt x="2326411" y="1701800"/>
                </a:lnTo>
                <a:lnTo>
                  <a:pt x="2341194" y="1752600"/>
                </a:lnTo>
                <a:lnTo>
                  <a:pt x="2354935" y="1803400"/>
                </a:lnTo>
                <a:lnTo>
                  <a:pt x="2368080" y="1854200"/>
                </a:lnTo>
                <a:lnTo>
                  <a:pt x="2381085" y="1905000"/>
                </a:lnTo>
                <a:lnTo>
                  <a:pt x="2394394" y="1943100"/>
                </a:lnTo>
                <a:lnTo>
                  <a:pt x="2408466" y="1993900"/>
                </a:lnTo>
                <a:lnTo>
                  <a:pt x="2423731" y="2044700"/>
                </a:lnTo>
                <a:lnTo>
                  <a:pt x="2440673" y="2095500"/>
                </a:lnTo>
                <a:lnTo>
                  <a:pt x="2459710" y="2133600"/>
                </a:lnTo>
                <a:lnTo>
                  <a:pt x="2481326" y="2171700"/>
                </a:lnTo>
                <a:lnTo>
                  <a:pt x="2481326" y="1617433"/>
                </a:lnTo>
                <a:lnTo>
                  <a:pt x="2470023" y="1587500"/>
                </a:lnTo>
                <a:lnTo>
                  <a:pt x="2454592" y="1549400"/>
                </a:lnTo>
                <a:lnTo>
                  <a:pt x="2441613" y="1498600"/>
                </a:lnTo>
                <a:lnTo>
                  <a:pt x="2429776" y="1460500"/>
                </a:lnTo>
                <a:lnTo>
                  <a:pt x="2417762" y="1409700"/>
                </a:lnTo>
                <a:lnTo>
                  <a:pt x="2404287" y="1358900"/>
                </a:lnTo>
                <a:lnTo>
                  <a:pt x="2388044" y="1295400"/>
                </a:lnTo>
                <a:lnTo>
                  <a:pt x="2367711" y="1244600"/>
                </a:lnTo>
                <a:lnTo>
                  <a:pt x="2342007" y="1193800"/>
                </a:lnTo>
                <a:lnTo>
                  <a:pt x="2320074" y="1143000"/>
                </a:lnTo>
                <a:lnTo>
                  <a:pt x="2301925" y="1092200"/>
                </a:lnTo>
                <a:lnTo>
                  <a:pt x="2286762" y="1054100"/>
                </a:lnTo>
                <a:lnTo>
                  <a:pt x="2273795" y="1003300"/>
                </a:lnTo>
                <a:lnTo>
                  <a:pt x="2262251" y="952500"/>
                </a:lnTo>
                <a:lnTo>
                  <a:pt x="2251354" y="901700"/>
                </a:lnTo>
                <a:lnTo>
                  <a:pt x="2240305" y="850900"/>
                </a:lnTo>
                <a:lnTo>
                  <a:pt x="2228342" y="812800"/>
                </a:lnTo>
                <a:lnTo>
                  <a:pt x="2214664" y="774700"/>
                </a:lnTo>
                <a:lnTo>
                  <a:pt x="2198497" y="736600"/>
                </a:lnTo>
                <a:lnTo>
                  <a:pt x="2179053" y="698500"/>
                </a:lnTo>
                <a:lnTo>
                  <a:pt x="2155571" y="673100"/>
                </a:lnTo>
                <a:lnTo>
                  <a:pt x="2133435" y="647700"/>
                </a:lnTo>
                <a:lnTo>
                  <a:pt x="2114245" y="609600"/>
                </a:lnTo>
                <a:lnTo>
                  <a:pt x="2097468" y="571500"/>
                </a:lnTo>
                <a:lnTo>
                  <a:pt x="2082571" y="533400"/>
                </a:lnTo>
                <a:lnTo>
                  <a:pt x="2069033" y="482600"/>
                </a:lnTo>
                <a:lnTo>
                  <a:pt x="2056333" y="431800"/>
                </a:lnTo>
                <a:lnTo>
                  <a:pt x="2043950" y="368300"/>
                </a:lnTo>
                <a:lnTo>
                  <a:pt x="2031365" y="317500"/>
                </a:lnTo>
                <a:lnTo>
                  <a:pt x="2018030" y="266700"/>
                </a:lnTo>
                <a:lnTo>
                  <a:pt x="2007095" y="228600"/>
                </a:lnTo>
                <a:lnTo>
                  <a:pt x="2003450" y="215900"/>
                </a:lnTo>
                <a:lnTo>
                  <a:pt x="1987080" y="165100"/>
                </a:lnTo>
                <a:lnTo>
                  <a:pt x="1968411" y="127000"/>
                </a:lnTo>
                <a:lnTo>
                  <a:pt x="1946910" y="88900"/>
                </a:lnTo>
                <a:lnTo>
                  <a:pt x="1899081" y="25400"/>
                </a:lnTo>
                <a:lnTo>
                  <a:pt x="1860118" y="12700"/>
                </a:lnTo>
                <a:lnTo>
                  <a:pt x="1817522" y="0"/>
                </a:lnTo>
                <a:lnTo>
                  <a:pt x="1776095" y="12700"/>
                </a:lnTo>
                <a:lnTo>
                  <a:pt x="1745767" y="25400"/>
                </a:lnTo>
                <a:lnTo>
                  <a:pt x="1709293" y="50800"/>
                </a:lnTo>
                <a:lnTo>
                  <a:pt x="1667751" y="63500"/>
                </a:lnTo>
                <a:lnTo>
                  <a:pt x="1622196" y="76200"/>
                </a:lnTo>
                <a:lnTo>
                  <a:pt x="1573720" y="88900"/>
                </a:lnTo>
                <a:lnTo>
                  <a:pt x="1371879" y="139700"/>
                </a:lnTo>
                <a:lnTo>
                  <a:pt x="1324800" y="165100"/>
                </a:lnTo>
                <a:lnTo>
                  <a:pt x="1281201" y="177800"/>
                </a:lnTo>
                <a:lnTo>
                  <a:pt x="1242187" y="203200"/>
                </a:lnTo>
                <a:lnTo>
                  <a:pt x="1233170" y="190500"/>
                </a:lnTo>
                <a:lnTo>
                  <a:pt x="1230185" y="177800"/>
                </a:lnTo>
                <a:lnTo>
                  <a:pt x="1227569" y="165100"/>
                </a:lnTo>
                <a:lnTo>
                  <a:pt x="1219708" y="139700"/>
                </a:lnTo>
                <a:lnTo>
                  <a:pt x="1198600" y="101600"/>
                </a:lnTo>
                <a:lnTo>
                  <a:pt x="1168577" y="76200"/>
                </a:lnTo>
                <a:lnTo>
                  <a:pt x="1132014" y="63500"/>
                </a:lnTo>
                <a:lnTo>
                  <a:pt x="1091323" y="50800"/>
                </a:lnTo>
                <a:lnTo>
                  <a:pt x="1048893" y="63500"/>
                </a:lnTo>
                <a:lnTo>
                  <a:pt x="1039901" y="69215"/>
                </a:lnTo>
                <a:lnTo>
                  <a:pt x="1039901" y="342900"/>
                </a:lnTo>
                <a:lnTo>
                  <a:pt x="1031570" y="381000"/>
                </a:lnTo>
                <a:lnTo>
                  <a:pt x="1009256" y="419100"/>
                </a:lnTo>
                <a:lnTo>
                  <a:pt x="973455" y="444500"/>
                </a:lnTo>
                <a:lnTo>
                  <a:pt x="899096" y="444500"/>
                </a:lnTo>
                <a:lnTo>
                  <a:pt x="865974" y="419100"/>
                </a:lnTo>
                <a:lnTo>
                  <a:pt x="845312" y="381000"/>
                </a:lnTo>
                <a:lnTo>
                  <a:pt x="843724" y="342900"/>
                </a:lnTo>
                <a:lnTo>
                  <a:pt x="856386" y="304800"/>
                </a:lnTo>
                <a:lnTo>
                  <a:pt x="879386" y="266700"/>
                </a:lnTo>
                <a:lnTo>
                  <a:pt x="908812" y="254000"/>
                </a:lnTo>
                <a:lnTo>
                  <a:pt x="943140" y="254000"/>
                </a:lnTo>
                <a:lnTo>
                  <a:pt x="980579" y="266700"/>
                </a:lnTo>
                <a:lnTo>
                  <a:pt x="1013371" y="292100"/>
                </a:lnTo>
                <a:lnTo>
                  <a:pt x="1033780" y="317500"/>
                </a:lnTo>
                <a:lnTo>
                  <a:pt x="1039901" y="342900"/>
                </a:lnTo>
                <a:lnTo>
                  <a:pt x="1039901" y="69215"/>
                </a:lnTo>
                <a:lnTo>
                  <a:pt x="967917" y="114300"/>
                </a:lnTo>
                <a:lnTo>
                  <a:pt x="925436" y="127000"/>
                </a:lnTo>
                <a:lnTo>
                  <a:pt x="880910" y="139700"/>
                </a:lnTo>
                <a:lnTo>
                  <a:pt x="833843" y="152400"/>
                </a:lnTo>
                <a:lnTo>
                  <a:pt x="783691" y="165100"/>
                </a:lnTo>
                <a:lnTo>
                  <a:pt x="729945" y="177800"/>
                </a:lnTo>
                <a:lnTo>
                  <a:pt x="672084" y="203200"/>
                </a:lnTo>
                <a:lnTo>
                  <a:pt x="626999" y="215900"/>
                </a:lnTo>
                <a:lnTo>
                  <a:pt x="596150" y="254000"/>
                </a:lnTo>
                <a:lnTo>
                  <a:pt x="579793" y="292100"/>
                </a:lnTo>
                <a:lnTo>
                  <a:pt x="578180" y="330200"/>
                </a:lnTo>
                <a:lnTo>
                  <a:pt x="591566" y="368300"/>
                </a:lnTo>
                <a:lnTo>
                  <a:pt x="597027" y="381000"/>
                </a:lnTo>
                <a:lnTo>
                  <a:pt x="601243" y="393700"/>
                </a:lnTo>
                <a:lnTo>
                  <a:pt x="606272" y="406400"/>
                </a:lnTo>
                <a:lnTo>
                  <a:pt x="614172" y="431800"/>
                </a:lnTo>
                <a:lnTo>
                  <a:pt x="558939" y="457200"/>
                </a:lnTo>
                <a:lnTo>
                  <a:pt x="508749" y="495300"/>
                </a:lnTo>
                <a:lnTo>
                  <a:pt x="462648" y="508000"/>
                </a:lnTo>
                <a:lnTo>
                  <a:pt x="419735" y="520700"/>
                </a:lnTo>
                <a:lnTo>
                  <a:pt x="379069" y="533400"/>
                </a:lnTo>
                <a:lnTo>
                  <a:pt x="261442" y="571500"/>
                </a:lnTo>
                <a:lnTo>
                  <a:pt x="220611" y="584200"/>
                </a:lnTo>
                <a:lnTo>
                  <a:pt x="177444" y="584200"/>
                </a:lnTo>
                <a:lnTo>
                  <a:pt x="131013" y="609600"/>
                </a:lnTo>
                <a:lnTo>
                  <a:pt x="80391" y="622300"/>
                </a:lnTo>
                <a:lnTo>
                  <a:pt x="41325" y="660400"/>
                </a:lnTo>
                <a:lnTo>
                  <a:pt x="15709" y="698500"/>
                </a:lnTo>
                <a:lnTo>
                  <a:pt x="2336" y="736600"/>
                </a:lnTo>
                <a:lnTo>
                  <a:pt x="0" y="800100"/>
                </a:lnTo>
                <a:lnTo>
                  <a:pt x="24968" y="838200"/>
                </a:lnTo>
                <a:lnTo>
                  <a:pt x="43751" y="889000"/>
                </a:lnTo>
                <a:lnTo>
                  <a:pt x="57581" y="927100"/>
                </a:lnTo>
                <a:lnTo>
                  <a:pt x="67665" y="965200"/>
                </a:lnTo>
                <a:lnTo>
                  <a:pt x="75260" y="1003300"/>
                </a:lnTo>
                <a:lnTo>
                  <a:pt x="87871" y="1079500"/>
                </a:lnTo>
                <a:lnTo>
                  <a:pt x="95351" y="1117600"/>
                </a:lnTo>
                <a:lnTo>
                  <a:pt x="105257" y="1155700"/>
                </a:lnTo>
                <a:lnTo>
                  <a:pt x="118833" y="1193800"/>
                </a:lnTo>
                <a:lnTo>
                  <a:pt x="161861" y="1282700"/>
                </a:lnTo>
                <a:lnTo>
                  <a:pt x="193802" y="1333500"/>
                </a:lnTo>
                <a:lnTo>
                  <a:pt x="235026" y="1397000"/>
                </a:lnTo>
                <a:lnTo>
                  <a:pt x="266268" y="1460500"/>
                </a:lnTo>
                <a:lnTo>
                  <a:pt x="289204" y="1511300"/>
                </a:lnTo>
                <a:lnTo>
                  <a:pt x="305498" y="1562100"/>
                </a:lnTo>
                <a:lnTo>
                  <a:pt x="316826" y="1612900"/>
                </a:lnTo>
                <a:lnTo>
                  <a:pt x="324878" y="1651000"/>
                </a:lnTo>
                <a:lnTo>
                  <a:pt x="331317" y="1689100"/>
                </a:lnTo>
                <a:lnTo>
                  <a:pt x="337820" y="1727200"/>
                </a:lnTo>
                <a:lnTo>
                  <a:pt x="346075" y="1752600"/>
                </a:lnTo>
                <a:lnTo>
                  <a:pt x="357759" y="1790700"/>
                </a:lnTo>
                <a:lnTo>
                  <a:pt x="369201" y="1816100"/>
                </a:lnTo>
                <a:lnTo>
                  <a:pt x="378853" y="1854200"/>
                </a:lnTo>
                <a:lnTo>
                  <a:pt x="387667" y="1892300"/>
                </a:lnTo>
                <a:lnTo>
                  <a:pt x="396608" y="1930400"/>
                </a:lnTo>
                <a:lnTo>
                  <a:pt x="406654" y="1981200"/>
                </a:lnTo>
                <a:lnTo>
                  <a:pt x="418769" y="2032000"/>
                </a:lnTo>
                <a:lnTo>
                  <a:pt x="433908" y="2082800"/>
                </a:lnTo>
                <a:lnTo>
                  <a:pt x="453059" y="2133600"/>
                </a:lnTo>
                <a:lnTo>
                  <a:pt x="507225" y="2247900"/>
                </a:lnTo>
                <a:lnTo>
                  <a:pt x="544195" y="2311400"/>
                </a:lnTo>
                <a:lnTo>
                  <a:pt x="574916" y="2362200"/>
                </a:lnTo>
                <a:lnTo>
                  <a:pt x="598982" y="2400300"/>
                </a:lnTo>
                <a:lnTo>
                  <a:pt x="617499" y="2451100"/>
                </a:lnTo>
                <a:lnTo>
                  <a:pt x="631596" y="2489200"/>
                </a:lnTo>
                <a:lnTo>
                  <a:pt x="642416" y="2527300"/>
                </a:lnTo>
                <a:lnTo>
                  <a:pt x="651052" y="2565400"/>
                </a:lnTo>
                <a:lnTo>
                  <a:pt x="666343" y="2641600"/>
                </a:lnTo>
                <a:lnTo>
                  <a:pt x="675233" y="2679700"/>
                </a:lnTo>
                <a:lnTo>
                  <a:pt x="686447" y="2730500"/>
                </a:lnTo>
                <a:lnTo>
                  <a:pt x="701128" y="2768600"/>
                </a:lnTo>
                <a:lnTo>
                  <a:pt x="720394" y="2819400"/>
                </a:lnTo>
                <a:lnTo>
                  <a:pt x="745363" y="2870200"/>
                </a:lnTo>
                <a:lnTo>
                  <a:pt x="769581" y="2908300"/>
                </a:lnTo>
                <a:lnTo>
                  <a:pt x="799541" y="2933700"/>
                </a:lnTo>
                <a:lnTo>
                  <a:pt x="834466" y="2946400"/>
                </a:lnTo>
                <a:lnTo>
                  <a:pt x="916178" y="2946400"/>
                </a:lnTo>
                <a:lnTo>
                  <a:pt x="948220" y="2933700"/>
                </a:lnTo>
                <a:lnTo>
                  <a:pt x="990231" y="2921000"/>
                </a:lnTo>
                <a:lnTo>
                  <a:pt x="1039342" y="2908300"/>
                </a:lnTo>
                <a:lnTo>
                  <a:pt x="1092695" y="2895600"/>
                </a:lnTo>
                <a:lnTo>
                  <a:pt x="1147432" y="2870200"/>
                </a:lnTo>
                <a:lnTo>
                  <a:pt x="1200721" y="2857500"/>
                </a:lnTo>
                <a:lnTo>
                  <a:pt x="1249680" y="2844800"/>
                </a:lnTo>
                <a:lnTo>
                  <a:pt x="1291463" y="2819400"/>
                </a:lnTo>
                <a:lnTo>
                  <a:pt x="1323213" y="2806700"/>
                </a:lnTo>
                <a:lnTo>
                  <a:pt x="1354823" y="2781300"/>
                </a:lnTo>
                <a:lnTo>
                  <a:pt x="1396276" y="2768600"/>
                </a:lnTo>
                <a:lnTo>
                  <a:pt x="1444815" y="2743200"/>
                </a:lnTo>
                <a:lnTo>
                  <a:pt x="1497672" y="2730500"/>
                </a:lnTo>
                <a:lnTo>
                  <a:pt x="1552079" y="2730500"/>
                </a:lnTo>
                <a:lnTo>
                  <a:pt x="1605292" y="2717800"/>
                </a:lnTo>
                <a:lnTo>
                  <a:pt x="1654530" y="2692400"/>
                </a:lnTo>
                <a:lnTo>
                  <a:pt x="1697062" y="2679700"/>
                </a:lnTo>
                <a:lnTo>
                  <a:pt x="1730121" y="2654300"/>
                </a:lnTo>
                <a:lnTo>
                  <a:pt x="1760855" y="2628900"/>
                </a:lnTo>
                <a:lnTo>
                  <a:pt x="1797456" y="2616200"/>
                </a:lnTo>
                <a:lnTo>
                  <a:pt x="1838731" y="2590800"/>
                </a:lnTo>
                <a:lnTo>
                  <a:pt x="1883562" y="2578100"/>
                </a:lnTo>
                <a:lnTo>
                  <a:pt x="2075014" y="2527300"/>
                </a:lnTo>
                <a:lnTo>
                  <a:pt x="2120138" y="2514600"/>
                </a:lnTo>
                <a:lnTo>
                  <a:pt x="2157730" y="2501900"/>
                </a:lnTo>
                <a:lnTo>
                  <a:pt x="2198725" y="2489200"/>
                </a:lnTo>
                <a:lnTo>
                  <a:pt x="2242464" y="2476500"/>
                </a:lnTo>
                <a:lnTo>
                  <a:pt x="2479192" y="2413000"/>
                </a:lnTo>
                <a:lnTo>
                  <a:pt x="2525522" y="2387600"/>
                </a:lnTo>
                <a:lnTo>
                  <a:pt x="2569959" y="2362200"/>
                </a:lnTo>
                <a:lnTo>
                  <a:pt x="2611882" y="2336800"/>
                </a:lnTo>
                <a:lnTo>
                  <a:pt x="2652331" y="2324100"/>
                </a:lnTo>
                <a:lnTo>
                  <a:pt x="2680487" y="2286000"/>
                </a:lnTo>
                <a:lnTo>
                  <a:pt x="2696476" y="2247900"/>
                </a:lnTo>
                <a:lnTo>
                  <a:pt x="2700401" y="22098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886825" y="1073530"/>
            <a:ext cx="2399030" cy="1355090"/>
          </a:xfrm>
          <a:custGeom>
            <a:avLst/>
            <a:gdLst/>
            <a:ahLst/>
            <a:cxnLst/>
            <a:rect l="l" t="t" r="r" b="b"/>
            <a:pathLst>
              <a:path w="2399029" h="1355089">
                <a:moveTo>
                  <a:pt x="1913636" y="857504"/>
                </a:moveTo>
                <a:lnTo>
                  <a:pt x="1847850" y="872312"/>
                </a:lnTo>
                <a:lnTo>
                  <a:pt x="1788579" y="882878"/>
                </a:lnTo>
                <a:lnTo>
                  <a:pt x="1735010" y="890143"/>
                </a:lnTo>
                <a:lnTo>
                  <a:pt x="1686344" y="895019"/>
                </a:lnTo>
                <a:lnTo>
                  <a:pt x="1600568" y="901420"/>
                </a:lnTo>
                <a:lnTo>
                  <a:pt x="1561871" y="904811"/>
                </a:lnTo>
                <a:lnTo>
                  <a:pt x="1524889" y="909574"/>
                </a:lnTo>
                <a:lnTo>
                  <a:pt x="1490154" y="914412"/>
                </a:lnTo>
                <a:lnTo>
                  <a:pt x="1451000" y="918883"/>
                </a:lnTo>
                <a:lnTo>
                  <a:pt x="1361020" y="928090"/>
                </a:lnTo>
                <a:lnTo>
                  <a:pt x="1310982" y="933500"/>
                </a:lnTo>
                <a:lnTo>
                  <a:pt x="1258100" y="939901"/>
                </a:lnTo>
                <a:lnTo>
                  <a:pt x="1202766" y="947623"/>
                </a:lnTo>
                <a:lnTo>
                  <a:pt x="1145387" y="957008"/>
                </a:lnTo>
                <a:lnTo>
                  <a:pt x="1086358" y="968375"/>
                </a:lnTo>
                <a:lnTo>
                  <a:pt x="1048308" y="948321"/>
                </a:lnTo>
                <a:lnTo>
                  <a:pt x="1009865" y="922985"/>
                </a:lnTo>
                <a:lnTo>
                  <a:pt x="971042" y="894194"/>
                </a:lnTo>
                <a:lnTo>
                  <a:pt x="931811" y="863777"/>
                </a:lnTo>
                <a:lnTo>
                  <a:pt x="892187" y="833577"/>
                </a:lnTo>
                <a:lnTo>
                  <a:pt x="852170" y="805421"/>
                </a:lnTo>
                <a:lnTo>
                  <a:pt x="811745" y="781126"/>
                </a:lnTo>
                <a:lnTo>
                  <a:pt x="770940" y="762533"/>
                </a:lnTo>
                <a:lnTo>
                  <a:pt x="729742" y="751459"/>
                </a:lnTo>
                <a:lnTo>
                  <a:pt x="689673" y="740156"/>
                </a:lnTo>
                <a:lnTo>
                  <a:pt x="651713" y="721004"/>
                </a:lnTo>
                <a:lnTo>
                  <a:pt x="615010" y="696023"/>
                </a:lnTo>
                <a:lnTo>
                  <a:pt x="578700" y="667169"/>
                </a:lnTo>
                <a:lnTo>
                  <a:pt x="541934" y="636435"/>
                </a:lnTo>
                <a:lnTo>
                  <a:pt x="503847" y="605828"/>
                </a:lnTo>
                <a:lnTo>
                  <a:pt x="463588" y="577316"/>
                </a:lnTo>
                <a:lnTo>
                  <a:pt x="420293" y="552894"/>
                </a:lnTo>
                <a:lnTo>
                  <a:pt x="373126" y="534543"/>
                </a:lnTo>
                <a:lnTo>
                  <a:pt x="366674" y="585076"/>
                </a:lnTo>
                <a:lnTo>
                  <a:pt x="358889" y="628904"/>
                </a:lnTo>
                <a:lnTo>
                  <a:pt x="349935" y="669137"/>
                </a:lnTo>
                <a:lnTo>
                  <a:pt x="329158" y="751281"/>
                </a:lnTo>
                <a:lnTo>
                  <a:pt x="317677" y="799401"/>
                </a:lnTo>
                <a:lnTo>
                  <a:pt x="305689" y="856361"/>
                </a:lnTo>
                <a:lnTo>
                  <a:pt x="301231" y="891044"/>
                </a:lnTo>
                <a:lnTo>
                  <a:pt x="302539" y="924229"/>
                </a:lnTo>
                <a:lnTo>
                  <a:pt x="321360" y="986269"/>
                </a:lnTo>
                <a:lnTo>
                  <a:pt x="360057" y="1042873"/>
                </a:lnTo>
                <a:lnTo>
                  <a:pt x="416560" y="1094460"/>
                </a:lnTo>
                <a:lnTo>
                  <a:pt x="450824" y="1118489"/>
                </a:lnTo>
                <a:lnTo>
                  <a:pt x="488772" y="1141399"/>
                </a:lnTo>
                <a:lnTo>
                  <a:pt x="530110" y="1163256"/>
                </a:lnTo>
                <a:lnTo>
                  <a:pt x="574611" y="1184109"/>
                </a:lnTo>
                <a:lnTo>
                  <a:pt x="621982" y="1203998"/>
                </a:lnTo>
                <a:lnTo>
                  <a:pt x="671995" y="1222959"/>
                </a:lnTo>
                <a:lnTo>
                  <a:pt x="724357" y="1241082"/>
                </a:lnTo>
                <a:lnTo>
                  <a:pt x="778827" y="1258379"/>
                </a:lnTo>
                <a:lnTo>
                  <a:pt x="835152" y="1274914"/>
                </a:lnTo>
                <a:lnTo>
                  <a:pt x="893051" y="1290726"/>
                </a:lnTo>
                <a:lnTo>
                  <a:pt x="952271" y="1305890"/>
                </a:lnTo>
                <a:lnTo>
                  <a:pt x="1012571" y="1320419"/>
                </a:lnTo>
                <a:lnTo>
                  <a:pt x="1077569" y="1331302"/>
                </a:lnTo>
                <a:lnTo>
                  <a:pt x="1141869" y="1340129"/>
                </a:lnTo>
                <a:lnTo>
                  <a:pt x="1205191" y="1346885"/>
                </a:lnTo>
                <a:lnTo>
                  <a:pt x="1267231" y="1351610"/>
                </a:lnTo>
                <a:lnTo>
                  <a:pt x="1327708" y="1354277"/>
                </a:lnTo>
                <a:lnTo>
                  <a:pt x="1386319" y="1354899"/>
                </a:lnTo>
                <a:lnTo>
                  <a:pt x="1442770" y="1353489"/>
                </a:lnTo>
                <a:lnTo>
                  <a:pt x="1496783" y="1350048"/>
                </a:lnTo>
                <a:lnTo>
                  <a:pt x="1548066" y="1344574"/>
                </a:lnTo>
                <a:lnTo>
                  <a:pt x="1596313" y="1337081"/>
                </a:lnTo>
                <a:lnTo>
                  <a:pt x="1641246" y="1327569"/>
                </a:lnTo>
                <a:lnTo>
                  <a:pt x="1682559" y="1316037"/>
                </a:lnTo>
                <a:lnTo>
                  <a:pt x="1719986" y="1302499"/>
                </a:lnTo>
                <a:lnTo>
                  <a:pt x="1781937" y="1269415"/>
                </a:lnTo>
                <a:lnTo>
                  <a:pt x="1824786" y="1228344"/>
                </a:lnTo>
                <a:lnTo>
                  <a:pt x="1846199" y="1179322"/>
                </a:lnTo>
                <a:lnTo>
                  <a:pt x="1855711" y="1116444"/>
                </a:lnTo>
                <a:lnTo>
                  <a:pt x="1867877" y="1062469"/>
                </a:lnTo>
                <a:lnTo>
                  <a:pt x="1881136" y="1015428"/>
                </a:lnTo>
                <a:lnTo>
                  <a:pt x="1893900" y="973366"/>
                </a:lnTo>
                <a:lnTo>
                  <a:pt x="1904619" y="934326"/>
                </a:lnTo>
                <a:lnTo>
                  <a:pt x="1911718" y="896366"/>
                </a:lnTo>
                <a:lnTo>
                  <a:pt x="1913636" y="857504"/>
                </a:lnTo>
                <a:close/>
              </a:path>
              <a:path w="2399029" h="1355089">
                <a:moveTo>
                  <a:pt x="2398776" y="680593"/>
                </a:moveTo>
                <a:lnTo>
                  <a:pt x="2348090" y="651687"/>
                </a:lnTo>
                <a:lnTo>
                  <a:pt x="2301862" y="622579"/>
                </a:lnTo>
                <a:lnTo>
                  <a:pt x="2258885" y="593699"/>
                </a:lnTo>
                <a:lnTo>
                  <a:pt x="2217966" y="565454"/>
                </a:lnTo>
                <a:lnTo>
                  <a:pt x="2177935" y="538289"/>
                </a:lnTo>
                <a:lnTo>
                  <a:pt x="2137575" y="512597"/>
                </a:lnTo>
                <a:lnTo>
                  <a:pt x="2095715" y="488823"/>
                </a:lnTo>
                <a:lnTo>
                  <a:pt x="2051177" y="467360"/>
                </a:lnTo>
                <a:lnTo>
                  <a:pt x="2011019" y="446684"/>
                </a:lnTo>
                <a:lnTo>
                  <a:pt x="1972297" y="421373"/>
                </a:lnTo>
                <a:lnTo>
                  <a:pt x="1934159" y="392874"/>
                </a:lnTo>
                <a:lnTo>
                  <a:pt x="1895754" y="362572"/>
                </a:lnTo>
                <a:lnTo>
                  <a:pt x="1856244" y="331901"/>
                </a:lnTo>
                <a:lnTo>
                  <a:pt x="1814779" y="302260"/>
                </a:lnTo>
                <a:lnTo>
                  <a:pt x="1770507" y="275069"/>
                </a:lnTo>
                <a:lnTo>
                  <a:pt x="1722589" y="251739"/>
                </a:lnTo>
                <a:lnTo>
                  <a:pt x="1670177" y="233680"/>
                </a:lnTo>
                <a:lnTo>
                  <a:pt x="1618056" y="216382"/>
                </a:lnTo>
                <a:lnTo>
                  <a:pt x="1570837" y="194919"/>
                </a:lnTo>
                <a:lnTo>
                  <a:pt x="1527454" y="170167"/>
                </a:lnTo>
                <a:lnTo>
                  <a:pt x="1486877" y="142963"/>
                </a:lnTo>
                <a:lnTo>
                  <a:pt x="1448041" y="114160"/>
                </a:lnTo>
                <a:lnTo>
                  <a:pt x="1409915" y="84607"/>
                </a:lnTo>
                <a:lnTo>
                  <a:pt x="1371447" y="55168"/>
                </a:lnTo>
                <a:lnTo>
                  <a:pt x="1331595" y="26682"/>
                </a:lnTo>
                <a:lnTo>
                  <a:pt x="1289304" y="0"/>
                </a:lnTo>
                <a:lnTo>
                  <a:pt x="1247927" y="15278"/>
                </a:lnTo>
                <a:lnTo>
                  <a:pt x="1206385" y="23914"/>
                </a:lnTo>
                <a:lnTo>
                  <a:pt x="1164488" y="27647"/>
                </a:lnTo>
                <a:lnTo>
                  <a:pt x="1122070" y="28181"/>
                </a:lnTo>
                <a:lnTo>
                  <a:pt x="1078941" y="27266"/>
                </a:lnTo>
                <a:lnTo>
                  <a:pt x="1034935" y="26606"/>
                </a:lnTo>
                <a:lnTo>
                  <a:pt x="989863" y="27940"/>
                </a:lnTo>
                <a:lnTo>
                  <a:pt x="943571" y="32981"/>
                </a:lnTo>
                <a:lnTo>
                  <a:pt x="895870" y="43459"/>
                </a:lnTo>
                <a:lnTo>
                  <a:pt x="846582" y="61087"/>
                </a:lnTo>
                <a:lnTo>
                  <a:pt x="793280" y="81038"/>
                </a:lnTo>
                <a:lnTo>
                  <a:pt x="744131" y="93624"/>
                </a:lnTo>
                <a:lnTo>
                  <a:pt x="698258" y="100545"/>
                </a:lnTo>
                <a:lnTo>
                  <a:pt x="654786" y="103466"/>
                </a:lnTo>
                <a:lnTo>
                  <a:pt x="612825" y="104063"/>
                </a:lnTo>
                <a:lnTo>
                  <a:pt x="571512" y="104025"/>
                </a:lnTo>
                <a:lnTo>
                  <a:pt x="529945" y="104990"/>
                </a:lnTo>
                <a:lnTo>
                  <a:pt x="487273" y="108673"/>
                </a:lnTo>
                <a:lnTo>
                  <a:pt x="397014" y="124942"/>
                </a:lnTo>
                <a:lnTo>
                  <a:pt x="351878" y="129095"/>
                </a:lnTo>
                <a:lnTo>
                  <a:pt x="306590" y="130746"/>
                </a:lnTo>
                <a:lnTo>
                  <a:pt x="260591" y="131521"/>
                </a:lnTo>
                <a:lnTo>
                  <a:pt x="213309" y="132994"/>
                </a:lnTo>
                <a:lnTo>
                  <a:pt x="164185" y="136766"/>
                </a:lnTo>
                <a:lnTo>
                  <a:pt x="112636" y="144424"/>
                </a:lnTo>
                <a:lnTo>
                  <a:pt x="58089" y="157581"/>
                </a:lnTo>
                <a:lnTo>
                  <a:pt x="0" y="177800"/>
                </a:lnTo>
                <a:lnTo>
                  <a:pt x="38849" y="195122"/>
                </a:lnTo>
                <a:lnTo>
                  <a:pt x="73571" y="218567"/>
                </a:lnTo>
                <a:lnTo>
                  <a:pt x="107137" y="243459"/>
                </a:lnTo>
                <a:lnTo>
                  <a:pt x="142494" y="265049"/>
                </a:lnTo>
                <a:lnTo>
                  <a:pt x="144576" y="304038"/>
                </a:lnTo>
                <a:lnTo>
                  <a:pt x="140766" y="344843"/>
                </a:lnTo>
                <a:lnTo>
                  <a:pt x="132232" y="387324"/>
                </a:lnTo>
                <a:lnTo>
                  <a:pt x="120154" y="431342"/>
                </a:lnTo>
                <a:lnTo>
                  <a:pt x="105740" y="476770"/>
                </a:lnTo>
                <a:lnTo>
                  <a:pt x="90157" y="523468"/>
                </a:lnTo>
                <a:lnTo>
                  <a:pt x="74599" y="571309"/>
                </a:lnTo>
                <a:lnTo>
                  <a:pt x="60248" y="620141"/>
                </a:lnTo>
                <a:lnTo>
                  <a:pt x="48298" y="669836"/>
                </a:lnTo>
                <a:lnTo>
                  <a:pt x="39928" y="720267"/>
                </a:lnTo>
                <a:lnTo>
                  <a:pt x="36322" y="771271"/>
                </a:lnTo>
                <a:lnTo>
                  <a:pt x="37312" y="793699"/>
                </a:lnTo>
                <a:lnTo>
                  <a:pt x="44526" y="811745"/>
                </a:lnTo>
                <a:lnTo>
                  <a:pt x="58508" y="826198"/>
                </a:lnTo>
                <a:lnTo>
                  <a:pt x="79883" y="837819"/>
                </a:lnTo>
                <a:lnTo>
                  <a:pt x="100723" y="836930"/>
                </a:lnTo>
                <a:lnTo>
                  <a:pt x="120345" y="829233"/>
                </a:lnTo>
                <a:lnTo>
                  <a:pt x="136359" y="814946"/>
                </a:lnTo>
                <a:lnTo>
                  <a:pt x="146431" y="794258"/>
                </a:lnTo>
                <a:lnTo>
                  <a:pt x="145846" y="737489"/>
                </a:lnTo>
                <a:lnTo>
                  <a:pt x="149631" y="685050"/>
                </a:lnTo>
                <a:lnTo>
                  <a:pt x="157010" y="636155"/>
                </a:lnTo>
                <a:lnTo>
                  <a:pt x="167195" y="590016"/>
                </a:lnTo>
                <a:lnTo>
                  <a:pt x="179438" y="545833"/>
                </a:lnTo>
                <a:lnTo>
                  <a:pt x="192963" y="502831"/>
                </a:lnTo>
                <a:lnTo>
                  <a:pt x="206997" y="460197"/>
                </a:lnTo>
                <a:lnTo>
                  <a:pt x="220776" y="417144"/>
                </a:lnTo>
                <a:lnTo>
                  <a:pt x="233514" y="372897"/>
                </a:lnTo>
                <a:lnTo>
                  <a:pt x="244475" y="326644"/>
                </a:lnTo>
                <a:lnTo>
                  <a:pt x="283311" y="347370"/>
                </a:lnTo>
                <a:lnTo>
                  <a:pt x="324472" y="373227"/>
                </a:lnTo>
                <a:lnTo>
                  <a:pt x="367385" y="402704"/>
                </a:lnTo>
                <a:lnTo>
                  <a:pt x="456196" y="466483"/>
                </a:lnTo>
                <a:lnTo>
                  <a:pt x="500964" y="497725"/>
                </a:lnTo>
                <a:lnTo>
                  <a:pt x="545198" y="526529"/>
                </a:lnTo>
                <a:lnTo>
                  <a:pt x="588365" y="551357"/>
                </a:lnTo>
                <a:lnTo>
                  <a:pt x="629869" y="570712"/>
                </a:lnTo>
                <a:lnTo>
                  <a:pt x="707923" y="595325"/>
                </a:lnTo>
                <a:lnTo>
                  <a:pt x="748245" y="614426"/>
                </a:lnTo>
                <a:lnTo>
                  <a:pt x="789990" y="639000"/>
                </a:lnTo>
                <a:lnTo>
                  <a:pt x="833031" y="667702"/>
                </a:lnTo>
                <a:lnTo>
                  <a:pt x="877227" y="699160"/>
                </a:lnTo>
                <a:lnTo>
                  <a:pt x="922464" y="732002"/>
                </a:lnTo>
                <a:lnTo>
                  <a:pt x="968603" y="764870"/>
                </a:lnTo>
                <a:lnTo>
                  <a:pt x="1015504" y="796404"/>
                </a:lnTo>
                <a:lnTo>
                  <a:pt x="1063053" y="825246"/>
                </a:lnTo>
                <a:lnTo>
                  <a:pt x="1111123" y="850011"/>
                </a:lnTo>
                <a:lnTo>
                  <a:pt x="1147191" y="844296"/>
                </a:lnTo>
                <a:lnTo>
                  <a:pt x="1187653" y="839914"/>
                </a:lnTo>
                <a:lnTo>
                  <a:pt x="1282077" y="831837"/>
                </a:lnTo>
                <a:lnTo>
                  <a:pt x="1336217" y="826490"/>
                </a:lnTo>
                <a:lnTo>
                  <a:pt x="1395095" y="819175"/>
                </a:lnTo>
                <a:lnTo>
                  <a:pt x="1458798" y="809040"/>
                </a:lnTo>
                <a:lnTo>
                  <a:pt x="1593291" y="781913"/>
                </a:lnTo>
                <a:lnTo>
                  <a:pt x="1650111" y="772756"/>
                </a:lnTo>
                <a:lnTo>
                  <a:pt x="1700225" y="766660"/>
                </a:lnTo>
                <a:lnTo>
                  <a:pt x="1745919" y="762495"/>
                </a:lnTo>
                <a:lnTo>
                  <a:pt x="1789531" y="759117"/>
                </a:lnTo>
                <a:lnTo>
                  <a:pt x="1833359" y="755370"/>
                </a:lnTo>
                <a:lnTo>
                  <a:pt x="1879701" y="750100"/>
                </a:lnTo>
                <a:lnTo>
                  <a:pt x="1930908" y="742188"/>
                </a:lnTo>
                <a:lnTo>
                  <a:pt x="1982114" y="734834"/>
                </a:lnTo>
                <a:lnTo>
                  <a:pt x="2037842" y="729361"/>
                </a:lnTo>
                <a:lnTo>
                  <a:pt x="2096223" y="725017"/>
                </a:lnTo>
                <a:lnTo>
                  <a:pt x="2155418" y="721042"/>
                </a:lnTo>
                <a:lnTo>
                  <a:pt x="2213572" y="716711"/>
                </a:lnTo>
                <a:lnTo>
                  <a:pt x="2268829" y="711238"/>
                </a:lnTo>
                <a:lnTo>
                  <a:pt x="2319350" y="703910"/>
                </a:lnTo>
                <a:lnTo>
                  <a:pt x="2363279" y="693940"/>
                </a:lnTo>
                <a:lnTo>
                  <a:pt x="2398776" y="680593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5"/>
              <a:t>PREVIOUSLY,</a:t>
            </a:r>
            <a:r>
              <a:rPr dirty="0" spc="-80"/>
              <a:t> </a:t>
            </a:r>
            <a:r>
              <a:rPr dirty="0" spc="275"/>
              <a:t>ON</a:t>
            </a:r>
            <a:r>
              <a:rPr dirty="0" spc="-95"/>
              <a:t> </a:t>
            </a:r>
            <a:r>
              <a:rPr dirty="0" spc="-70"/>
              <a:t>WEB</a:t>
            </a:r>
            <a:r>
              <a:rPr dirty="0" spc="-114"/>
              <a:t> </a:t>
            </a:r>
            <a:r>
              <a:rPr dirty="0" spc="-10"/>
              <a:t>TECHNOLOGIES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962050" y="1496596"/>
            <a:ext cx="10267315" cy="422656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We’ve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learned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about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800" spc="-9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9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Applications</a:t>
            </a:r>
            <a:endParaRPr sz="2800">
              <a:latin typeface="Calibri"/>
              <a:cs typeface="Calibri"/>
            </a:endParaRPr>
          </a:p>
          <a:p>
            <a:pPr lvl="1" marL="696595" marR="5080" indent="-227329">
              <a:lnSpc>
                <a:spcPts val="2590"/>
              </a:lnSpc>
              <a:spcBef>
                <a:spcPts val="57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page,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(a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good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deal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of)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client-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code,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that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switches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between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views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updating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DOM,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without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fully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loading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pages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complexity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involved:</a:t>
            </a:r>
            <a:endParaRPr sz="2400">
              <a:latin typeface="Calibri"/>
              <a:cs typeface="Calibri"/>
            </a:endParaRPr>
          </a:p>
          <a:p>
            <a:pPr lvl="2" marL="1155065" indent="-22860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155065" algn="l"/>
              </a:tabLst>
            </a:pP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Client-</a:t>
            </a: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r>
              <a:rPr dirty="0" sz="2000" spc="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routing</a:t>
            </a:r>
            <a:endParaRPr sz="2000">
              <a:latin typeface="Calibri"/>
              <a:cs typeface="Calibri"/>
            </a:endParaRPr>
          </a:p>
          <a:p>
            <a:pPr lvl="2" marL="1155065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5065" algn="l"/>
              </a:tabLst>
            </a:pP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View</a:t>
            </a:r>
            <a:r>
              <a:rPr dirty="0" sz="20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111F35"/>
                </a:solidFill>
                <a:latin typeface="Calibri"/>
                <a:cs typeface="Calibri"/>
              </a:rPr>
              <a:t>rendering</a:t>
            </a:r>
            <a:endParaRPr sz="2000">
              <a:latin typeface="Calibri"/>
              <a:cs typeface="Calibri"/>
            </a:endParaRPr>
          </a:p>
          <a:p>
            <a:pPr lvl="2" marL="1155065" indent="-228600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1155065" algn="l"/>
              </a:tabLst>
            </a:pP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r>
              <a:rPr dirty="0" sz="20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0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0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111F35"/>
                </a:solidFill>
                <a:latin typeface="Calibri"/>
                <a:cs typeface="Calibri"/>
              </a:rPr>
              <a:t>Re-use</a:t>
            </a:r>
            <a:endParaRPr sz="2000">
              <a:latin typeface="Calibri"/>
              <a:cs typeface="Calibri"/>
            </a:endParaRPr>
          </a:p>
          <a:p>
            <a:pPr marL="240029" marR="170180" indent="-227329">
              <a:lnSpc>
                <a:spcPts val="303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Front-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end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pre-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defined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software 	components,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tools,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best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practices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serve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foundation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for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developing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Applications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0"/>
              <a:t>ANGULAR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4416425" cy="309245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most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widely-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used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frontend</a:t>
            </a:r>
            <a:r>
              <a:rPr dirty="0" sz="2800" spc="-1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endParaRPr sz="2800">
              <a:latin typeface="Calibri"/>
              <a:cs typeface="Calibri"/>
            </a:endParaRPr>
          </a:p>
          <a:p>
            <a:pPr lvl="1" marL="696595" marR="600075" indent="-227329">
              <a:lnSpc>
                <a:spcPts val="2590"/>
              </a:lnSpc>
              <a:spcBef>
                <a:spcPts val="52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Especially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Italy,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for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enterprise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applications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Developed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Google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Version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2.0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released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2016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version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17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6002" y="470175"/>
            <a:ext cx="5597067" cy="591132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75385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450"/>
              <a:t> </a:t>
            </a:r>
            <a:r>
              <a:rPr dirty="0" spc="-150"/>
              <a:t>CHARACTERISTICS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89845" cy="391287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Strong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focus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developer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tooling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productivity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Batteries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included</a:t>
            </a:r>
            <a:endParaRPr sz="2800">
              <a:latin typeface="Calibri"/>
              <a:cs typeface="Calibri"/>
            </a:endParaRPr>
          </a:p>
          <a:p>
            <a:pPr lvl="1" marL="696595" marR="5080" indent="-227329">
              <a:lnSpc>
                <a:spcPts val="2590"/>
              </a:lnSpc>
              <a:spcBef>
                <a:spcPts val="56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opinionated</a:t>
            </a:r>
            <a:r>
              <a:rPr dirty="0" sz="24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full-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fledged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includes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dependency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injection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mechanisms,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routing,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…).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helps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reduce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decision</a:t>
            </a:r>
            <a:r>
              <a:rPr dirty="0" sz="24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fatigue</a:t>
            </a:r>
            <a:r>
              <a:rPr dirty="0" sz="24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and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ensures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consistency</a:t>
            </a:r>
            <a:r>
              <a:rPr dirty="0" sz="2400" spc="-11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across</a:t>
            </a:r>
            <a:r>
              <a:rPr dirty="0" sz="2400" spc="-11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projects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Migration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support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Dedicated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tooling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assist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developers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migrating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newer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versions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Best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practices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start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Enforces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TypeScript!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733805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25"/>
              <a:t> </a:t>
            </a:r>
            <a:r>
              <a:rPr dirty="0" spc="-50"/>
              <a:t>INSTALLING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90"/>
              <a:t>CLI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565147"/>
            <a:ext cx="10427335" cy="4525010"/>
          </a:xfrm>
          <a:custGeom>
            <a:avLst/>
            <a:gdLst/>
            <a:ahLst/>
            <a:cxnLst/>
            <a:rect l="l" t="t" r="r" b="b"/>
            <a:pathLst>
              <a:path w="10427335" h="4525010">
                <a:moveTo>
                  <a:pt x="10427208" y="0"/>
                </a:moveTo>
                <a:lnTo>
                  <a:pt x="0" y="0"/>
                </a:lnTo>
                <a:lnTo>
                  <a:pt x="0" y="4524756"/>
                </a:lnTo>
                <a:lnTo>
                  <a:pt x="10427208" y="4524756"/>
                </a:lnTo>
                <a:lnTo>
                  <a:pt x="10427208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586865"/>
            <a:ext cx="7774305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1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59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D/O/T/W/2/e/20-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Angular</a:t>
            </a:r>
            <a:r>
              <a:rPr dirty="0" sz="1800" spc="2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2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npm</a:t>
            </a:r>
            <a:r>
              <a:rPr dirty="0" sz="1800" spc="-2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install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BEBEBE"/>
                </a:solidFill>
                <a:latin typeface="Consolas"/>
                <a:cs typeface="Consolas"/>
              </a:rPr>
              <a:t>-</a:t>
            </a:r>
            <a:r>
              <a:rPr dirty="0" sz="1800">
                <a:solidFill>
                  <a:srgbClr val="BEBEBE"/>
                </a:solidFill>
                <a:latin typeface="Consolas"/>
                <a:cs typeface="Consolas"/>
              </a:rPr>
              <a:t>g</a:t>
            </a:r>
            <a:r>
              <a:rPr dirty="0" sz="1800" spc="-20">
                <a:solidFill>
                  <a:srgbClr val="BEBEBE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@angular/cli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added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227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packages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20s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1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65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D/O/T/W/2/e/20-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Angular</a:t>
            </a:r>
            <a:r>
              <a:rPr dirty="0" sz="1800" spc="2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1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ng</a:t>
            </a:r>
            <a:r>
              <a:rPr dirty="0" sz="1800" spc="-1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version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1461897" y="2957321"/>
            <a:ext cx="465709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00"/>
              </a:spcBef>
              <a:tabLst>
                <a:tab pos="3020695" algn="l"/>
              </a:tabLst>
            </a:pPr>
            <a:r>
              <a:rPr dirty="0" sz="1800" spc="-50">
                <a:solidFill>
                  <a:srgbClr val="E46363"/>
                </a:solidFill>
                <a:latin typeface="Consolas"/>
                <a:cs typeface="Consolas"/>
              </a:rPr>
              <a:t>_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	</a:t>
            </a:r>
            <a:r>
              <a:rPr dirty="0" sz="1800" spc="-50">
                <a:solidFill>
                  <a:srgbClr val="E46363"/>
                </a:solidFill>
                <a:latin typeface="Consolas"/>
                <a:cs typeface="Consolas"/>
              </a:rPr>
              <a:t>_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765175" algn="l"/>
                <a:tab pos="1386840" algn="l"/>
                <a:tab pos="1642110" algn="l"/>
                <a:tab pos="2012950" algn="l"/>
                <a:tab pos="2770505" algn="l"/>
                <a:tab pos="3767454" algn="l"/>
                <a:tab pos="4643755" algn="l"/>
              </a:tabLst>
            </a:pP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/</a:t>
            </a:r>
            <a:r>
              <a:rPr dirty="0" sz="1800" spc="-5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E46363"/>
                </a:solidFill>
                <a:latin typeface="Consolas"/>
                <a:cs typeface="Consolas"/>
              </a:rPr>
              <a:t>\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	_ </a:t>
            </a:r>
            <a:r>
              <a:rPr dirty="0" u="sng" sz="1800">
                <a:solidFill>
                  <a:srgbClr val="E46363"/>
                </a:solidFill>
                <a:uFill>
                  <a:solidFill>
                    <a:srgbClr val="E36262"/>
                  </a:solidFill>
                </a:uFill>
                <a:latin typeface="Consolas"/>
                <a:cs typeface="Consolas"/>
              </a:rPr>
              <a:t>	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	</a:t>
            </a:r>
            <a:r>
              <a:rPr dirty="0" u="sng" sz="1800">
                <a:solidFill>
                  <a:srgbClr val="E46363"/>
                </a:solidFill>
                <a:uFill>
                  <a:solidFill>
                    <a:srgbClr val="E36262"/>
                  </a:solidFill>
                </a:uFill>
                <a:latin typeface="Consolas"/>
                <a:cs typeface="Consolas"/>
              </a:rPr>
              <a:t>	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_</a:t>
            </a:r>
            <a:r>
              <a:rPr dirty="0" sz="1800" spc="-10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E46363"/>
                </a:solidFill>
                <a:latin typeface="Consolas"/>
                <a:cs typeface="Consolas"/>
              </a:rPr>
              <a:t>_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	_| | </a:t>
            </a:r>
            <a:r>
              <a:rPr dirty="0" u="sng" sz="1800">
                <a:solidFill>
                  <a:srgbClr val="E46363"/>
                </a:solidFill>
                <a:uFill>
                  <a:solidFill>
                    <a:srgbClr val="E36262"/>
                  </a:solidFill>
                </a:uFill>
                <a:latin typeface="Consolas"/>
                <a:cs typeface="Consolas"/>
              </a:rPr>
              <a:t>	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_ _ </a:t>
            </a:r>
            <a:r>
              <a:rPr dirty="0" u="sng" sz="1800">
                <a:solidFill>
                  <a:srgbClr val="E46363"/>
                </a:solidFill>
                <a:uFill>
                  <a:solidFill>
                    <a:srgbClr val="E36262"/>
                  </a:solidFill>
                </a:uFill>
                <a:latin typeface="Consolas"/>
                <a:cs typeface="Consolas"/>
              </a:rPr>
              <a:t>	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553352" y="3507740"/>
            <a:ext cx="1156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5810" algn="l"/>
              </a:tabLst>
            </a:pP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sz="1800" spc="-10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 spc="-6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	| </a:t>
            </a:r>
            <a:r>
              <a:rPr dirty="0" sz="1800" spc="-5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601942" y="2957321"/>
            <a:ext cx="2030730" cy="850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2065">
              <a:lnSpc>
                <a:spcPct val="100000"/>
              </a:lnSpc>
              <a:spcBef>
                <a:spcPts val="100"/>
              </a:spcBef>
              <a:tabLst>
                <a:tab pos="620395" algn="l"/>
                <a:tab pos="1378585" algn="l"/>
                <a:tab pos="1873250" algn="l"/>
              </a:tabLst>
            </a:pPr>
            <a:r>
              <a:rPr dirty="0" u="sng" sz="1800">
                <a:solidFill>
                  <a:srgbClr val="E46363"/>
                </a:solidFill>
                <a:uFill>
                  <a:solidFill>
                    <a:srgbClr val="E36262"/>
                  </a:solidFill>
                </a:uFill>
                <a:latin typeface="Consolas"/>
                <a:cs typeface="Consolas"/>
              </a:rPr>
              <a:t>	</a:t>
            </a:r>
            <a:r>
              <a:rPr dirty="0" sz="1800" spc="-50">
                <a:solidFill>
                  <a:srgbClr val="E46363"/>
                </a:solidFill>
                <a:latin typeface="Consolas"/>
                <a:cs typeface="Consolas"/>
              </a:rPr>
              <a:t>_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	</a:t>
            </a:r>
            <a:r>
              <a:rPr dirty="0" u="sng" sz="1800">
                <a:solidFill>
                  <a:srgbClr val="E46363"/>
                </a:solidFill>
                <a:uFill>
                  <a:solidFill>
                    <a:srgbClr val="E36262"/>
                  </a:solidFill>
                </a:uFill>
                <a:latin typeface="Consolas"/>
                <a:cs typeface="Consolas"/>
              </a:rPr>
              <a:t>	</a:t>
            </a:r>
            <a:endParaRPr sz="1800">
              <a:latin typeface="Consolas"/>
              <a:cs typeface="Consolas"/>
            </a:endParaRPr>
          </a:p>
          <a:p>
            <a:pPr algn="r" marR="5080">
              <a:lnSpc>
                <a:spcPct val="100000"/>
              </a:lnSpc>
              <a:tabLst>
                <a:tab pos="625475" algn="l"/>
                <a:tab pos="1377315" algn="l"/>
              </a:tabLst>
            </a:pP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/ </a:t>
            </a:r>
            <a:r>
              <a:rPr dirty="0" u="sng" sz="1800">
                <a:solidFill>
                  <a:srgbClr val="E46363"/>
                </a:solidFill>
                <a:uFill>
                  <a:solidFill>
                    <a:srgbClr val="E36262"/>
                  </a:solidFill>
                </a:uFill>
                <a:latin typeface="Consolas"/>
                <a:cs typeface="Consolas"/>
              </a:rPr>
              <a:t>	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sz="1800" spc="-25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	|_</a:t>
            </a:r>
            <a:r>
              <a:rPr dirty="0" sz="1800" spc="-20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E46363"/>
                </a:solidFill>
                <a:latin typeface="Consolas"/>
                <a:cs typeface="Consolas"/>
              </a:rPr>
              <a:t>_|</a:t>
            </a:r>
            <a:endParaRPr sz="1800">
              <a:latin typeface="Consolas"/>
              <a:cs typeface="Consolas"/>
            </a:endParaRPr>
          </a:p>
          <a:p>
            <a:pPr algn="r" marR="48260">
              <a:lnSpc>
                <a:spcPct val="100000"/>
              </a:lnSpc>
              <a:spcBef>
                <a:spcPts val="15"/>
              </a:spcBef>
            </a:pP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| </a:t>
            </a:r>
            <a:r>
              <a:rPr dirty="0" sz="1800" spc="-5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11986" y="3507740"/>
            <a:ext cx="4989195" cy="572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065">
              <a:lnSpc>
                <a:spcPts val="2155"/>
              </a:lnSpc>
              <a:spcBef>
                <a:spcPts val="100"/>
              </a:spcBef>
            </a:pP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/</a:t>
            </a:r>
            <a:r>
              <a:rPr dirty="0" sz="1800" spc="-20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6363"/>
                </a:solidFill>
                <a:latin typeface="Cambria Math"/>
                <a:cs typeface="Cambria Math"/>
              </a:rPr>
              <a:t>△</a:t>
            </a:r>
            <a:r>
              <a:rPr dirty="0" sz="1800" spc="100">
                <a:solidFill>
                  <a:srgbClr val="E46363"/>
                </a:solidFill>
                <a:latin typeface="Cambria Math"/>
                <a:cs typeface="Cambria Math"/>
              </a:rPr>
              <a:t> 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\</a:t>
            </a:r>
            <a:r>
              <a:rPr dirty="0" sz="1800" spc="-15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sz="1800" spc="-5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'_ \</a:t>
            </a:r>
            <a:r>
              <a:rPr dirty="0" sz="1800" spc="-15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/ _` |</a:t>
            </a:r>
            <a:r>
              <a:rPr dirty="0" sz="1800" spc="-10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| |</a:t>
            </a:r>
            <a:r>
              <a:rPr dirty="0" sz="1800" spc="5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sz="1800" spc="-10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|/ _` | '</a:t>
            </a:r>
            <a:r>
              <a:rPr dirty="0" u="sng" sz="1800" spc="-5">
                <a:solidFill>
                  <a:srgbClr val="E46363"/>
                </a:solidFill>
                <a:uFill>
                  <a:solidFill>
                    <a:srgbClr val="E36262"/>
                  </a:solidFill>
                </a:uFill>
                <a:latin typeface="Consolas"/>
                <a:cs typeface="Consolas"/>
              </a:rPr>
              <a:t>  </a:t>
            </a:r>
            <a:r>
              <a:rPr dirty="0" sz="1800" spc="-5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ts val="2155"/>
              </a:lnSpc>
              <a:tabLst>
                <a:tab pos="758190" algn="l"/>
              </a:tabLst>
            </a:pP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/ </a:t>
            </a:r>
            <a:r>
              <a:rPr dirty="0" u="sng" sz="1800">
                <a:solidFill>
                  <a:srgbClr val="E46363"/>
                </a:solidFill>
                <a:uFill>
                  <a:solidFill>
                    <a:srgbClr val="E36262"/>
                  </a:solidFill>
                </a:uFill>
                <a:latin typeface="Consolas"/>
                <a:cs typeface="Consolas"/>
              </a:rPr>
              <a:t>	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\|</a:t>
            </a:r>
            <a:r>
              <a:rPr dirty="0" sz="1800" spc="-20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sz="1800" spc="-10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sz="1800" spc="-15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sz="1800" spc="-10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(_|</a:t>
            </a:r>
            <a:r>
              <a:rPr dirty="0" sz="1800" spc="-5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sz="1800" spc="-20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|_|</a:t>
            </a:r>
            <a:r>
              <a:rPr dirty="0" sz="1800" spc="-15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sz="1800" spc="-10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sz="1800" spc="-15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(_|</a:t>
            </a:r>
            <a:r>
              <a:rPr dirty="0" sz="1800" spc="-20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sz="1800" spc="-5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76619" y="3780535"/>
            <a:ext cx="21577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3905" algn="l"/>
                <a:tab pos="1634489" algn="l"/>
              </a:tabLst>
            </a:pP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sz="1800" spc="-15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u="sng" sz="1800">
                <a:solidFill>
                  <a:srgbClr val="E46363"/>
                </a:solidFill>
                <a:uFill>
                  <a:solidFill>
                    <a:srgbClr val="E36262"/>
                  </a:solidFill>
                </a:uFill>
                <a:latin typeface="Consolas"/>
                <a:cs typeface="Consolas"/>
              </a:rPr>
              <a:t>	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sz="1800" spc="-15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u="sng" sz="1800">
                <a:solidFill>
                  <a:srgbClr val="E46363"/>
                </a:solidFill>
                <a:uFill>
                  <a:solidFill>
                    <a:srgbClr val="E36262"/>
                  </a:solidFill>
                </a:uFill>
                <a:latin typeface="Consolas"/>
                <a:cs typeface="Consolas"/>
              </a:rPr>
              <a:t>	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sz="1800" spc="-25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endParaRPr sz="1800">
              <a:latin typeface="Consolas"/>
              <a:cs typeface="Consolas"/>
            </a:endParaRPr>
          </a:p>
          <a:p>
            <a:pPr marL="138430">
              <a:lnSpc>
                <a:spcPct val="100000"/>
              </a:lnSpc>
              <a:tabLst>
                <a:tab pos="765175" algn="l"/>
                <a:tab pos="1517650" algn="l"/>
                <a:tab pos="2018664" algn="l"/>
              </a:tabLst>
            </a:pPr>
            <a:r>
              <a:rPr dirty="0" sz="1800" spc="-50">
                <a:solidFill>
                  <a:srgbClr val="E46363"/>
                </a:solidFill>
                <a:latin typeface="Consolas"/>
                <a:cs typeface="Consolas"/>
              </a:rPr>
              <a:t>\</a:t>
            </a:r>
            <a:r>
              <a:rPr dirty="0" u="sng" sz="1800">
                <a:solidFill>
                  <a:srgbClr val="E46363"/>
                </a:solidFill>
                <a:uFill>
                  <a:solidFill>
                    <a:srgbClr val="E36262"/>
                  </a:solidFill>
                </a:uFill>
                <a:latin typeface="Consolas"/>
                <a:cs typeface="Consolas"/>
              </a:rPr>
              <a:t>	</a:t>
            </a:r>
            <a:r>
              <a:rPr dirty="0" sz="1800" spc="-5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u="sng" sz="1800">
                <a:solidFill>
                  <a:srgbClr val="E46363"/>
                </a:solidFill>
                <a:uFill>
                  <a:solidFill>
                    <a:srgbClr val="E36262"/>
                  </a:solidFill>
                </a:uFill>
                <a:latin typeface="Consolas"/>
                <a:cs typeface="Consolas"/>
              </a:rPr>
              <a:t>	</a:t>
            </a:r>
            <a:r>
              <a:rPr dirty="0" sz="1800" spc="-5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u="sng" sz="1800">
                <a:solidFill>
                  <a:srgbClr val="E46363"/>
                </a:solidFill>
                <a:uFill>
                  <a:solidFill>
                    <a:srgbClr val="E36262"/>
                  </a:solidFill>
                </a:uFill>
                <a:latin typeface="Consolas"/>
                <a:cs typeface="Consolas"/>
              </a:rPr>
              <a:t>	</a:t>
            </a:r>
            <a:r>
              <a:rPr dirty="0" sz="1800" spc="-5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87018" y="4054855"/>
            <a:ext cx="46640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751205" algn="l"/>
              </a:tabLst>
            </a:pPr>
            <a:r>
              <a:rPr dirty="0" sz="1800" spc="-25">
                <a:solidFill>
                  <a:srgbClr val="E46363"/>
                </a:solidFill>
                <a:latin typeface="Consolas"/>
                <a:cs typeface="Consolas"/>
              </a:rPr>
              <a:t>/_/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	\_\_|</a:t>
            </a:r>
            <a:r>
              <a:rPr dirty="0" sz="1800" spc="-20">
                <a:solidFill>
                  <a:srgbClr val="E46363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|_|\</a:t>
            </a:r>
            <a:r>
              <a:rPr dirty="0" u="sng" sz="1800" spc="-20">
                <a:solidFill>
                  <a:srgbClr val="E46363"/>
                </a:solidFill>
                <a:uFill>
                  <a:solidFill>
                    <a:srgbClr val="E36262"/>
                  </a:solidFill>
                </a:uFill>
                <a:latin typeface="Consolas"/>
                <a:cs typeface="Consolas"/>
              </a:rPr>
              <a:t> 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, |\</a:t>
            </a:r>
            <a:r>
              <a:rPr dirty="0" u="sng" sz="1800" spc="-15">
                <a:solidFill>
                  <a:srgbClr val="E46363"/>
                </a:solidFill>
                <a:uFill>
                  <a:solidFill>
                    <a:srgbClr val="E36262"/>
                  </a:solidFill>
                </a:uFill>
                <a:latin typeface="Consolas"/>
                <a:cs typeface="Consolas"/>
              </a:rPr>
              <a:t>  </a:t>
            </a:r>
            <a:r>
              <a:rPr dirty="0" sz="1800">
                <a:solidFill>
                  <a:srgbClr val="E46363"/>
                </a:solidFill>
                <a:latin typeface="Consolas"/>
                <a:cs typeface="Consolas"/>
              </a:rPr>
              <a:t>,_|_|\</a:t>
            </a:r>
            <a:r>
              <a:rPr dirty="0" u="sng" sz="1800" spc="-15">
                <a:solidFill>
                  <a:srgbClr val="E46363"/>
                </a:solidFill>
                <a:uFill>
                  <a:solidFill>
                    <a:srgbClr val="E36262"/>
                  </a:solidFill>
                </a:uFill>
                <a:latin typeface="Consolas"/>
                <a:cs typeface="Consolas"/>
              </a:rPr>
              <a:t>  </a:t>
            </a:r>
            <a:r>
              <a:rPr dirty="0" sz="1800" spc="-10">
                <a:solidFill>
                  <a:srgbClr val="E46363"/>
                </a:solidFill>
                <a:latin typeface="Consolas"/>
                <a:cs typeface="Consolas"/>
              </a:rPr>
              <a:t>,_|_|</a:t>
            </a:r>
            <a:endParaRPr sz="1800">
              <a:latin typeface="Consolas"/>
              <a:cs typeface="Consolas"/>
            </a:endParaRPr>
          </a:p>
          <a:p>
            <a:pPr algn="ctr" marR="243840">
              <a:lnSpc>
                <a:spcPct val="100000"/>
              </a:lnSpc>
              <a:tabLst>
                <a:tab pos="502284" algn="l"/>
              </a:tabLst>
            </a:pPr>
            <a:r>
              <a:rPr dirty="0" sz="1800" spc="-50">
                <a:solidFill>
                  <a:srgbClr val="E46363"/>
                </a:solidFill>
                <a:latin typeface="Consolas"/>
                <a:cs typeface="Consolas"/>
              </a:rPr>
              <a:t>|</a:t>
            </a:r>
            <a:r>
              <a:rPr dirty="0" u="sng" sz="1800">
                <a:solidFill>
                  <a:srgbClr val="E46363"/>
                </a:solidFill>
                <a:uFill>
                  <a:solidFill>
                    <a:srgbClr val="E36262"/>
                  </a:solidFill>
                </a:uFill>
                <a:latin typeface="Consolas"/>
                <a:cs typeface="Consolas"/>
              </a:rPr>
              <a:t>	</a:t>
            </a:r>
            <a:r>
              <a:rPr dirty="0" sz="1800" spc="-50">
                <a:solidFill>
                  <a:srgbClr val="E46363"/>
                </a:solidFill>
                <a:latin typeface="Consolas"/>
                <a:cs typeface="Consolas"/>
              </a:rPr>
              <a:t>/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62050" y="4878070"/>
            <a:ext cx="340995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Angular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CLI: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17.0.8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Node: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20.9.0</a:t>
            </a:r>
            <a:endParaRPr sz="18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Package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Manager: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npm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10.2.2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OS: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win32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x64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155"/>
              <a:t> </a:t>
            </a:r>
            <a:r>
              <a:rPr dirty="0" spc="-10"/>
              <a:t>DEVELOPMENT</a:t>
            </a:r>
            <a:r>
              <a:rPr dirty="0" spc="140"/>
              <a:t> </a:t>
            </a:r>
            <a:r>
              <a:rPr dirty="0" spc="-10"/>
              <a:t>ENVIRONMENT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268460" cy="143510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Visual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Studio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optional,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recommended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step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improve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developer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experience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install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Angular</a:t>
            </a:r>
            <a:r>
              <a:rPr dirty="0" u="sng" sz="2800" spc="-4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Language</a:t>
            </a:r>
            <a:r>
              <a:rPr dirty="0" u="sng" sz="2800" spc="-6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Service</a:t>
            </a:r>
            <a:r>
              <a:rPr dirty="0" sz="2800" spc="-6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extension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674302" y="3419475"/>
            <a:ext cx="6844030" cy="2264410"/>
            <a:chOff x="2674302" y="3419475"/>
            <a:chExt cx="6844030" cy="226441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8937" y="3654128"/>
              <a:ext cx="6007593" cy="188464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679064" y="3424237"/>
              <a:ext cx="6834505" cy="2254885"/>
            </a:xfrm>
            <a:custGeom>
              <a:avLst/>
              <a:gdLst/>
              <a:ahLst/>
              <a:cxnLst/>
              <a:rect l="l" t="t" r="r" b="b"/>
              <a:pathLst>
                <a:path w="6834505" h="2254885">
                  <a:moveTo>
                    <a:pt x="0" y="2254377"/>
                  </a:moveTo>
                  <a:lnTo>
                    <a:pt x="6833996" y="2254377"/>
                  </a:lnTo>
                  <a:lnTo>
                    <a:pt x="6833996" y="0"/>
                  </a:lnTo>
                  <a:lnTo>
                    <a:pt x="0" y="0"/>
                  </a:lnTo>
                  <a:lnTo>
                    <a:pt x="0" y="2254377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88563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75"/>
              <a:t> </a:t>
            </a:r>
            <a:r>
              <a:rPr dirty="0" spc="-45"/>
              <a:t>CREATING</a:t>
            </a:r>
            <a:r>
              <a:rPr dirty="0" spc="80"/>
              <a:t> </a:t>
            </a:r>
            <a:r>
              <a:rPr dirty="0" spc="120"/>
              <a:t>A</a:t>
            </a:r>
            <a:r>
              <a:rPr dirty="0" spc="65"/>
              <a:t> </a:t>
            </a:r>
            <a:r>
              <a:rPr dirty="0"/>
              <a:t>NEW</a:t>
            </a:r>
            <a:r>
              <a:rPr dirty="0" spc="80"/>
              <a:t> </a:t>
            </a:r>
            <a:r>
              <a:rPr dirty="0" spc="-50"/>
              <a:t>PROJECT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565147"/>
            <a:ext cx="10427335" cy="4525010"/>
          </a:xfrm>
          <a:custGeom>
            <a:avLst/>
            <a:gdLst/>
            <a:ahLst/>
            <a:cxnLst/>
            <a:rect l="l" t="t" r="r" b="b"/>
            <a:pathLst>
              <a:path w="10427335" h="4525010">
                <a:moveTo>
                  <a:pt x="10427208" y="0"/>
                </a:moveTo>
                <a:lnTo>
                  <a:pt x="0" y="0"/>
                </a:lnTo>
                <a:lnTo>
                  <a:pt x="0" y="4524756"/>
                </a:lnTo>
                <a:lnTo>
                  <a:pt x="10427208" y="4524756"/>
                </a:lnTo>
                <a:lnTo>
                  <a:pt x="10427208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586865"/>
            <a:ext cx="9277350" cy="441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1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7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D/O/T/W/2/e/20-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Angular</a:t>
            </a:r>
            <a:r>
              <a:rPr dirty="0" sz="1800" spc="3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1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ng</a:t>
            </a:r>
            <a:r>
              <a:rPr dirty="0" sz="1800" spc="-1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new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angular-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app</a:t>
            </a:r>
            <a:r>
              <a:rPr dirty="0" sz="1800" spc="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--create-application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?</a:t>
            </a:r>
            <a:r>
              <a:rPr dirty="0" sz="1800" spc="-30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Which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stylesheet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format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would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you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like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use? </a:t>
            </a:r>
            <a:r>
              <a:rPr dirty="0" sz="1800" spc="-20">
                <a:solidFill>
                  <a:srgbClr val="55B6C2"/>
                </a:solidFill>
                <a:latin typeface="Consolas"/>
                <a:cs typeface="Consolas"/>
              </a:rPr>
              <a:t>SCSS</a:t>
            </a:r>
            <a:endParaRPr sz="1800">
              <a:latin typeface="Consolas"/>
              <a:cs typeface="Consolas"/>
            </a:endParaRPr>
          </a:p>
          <a:p>
            <a:pPr marL="12700" marR="2738755">
              <a:lnSpc>
                <a:spcPct val="100000"/>
              </a:lnSpc>
            </a:pP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?</a:t>
            </a:r>
            <a:r>
              <a:rPr dirty="0" sz="1800" spc="-30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Do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you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want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enable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SSR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SSG/Prerendering?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55B6C2"/>
                </a:solidFill>
                <a:latin typeface="Consolas"/>
                <a:cs typeface="Consolas"/>
              </a:rPr>
              <a:t>No </a:t>
            </a: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CREATE</a:t>
            </a:r>
            <a:r>
              <a:rPr dirty="0" sz="1800" spc="-30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angular-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app/angular.json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(2791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bytes)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CREATE</a:t>
            </a:r>
            <a:r>
              <a:rPr dirty="0" sz="1800" spc="-30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angular-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app/package.json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(1042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bytes)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CREATE</a:t>
            </a:r>
            <a:r>
              <a:rPr dirty="0" sz="1800" spc="-45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angular-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app/README.md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(1064</a:t>
            </a: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bytes)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  <a:p>
            <a:pPr marL="12700" marR="3615054">
              <a:lnSpc>
                <a:spcPct val="100000"/>
              </a:lnSpc>
            </a:pP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CREATE</a:t>
            </a:r>
            <a:r>
              <a:rPr dirty="0" sz="1800" spc="-30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angular-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app/src/index.html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(296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bytes) </a:t>
            </a: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CREATE</a:t>
            </a:r>
            <a:r>
              <a:rPr dirty="0" sz="1800" spc="-45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angular-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app/src/styles.scss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(80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bytes)</a:t>
            </a:r>
            <a:endParaRPr sz="1800">
              <a:latin typeface="Consolas"/>
              <a:cs typeface="Consolas"/>
            </a:endParaRPr>
          </a:p>
          <a:p>
            <a:pPr marL="12700" marR="1735455">
              <a:lnSpc>
                <a:spcPct val="100000"/>
              </a:lnSpc>
            </a:pP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CREATE</a:t>
            </a:r>
            <a:r>
              <a:rPr dirty="0" sz="1800" spc="-60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angular-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app/src/app/app.component.html</a:t>
            </a: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(20884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bytes) </a:t>
            </a: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CREATE</a:t>
            </a:r>
            <a:r>
              <a:rPr dirty="0" sz="1800" spc="-95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angular-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app/src/app/app.component.spec.ts</a:t>
            </a:r>
            <a:r>
              <a:rPr dirty="0" sz="1800" spc="-7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(931</a:t>
            </a:r>
            <a:r>
              <a:rPr dirty="0" sz="1800" spc="-7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bytes) </a:t>
            </a: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CREATE</a:t>
            </a:r>
            <a:r>
              <a:rPr dirty="0" sz="1800" spc="-45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angular-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app/src/app/app.component.ts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(370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bytes) </a:t>
            </a: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CREATE</a:t>
            </a:r>
            <a:r>
              <a:rPr dirty="0" sz="1800" spc="-55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angular-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app/src/app/app.component.scss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(0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bytes) </a:t>
            </a: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CREATE</a:t>
            </a:r>
            <a:r>
              <a:rPr dirty="0" sz="1800" spc="-50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angular-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app/src/app/app.config.ts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(227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bytes)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61EB8A"/>
                </a:solidFill>
                <a:latin typeface="Consolas"/>
                <a:cs typeface="Consolas"/>
              </a:rPr>
              <a:t>CREATE</a:t>
            </a:r>
            <a:r>
              <a:rPr dirty="0" sz="1800" spc="-50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angular-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app/src/app/app.routes.ts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(77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bytes)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105"/>
              <a:t> </a:t>
            </a:r>
            <a:r>
              <a:rPr dirty="0" spc="75"/>
              <a:t>RUNNING</a:t>
            </a:r>
            <a:r>
              <a:rPr dirty="0" spc="95"/>
              <a:t> </a:t>
            </a:r>
            <a:r>
              <a:rPr dirty="0"/>
              <a:t>THE</a:t>
            </a:r>
            <a:r>
              <a:rPr dirty="0" spc="105"/>
              <a:t> </a:t>
            </a:r>
            <a:r>
              <a:rPr dirty="0" spc="-55"/>
              <a:t>PROJECT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82396" y="1555559"/>
            <a:ext cx="10509885" cy="4908550"/>
            <a:chOff x="882396" y="1555559"/>
            <a:chExt cx="10509885" cy="490855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25823" y="1735844"/>
              <a:ext cx="2718103" cy="364722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8119617" y="1560322"/>
              <a:ext cx="3268345" cy="3981450"/>
            </a:xfrm>
            <a:custGeom>
              <a:avLst/>
              <a:gdLst/>
              <a:ahLst/>
              <a:cxnLst/>
              <a:rect l="l" t="t" r="r" b="b"/>
              <a:pathLst>
                <a:path w="3268345" h="3981450">
                  <a:moveTo>
                    <a:pt x="0" y="3981069"/>
                  </a:moveTo>
                  <a:lnTo>
                    <a:pt x="3267837" y="3981069"/>
                  </a:lnTo>
                  <a:lnTo>
                    <a:pt x="3267837" y="0"/>
                  </a:lnTo>
                  <a:lnTo>
                    <a:pt x="0" y="0"/>
                  </a:lnTo>
                  <a:lnTo>
                    <a:pt x="0" y="3981069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663436" y="5431536"/>
              <a:ext cx="2461260" cy="1026160"/>
            </a:xfrm>
            <a:custGeom>
              <a:avLst/>
              <a:gdLst/>
              <a:ahLst/>
              <a:cxnLst/>
              <a:rect l="l" t="t" r="r" b="b"/>
              <a:pathLst>
                <a:path w="2461259" h="1026160">
                  <a:moveTo>
                    <a:pt x="2386711" y="0"/>
                  </a:moveTo>
                  <a:lnTo>
                    <a:pt x="2160651" y="256412"/>
                  </a:lnTo>
                  <a:lnTo>
                    <a:pt x="2258695" y="256412"/>
                  </a:lnTo>
                  <a:lnTo>
                    <a:pt x="2241879" y="282940"/>
                  </a:lnTo>
                  <a:lnTo>
                    <a:pt x="2203627" y="335023"/>
                  </a:lnTo>
                  <a:lnTo>
                    <a:pt x="2159375" y="385751"/>
                  </a:lnTo>
                  <a:lnTo>
                    <a:pt x="2109318" y="435059"/>
                  </a:lnTo>
                  <a:lnTo>
                    <a:pt x="2053653" y="482881"/>
                  </a:lnTo>
                  <a:lnTo>
                    <a:pt x="1992575" y="529148"/>
                  </a:lnTo>
                  <a:lnTo>
                    <a:pt x="1960067" y="551679"/>
                  </a:lnTo>
                  <a:lnTo>
                    <a:pt x="1926279" y="573796"/>
                  </a:lnTo>
                  <a:lnTo>
                    <a:pt x="1891237" y="595491"/>
                  </a:lnTo>
                  <a:lnTo>
                    <a:pt x="1854963" y="616757"/>
                  </a:lnTo>
                  <a:lnTo>
                    <a:pt x="1817483" y="637584"/>
                  </a:lnTo>
                  <a:lnTo>
                    <a:pt x="1778821" y="657964"/>
                  </a:lnTo>
                  <a:lnTo>
                    <a:pt x="1739001" y="677889"/>
                  </a:lnTo>
                  <a:lnTo>
                    <a:pt x="1698048" y="697351"/>
                  </a:lnTo>
                  <a:lnTo>
                    <a:pt x="1655987" y="716341"/>
                  </a:lnTo>
                  <a:lnTo>
                    <a:pt x="1612842" y="734851"/>
                  </a:lnTo>
                  <a:lnTo>
                    <a:pt x="1568637" y="752873"/>
                  </a:lnTo>
                  <a:lnTo>
                    <a:pt x="1523396" y="770398"/>
                  </a:lnTo>
                  <a:lnTo>
                    <a:pt x="1477146" y="787419"/>
                  </a:lnTo>
                  <a:lnTo>
                    <a:pt x="1429908" y="803925"/>
                  </a:lnTo>
                  <a:lnTo>
                    <a:pt x="1381709" y="819911"/>
                  </a:lnTo>
                  <a:lnTo>
                    <a:pt x="1332573" y="835366"/>
                  </a:lnTo>
                  <a:lnTo>
                    <a:pt x="1282524" y="850282"/>
                  </a:lnTo>
                  <a:lnTo>
                    <a:pt x="1231586" y="864653"/>
                  </a:lnTo>
                  <a:lnTo>
                    <a:pt x="1179785" y="878468"/>
                  </a:lnTo>
                  <a:lnTo>
                    <a:pt x="1127144" y="891720"/>
                  </a:lnTo>
                  <a:lnTo>
                    <a:pt x="1073688" y="904400"/>
                  </a:lnTo>
                  <a:lnTo>
                    <a:pt x="1019441" y="916500"/>
                  </a:lnTo>
                  <a:lnTo>
                    <a:pt x="964429" y="928012"/>
                  </a:lnTo>
                  <a:lnTo>
                    <a:pt x="908674" y="938927"/>
                  </a:lnTo>
                  <a:lnTo>
                    <a:pt x="852203" y="949238"/>
                  </a:lnTo>
                  <a:lnTo>
                    <a:pt x="795039" y="958935"/>
                  </a:lnTo>
                  <a:lnTo>
                    <a:pt x="737206" y="968010"/>
                  </a:lnTo>
                  <a:lnTo>
                    <a:pt x="678730" y="976456"/>
                  </a:lnTo>
                  <a:lnTo>
                    <a:pt x="619635" y="984263"/>
                  </a:lnTo>
                  <a:lnTo>
                    <a:pt x="559944" y="991424"/>
                  </a:lnTo>
                  <a:lnTo>
                    <a:pt x="499683" y="997929"/>
                  </a:lnTo>
                  <a:lnTo>
                    <a:pt x="438877" y="1003772"/>
                  </a:lnTo>
                  <a:lnTo>
                    <a:pt x="377549" y="1008943"/>
                  </a:lnTo>
                  <a:lnTo>
                    <a:pt x="315724" y="1013434"/>
                  </a:lnTo>
                  <a:lnTo>
                    <a:pt x="253426" y="1017236"/>
                  </a:lnTo>
                  <a:lnTo>
                    <a:pt x="190680" y="1020342"/>
                  </a:lnTo>
                  <a:lnTo>
                    <a:pt x="127511" y="1022743"/>
                  </a:lnTo>
                  <a:lnTo>
                    <a:pt x="63943" y="1024431"/>
                  </a:lnTo>
                  <a:lnTo>
                    <a:pt x="0" y="1025397"/>
                  </a:lnTo>
                  <a:lnTo>
                    <a:pt x="62550" y="1025637"/>
                  </a:lnTo>
                  <a:lnTo>
                    <a:pt x="124802" y="1025182"/>
                  </a:lnTo>
                  <a:lnTo>
                    <a:pt x="186733" y="1024039"/>
                  </a:lnTo>
                  <a:lnTo>
                    <a:pt x="248318" y="1022216"/>
                  </a:lnTo>
                  <a:lnTo>
                    <a:pt x="309536" y="1019721"/>
                  </a:lnTo>
                  <a:lnTo>
                    <a:pt x="370363" y="1016561"/>
                  </a:lnTo>
                  <a:lnTo>
                    <a:pt x="430775" y="1012743"/>
                  </a:lnTo>
                  <a:lnTo>
                    <a:pt x="490751" y="1008276"/>
                  </a:lnTo>
                  <a:lnTo>
                    <a:pt x="550266" y="1003166"/>
                  </a:lnTo>
                  <a:lnTo>
                    <a:pt x="609298" y="997421"/>
                  </a:lnTo>
                  <a:lnTo>
                    <a:pt x="667824" y="991049"/>
                  </a:lnTo>
                  <a:lnTo>
                    <a:pt x="725820" y="984058"/>
                  </a:lnTo>
                  <a:lnTo>
                    <a:pt x="783264" y="976453"/>
                  </a:lnTo>
                  <a:lnTo>
                    <a:pt x="840132" y="968245"/>
                  </a:lnTo>
                  <a:lnTo>
                    <a:pt x="896402" y="959438"/>
                  </a:lnTo>
                  <a:lnTo>
                    <a:pt x="952049" y="950042"/>
                  </a:lnTo>
                  <a:lnTo>
                    <a:pt x="1007052" y="940064"/>
                  </a:lnTo>
                  <a:lnTo>
                    <a:pt x="1061388" y="929511"/>
                  </a:lnTo>
                  <a:lnTo>
                    <a:pt x="1115032" y="918391"/>
                  </a:lnTo>
                  <a:lnTo>
                    <a:pt x="1167962" y="906711"/>
                  </a:lnTo>
                  <a:lnTo>
                    <a:pt x="1220155" y="894478"/>
                  </a:lnTo>
                  <a:lnTo>
                    <a:pt x="1271588" y="881701"/>
                  </a:lnTo>
                  <a:lnTo>
                    <a:pt x="1322238" y="868387"/>
                  </a:lnTo>
                  <a:lnTo>
                    <a:pt x="1372082" y="854543"/>
                  </a:lnTo>
                  <a:lnTo>
                    <a:pt x="1421096" y="840177"/>
                  </a:lnTo>
                  <a:lnTo>
                    <a:pt x="1469258" y="825296"/>
                  </a:lnTo>
                  <a:lnTo>
                    <a:pt x="1516544" y="809908"/>
                  </a:lnTo>
                  <a:lnTo>
                    <a:pt x="1562931" y="794021"/>
                  </a:lnTo>
                  <a:lnTo>
                    <a:pt x="1608397" y="777641"/>
                  </a:lnTo>
                  <a:lnTo>
                    <a:pt x="1652918" y="760777"/>
                  </a:lnTo>
                  <a:lnTo>
                    <a:pt x="1696472" y="743435"/>
                  </a:lnTo>
                  <a:lnTo>
                    <a:pt x="1739034" y="725624"/>
                  </a:lnTo>
                  <a:lnTo>
                    <a:pt x="1780583" y="707351"/>
                  </a:lnTo>
                  <a:lnTo>
                    <a:pt x="1821094" y="688623"/>
                  </a:lnTo>
                  <a:lnTo>
                    <a:pt x="1860546" y="669448"/>
                  </a:lnTo>
                  <a:lnTo>
                    <a:pt x="1898914" y="649834"/>
                  </a:lnTo>
                  <a:lnTo>
                    <a:pt x="1936176" y="629787"/>
                  </a:lnTo>
                  <a:lnTo>
                    <a:pt x="1972308" y="609316"/>
                  </a:lnTo>
                  <a:lnTo>
                    <a:pt x="2007289" y="588428"/>
                  </a:lnTo>
                  <a:lnTo>
                    <a:pt x="2041093" y="567130"/>
                  </a:lnTo>
                  <a:lnTo>
                    <a:pt x="2073699" y="545431"/>
                  </a:lnTo>
                  <a:lnTo>
                    <a:pt x="2105084" y="523337"/>
                  </a:lnTo>
                  <a:lnTo>
                    <a:pt x="2164096" y="477995"/>
                  </a:lnTo>
                  <a:lnTo>
                    <a:pt x="2217945" y="431165"/>
                  </a:lnTo>
                  <a:lnTo>
                    <a:pt x="2266445" y="382908"/>
                  </a:lnTo>
                  <a:lnTo>
                    <a:pt x="2309414" y="333283"/>
                  </a:lnTo>
                  <a:lnTo>
                    <a:pt x="2346665" y="282350"/>
                  </a:lnTo>
                  <a:lnTo>
                    <a:pt x="2363089" y="256412"/>
                  </a:lnTo>
                  <a:lnTo>
                    <a:pt x="2461133" y="256412"/>
                  </a:lnTo>
                  <a:lnTo>
                    <a:pt x="2386711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224528" y="5431536"/>
              <a:ext cx="2491105" cy="1026160"/>
            </a:xfrm>
            <a:custGeom>
              <a:avLst/>
              <a:gdLst/>
              <a:ahLst/>
              <a:cxnLst/>
              <a:rect l="l" t="t" r="r" b="b"/>
              <a:pathLst>
                <a:path w="2491104" h="1026160">
                  <a:moveTo>
                    <a:pt x="104394" y="0"/>
                  </a:moveTo>
                  <a:lnTo>
                    <a:pt x="0" y="0"/>
                  </a:lnTo>
                  <a:lnTo>
                    <a:pt x="886" y="28231"/>
                  </a:lnTo>
                  <a:lnTo>
                    <a:pt x="7911" y="84118"/>
                  </a:lnTo>
                  <a:lnTo>
                    <a:pt x="21788" y="139173"/>
                  </a:lnTo>
                  <a:lnTo>
                    <a:pt x="42333" y="193318"/>
                  </a:lnTo>
                  <a:lnTo>
                    <a:pt x="69364" y="246473"/>
                  </a:lnTo>
                  <a:lnTo>
                    <a:pt x="102701" y="298562"/>
                  </a:lnTo>
                  <a:lnTo>
                    <a:pt x="142160" y="349506"/>
                  </a:lnTo>
                  <a:lnTo>
                    <a:pt x="187561" y="399227"/>
                  </a:lnTo>
                  <a:lnTo>
                    <a:pt x="238720" y="447646"/>
                  </a:lnTo>
                  <a:lnTo>
                    <a:pt x="295456" y="494685"/>
                  </a:lnTo>
                  <a:lnTo>
                    <a:pt x="325858" y="517663"/>
                  </a:lnTo>
                  <a:lnTo>
                    <a:pt x="357586" y="540266"/>
                  </a:lnTo>
                  <a:lnTo>
                    <a:pt x="390618" y="562486"/>
                  </a:lnTo>
                  <a:lnTo>
                    <a:pt x="424930" y="584311"/>
                  </a:lnTo>
                  <a:lnTo>
                    <a:pt x="460499" y="605733"/>
                  </a:lnTo>
                  <a:lnTo>
                    <a:pt x="497304" y="626742"/>
                  </a:lnTo>
                  <a:lnTo>
                    <a:pt x="535321" y="647328"/>
                  </a:lnTo>
                  <a:lnTo>
                    <a:pt x="574527" y="667480"/>
                  </a:lnTo>
                  <a:lnTo>
                    <a:pt x="614900" y="687190"/>
                  </a:lnTo>
                  <a:lnTo>
                    <a:pt x="656417" y="706447"/>
                  </a:lnTo>
                  <a:lnTo>
                    <a:pt x="699055" y="725243"/>
                  </a:lnTo>
                  <a:lnTo>
                    <a:pt x="742792" y="743566"/>
                  </a:lnTo>
                  <a:lnTo>
                    <a:pt x="787604" y="761407"/>
                  </a:lnTo>
                  <a:lnTo>
                    <a:pt x="833469" y="778757"/>
                  </a:lnTo>
                  <a:lnTo>
                    <a:pt x="880364" y="795605"/>
                  </a:lnTo>
                  <a:lnTo>
                    <a:pt x="928267" y="811942"/>
                  </a:lnTo>
                  <a:lnTo>
                    <a:pt x="977155" y="827758"/>
                  </a:lnTo>
                  <a:lnTo>
                    <a:pt x="1027004" y="843044"/>
                  </a:lnTo>
                  <a:lnTo>
                    <a:pt x="1077793" y="857789"/>
                  </a:lnTo>
                  <a:lnTo>
                    <a:pt x="1129498" y="871984"/>
                  </a:lnTo>
                  <a:lnTo>
                    <a:pt x="1182097" y="885618"/>
                  </a:lnTo>
                  <a:lnTo>
                    <a:pt x="1235566" y="898683"/>
                  </a:lnTo>
                  <a:lnTo>
                    <a:pt x="1289884" y="911169"/>
                  </a:lnTo>
                  <a:lnTo>
                    <a:pt x="1345028" y="923065"/>
                  </a:lnTo>
                  <a:lnTo>
                    <a:pt x="1400974" y="934362"/>
                  </a:lnTo>
                  <a:lnTo>
                    <a:pt x="1457700" y="945050"/>
                  </a:lnTo>
                  <a:lnTo>
                    <a:pt x="1515183" y="955119"/>
                  </a:lnTo>
                  <a:lnTo>
                    <a:pt x="1573400" y="964560"/>
                  </a:lnTo>
                  <a:lnTo>
                    <a:pt x="1632329" y="973362"/>
                  </a:lnTo>
                  <a:lnTo>
                    <a:pt x="1691948" y="981517"/>
                  </a:lnTo>
                  <a:lnTo>
                    <a:pt x="1752232" y="989014"/>
                  </a:lnTo>
                  <a:lnTo>
                    <a:pt x="1813160" y="995843"/>
                  </a:lnTo>
                  <a:lnTo>
                    <a:pt x="1874708" y="1001995"/>
                  </a:lnTo>
                  <a:lnTo>
                    <a:pt x="1936855" y="1007459"/>
                  </a:lnTo>
                  <a:lnTo>
                    <a:pt x="1999576" y="1012227"/>
                  </a:lnTo>
                  <a:lnTo>
                    <a:pt x="2062850" y="1016288"/>
                  </a:lnTo>
                  <a:lnTo>
                    <a:pt x="2126654" y="1019633"/>
                  </a:lnTo>
                  <a:lnTo>
                    <a:pt x="2190965" y="1022251"/>
                  </a:lnTo>
                  <a:lnTo>
                    <a:pt x="2255759" y="1024134"/>
                  </a:lnTo>
                  <a:lnTo>
                    <a:pt x="2321016" y="1025270"/>
                  </a:lnTo>
                  <a:lnTo>
                    <a:pt x="2386711" y="1025651"/>
                  </a:lnTo>
                  <a:lnTo>
                    <a:pt x="2491104" y="1025651"/>
                  </a:lnTo>
                  <a:lnTo>
                    <a:pt x="2425410" y="1025270"/>
                  </a:lnTo>
                  <a:lnTo>
                    <a:pt x="2360153" y="1024134"/>
                  </a:lnTo>
                  <a:lnTo>
                    <a:pt x="2295359" y="1022251"/>
                  </a:lnTo>
                  <a:lnTo>
                    <a:pt x="2231048" y="1019633"/>
                  </a:lnTo>
                  <a:lnTo>
                    <a:pt x="2167244" y="1016288"/>
                  </a:lnTo>
                  <a:lnTo>
                    <a:pt x="2103970" y="1012227"/>
                  </a:lnTo>
                  <a:lnTo>
                    <a:pt x="2041249" y="1007459"/>
                  </a:lnTo>
                  <a:lnTo>
                    <a:pt x="1979102" y="1001995"/>
                  </a:lnTo>
                  <a:lnTo>
                    <a:pt x="1917554" y="995843"/>
                  </a:lnTo>
                  <a:lnTo>
                    <a:pt x="1856626" y="989014"/>
                  </a:lnTo>
                  <a:lnTo>
                    <a:pt x="1796342" y="981517"/>
                  </a:lnTo>
                  <a:lnTo>
                    <a:pt x="1736723" y="973362"/>
                  </a:lnTo>
                  <a:lnTo>
                    <a:pt x="1677794" y="964560"/>
                  </a:lnTo>
                  <a:lnTo>
                    <a:pt x="1619577" y="955119"/>
                  </a:lnTo>
                  <a:lnTo>
                    <a:pt x="1562094" y="945050"/>
                  </a:lnTo>
                  <a:lnTo>
                    <a:pt x="1505368" y="934362"/>
                  </a:lnTo>
                  <a:lnTo>
                    <a:pt x="1449422" y="923065"/>
                  </a:lnTo>
                  <a:lnTo>
                    <a:pt x="1394278" y="911169"/>
                  </a:lnTo>
                  <a:lnTo>
                    <a:pt x="1339960" y="898683"/>
                  </a:lnTo>
                  <a:lnTo>
                    <a:pt x="1286491" y="885618"/>
                  </a:lnTo>
                  <a:lnTo>
                    <a:pt x="1233892" y="871984"/>
                  </a:lnTo>
                  <a:lnTo>
                    <a:pt x="1182187" y="857789"/>
                  </a:lnTo>
                  <a:lnTo>
                    <a:pt x="1131398" y="843044"/>
                  </a:lnTo>
                  <a:lnTo>
                    <a:pt x="1081549" y="827758"/>
                  </a:lnTo>
                  <a:lnTo>
                    <a:pt x="1032661" y="811942"/>
                  </a:lnTo>
                  <a:lnTo>
                    <a:pt x="984758" y="795605"/>
                  </a:lnTo>
                  <a:lnTo>
                    <a:pt x="937863" y="778757"/>
                  </a:lnTo>
                  <a:lnTo>
                    <a:pt x="891998" y="761407"/>
                  </a:lnTo>
                  <a:lnTo>
                    <a:pt x="847186" y="743566"/>
                  </a:lnTo>
                  <a:lnTo>
                    <a:pt x="803449" y="725243"/>
                  </a:lnTo>
                  <a:lnTo>
                    <a:pt x="760811" y="706447"/>
                  </a:lnTo>
                  <a:lnTo>
                    <a:pt x="719294" y="687190"/>
                  </a:lnTo>
                  <a:lnTo>
                    <a:pt x="678921" y="667480"/>
                  </a:lnTo>
                  <a:lnTo>
                    <a:pt x="639715" y="647328"/>
                  </a:lnTo>
                  <a:lnTo>
                    <a:pt x="601698" y="626742"/>
                  </a:lnTo>
                  <a:lnTo>
                    <a:pt x="564893" y="605733"/>
                  </a:lnTo>
                  <a:lnTo>
                    <a:pt x="529324" y="584311"/>
                  </a:lnTo>
                  <a:lnTo>
                    <a:pt x="495012" y="562486"/>
                  </a:lnTo>
                  <a:lnTo>
                    <a:pt x="461980" y="540266"/>
                  </a:lnTo>
                  <a:lnTo>
                    <a:pt x="430252" y="517663"/>
                  </a:lnTo>
                  <a:lnTo>
                    <a:pt x="399850" y="494685"/>
                  </a:lnTo>
                  <a:lnTo>
                    <a:pt x="343114" y="447646"/>
                  </a:lnTo>
                  <a:lnTo>
                    <a:pt x="291955" y="399227"/>
                  </a:lnTo>
                  <a:lnTo>
                    <a:pt x="246554" y="349506"/>
                  </a:lnTo>
                  <a:lnTo>
                    <a:pt x="207095" y="298562"/>
                  </a:lnTo>
                  <a:lnTo>
                    <a:pt x="173758" y="246473"/>
                  </a:lnTo>
                  <a:lnTo>
                    <a:pt x="146727" y="193318"/>
                  </a:lnTo>
                  <a:lnTo>
                    <a:pt x="126182" y="139173"/>
                  </a:lnTo>
                  <a:lnTo>
                    <a:pt x="112305" y="84118"/>
                  </a:lnTo>
                  <a:lnTo>
                    <a:pt x="105280" y="28231"/>
                  </a:lnTo>
                  <a:lnTo>
                    <a:pt x="104394" y="0"/>
                  </a:lnTo>
                  <a:close/>
                </a:path>
              </a:pathLst>
            </a:custGeom>
            <a:solidFill>
              <a:srgbClr val="005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224528" y="5431536"/>
              <a:ext cx="4900295" cy="1026160"/>
            </a:xfrm>
            <a:custGeom>
              <a:avLst/>
              <a:gdLst/>
              <a:ahLst/>
              <a:cxnLst/>
              <a:rect l="l" t="t" r="r" b="b"/>
              <a:pathLst>
                <a:path w="4900295" h="1026160">
                  <a:moveTo>
                    <a:pt x="2438907" y="1025410"/>
                  </a:moveTo>
                  <a:lnTo>
                    <a:pt x="2502851" y="1024444"/>
                  </a:lnTo>
                  <a:lnTo>
                    <a:pt x="2566419" y="1022756"/>
                  </a:lnTo>
                  <a:lnTo>
                    <a:pt x="2629588" y="1020355"/>
                  </a:lnTo>
                  <a:lnTo>
                    <a:pt x="2692334" y="1017249"/>
                  </a:lnTo>
                  <a:lnTo>
                    <a:pt x="2754632" y="1013446"/>
                  </a:lnTo>
                  <a:lnTo>
                    <a:pt x="2816457" y="1008955"/>
                  </a:lnTo>
                  <a:lnTo>
                    <a:pt x="2877785" y="1003784"/>
                  </a:lnTo>
                  <a:lnTo>
                    <a:pt x="2938591" y="997941"/>
                  </a:lnTo>
                  <a:lnTo>
                    <a:pt x="2998852" y="991435"/>
                  </a:lnTo>
                  <a:lnTo>
                    <a:pt x="3058543" y="984274"/>
                  </a:lnTo>
                  <a:lnTo>
                    <a:pt x="3117638" y="976467"/>
                  </a:lnTo>
                  <a:lnTo>
                    <a:pt x="3176114" y="968021"/>
                  </a:lnTo>
                  <a:lnTo>
                    <a:pt x="3233947" y="958946"/>
                  </a:lnTo>
                  <a:lnTo>
                    <a:pt x="3291111" y="949248"/>
                  </a:lnTo>
                  <a:lnTo>
                    <a:pt x="3347582" y="938937"/>
                  </a:lnTo>
                  <a:lnTo>
                    <a:pt x="3403337" y="928022"/>
                  </a:lnTo>
                  <a:lnTo>
                    <a:pt x="3458349" y="916510"/>
                  </a:lnTo>
                  <a:lnTo>
                    <a:pt x="3512596" y="904409"/>
                  </a:lnTo>
                  <a:lnTo>
                    <a:pt x="3566052" y="891728"/>
                  </a:lnTo>
                  <a:lnTo>
                    <a:pt x="3618693" y="878476"/>
                  </a:lnTo>
                  <a:lnTo>
                    <a:pt x="3670494" y="864661"/>
                  </a:lnTo>
                  <a:lnTo>
                    <a:pt x="3721432" y="850290"/>
                  </a:lnTo>
                  <a:lnTo>
                    <a:pt x="3771481" y="835373"/>
                  </a:lnTo>
                  <a:lnTo>
                    <a:pt x="3820617" y="819917"/>
                  </a:lnTo>
                  <a:lnTo>
                    <a:pt x="3868816" y="803932"/>
                  </a:lnTo>
                  <a:lnTo>
                    <a:pt x="3916054" y="787425"/>
                  </a:lnTo>
                  <a:lnTo>
                    <a:pt x="3962304" y="770404"/>
                  </a:lnTo>
                  <a:lnTo>
                    <a:pt x="4007545" y="752878"/>
                  </a:lnTo>
                  <a:lnTo>
                    <a:pt x="4051750" y="734856"/>
                  </a:lnTo>
                  <a:lnTo>
                    <a:pt x="4094895" y="716346"/>
                  </a:lnTo>
                  <a:lnTo>
                    <a:pt x="4136956" y="697355"/>
                  </a:lnTo>
                  <a:lnTo>
                    <a:pt x="4177909" y="677893"/>
                  </a:lnTo>
                  <a:lnTo>
                    <a:pt x="4217729" y="657967"/>
                  </a:lnTo>
                  <a:lnTo>
                    <a:pt x="4256391" y="637587"/>
                  </a:lnTo>
                  <a:lnTo>
                    <a:pt x="4293871" y="616759"/>
                  </a:lnTo>
                  <a:lnTo>
                    <a:pt x="4330145" y="595494"/>
                  </a:lnTo>
                  <a:lnTo>
                    <a:pt x="4365187" y="573798"/>
                  </a:lnTo>
                  <a:lnTo>
                    <a:pt x="4398975" y="551681"/>
                  </a:lnTo>
                  <a:lnTo>
                    <a:pt x="4431483" y="529150"/>
                  </a:lnTo>
                  <a:lnTo>
                    <a:pt x="4462686" y="506214"/>
                  </a:lnTo>
                  <a:lnTo>
                    <a:pt x="4521082" y="459161"/>
                  </a:lnTo>
                  <a:lnTo>
                    <a:pt x="4573968" y="410587"/>
                  </a:lnTo>
                  <a:lnTo>
                    <a:pt x="4621147" y="360560"/>
                  </a:lnTo>
                  <a:lnTo>
                    <a:pt x="4662423" y="309147"/>
                  </a:lnTo>
                  <a:lnTo>
                    <a:pt x="4697603" y="256412"/>
                  </a:lnTo>
                  <a:lnTo>
                    <a:pt x="4599558" y="256412"/>
                  </a:lnTo>
                  <a:lnTo>
                    <a:pt x="4825619" y="0"/>
                  </a:lnTo>
                  <a:lnTo>
                    <a:pt x="4900041" y="256412"/>
                  </a:lnTo>
                  <a:lnTo>
                    <a:pt x="4801997" y="256412"/>
                  </a:lnTo>
                  <a:lnTo>
                    <a:pt x="4785553" y="282385"/>
                  </a:lnTo>
                  <a:lnTo>
                    <a:pt x="4748242" y="333392"/>
                  </a:lnTo>
                  <a:lnTo>
                    <a:pt x="4705185" y="383096"/>
                  </a:lnTo>
                  <a:lnTo>
                    <a:pt x="4656567" y="431435"/>
                  </a:lnTo>
                  <a:lnTo>
                    <a:pt x="4602572" y="478348"/>
                  </a:lnTo>
                  <a:lnTo>
                    <a:pt x="4543386" y="523773"/>
                  </a:lnTo>
                  <a:lnTo>
                    <a:pt x="4511903" y="545909"/>
                  </a:lnTo>
                  <a:lnTo>
                    <a:pt x="4479192" y="567650"/>
                  </a:lnTo>
                  <a:lnTo>
                    <a:pt x="4445275" y="588988"/>
                  </a:lnTo>
                  <a:lnTo>
                    <a:pt x="4410176" y="609916"/>
                  </a:lnTo>
                  <a:lnTo>
                    <a:pt x="4373917" y="630426"/>
                  </a:lnTo>
                  <a:lnTo>
                    <a:pt x="4336522" y="650510"/>
                  </a:lnTo>
                  <a:lnTo>
                    <a:pt x="4298014" y="670161"/>
                  </a:lnTo>
                  <a:lnTo>
                    <a:pt x="4258415" y="689371"/>
                  </a:lnTo>
                  <a:lnTo>
                    <a:pt x="4217749" y="708132"/>
                  </a:lnTo>
                  <a:lnTo>
                    <a:pt x="4176039" y="726437"/>
                  </a:lnTo>
                  <a:lnTo>
                    <a:pt x="4133308" y="744278"/>
                  </a:lnTo>
                  <a:lnTo>
                    <a:pt x="4089579" y="761648"/>
                  </a:lnTo>
                  <a:lnTo>
                    <a:pt x="4044876" y="778538"/>
                  </a:lnTo>
                  <a:lnTo>
                    <a:pt x="3999220" y="794940"/>
                  </a:lnTo>
                  <a:lnTo>
                    <a:pt x="3952636" y="810848"/>
                  </a:lnTo>
                  <a:lnTo>
                    <a:pt x="3905147" y="826254"/>
                  </a:lnTo>
                  <a:lnTo>
                    <a:pt x="3856775" y="841150"/>
                  </a:lnTo>
                  <a:lnTo>
                    <a:pt x="3807543" y="855528"/>
                  </a:lnTo>
                  <a:lnTo>
                    <a:pt x="3757475" y="869380"/>
                  </a:lnTo>
                  <a:lnTo>
                    <a:pt x="3706594" y="882699"/>
                  </a:lnTo>
                  <a:lnTo>
                    <a:pt x="3654923" y="895478"/>
                  </a:lnTo>
                  <a:lnTo>
                    <a:pt x="3602484" y="907708"/>
                  </a:lnTo>
                  <a:lnTo>
                    <a:pt x="3549302" y="919381"/>
                  </a:lnTo>
                  <a:lnTo>
                    <a:pt x="3495399" y="930491"/>
                  </a:lnTo>
                  <a:lnTo>
                    <a:pt x="3440797" y="941030"/>
                  </a:lnTo>
                  <a:lnTo>
                    <a:pt x="3385521" y="950989"/>
                  </a:lnTo>
                  <a:lnTo>
                    <a:pt x="3329594" y="960361"/>
                  </a:lnTo>
                  <a:lnTo>
                    <a:pt x="3273038" y="969139"/>
                  </a:lnTo>
                  <a:lnTo>
                    <a:pt x="3215876" y="977315"/>
                  </a:lnTo>
                  <a:lnTo>
                    <a:pt x="3158132" y="984880"/>
                  </a:lnTo>
                  <a:lnTo>
                    <a:pt x="3099828" y="991828"/>
                  </a:lnTo>
                  <a:lnTo>
                    <a:pt x="3040988" y="998151"/>
                  </a:lnTo>
                  <a:lnTo>
                    <a:pt x="2981635" y="1003841"/>
                  </a:lnTo>
                  <a:lnTo>
                    <a:pt x="2921792" y="1008890"/>
                  </a:lnTo>
                  <a:lnTo>
                    <a:pt x="2861481" y="1013291"/>
                  </a:lnTo>
                  <a:lnTo>
                    <a:pt x="2800727" y="1017036"/>
                  </a:lnTo>
                  <a:lnTo>
                    <a:pt x="2739552" y="1020117"/>
                  </a:lnTo>
                  <a:lnTo>
                    <a:pt x="2677979" y="1022527"/>
                  </a:lnTo>
                  <a:lnTo>
                    <a:pt x="2616032" y="1024258"/>
                  </a:lnTo>
                  <a:lnTo>
                    <a:pt x="2553732" y="1025302"/>
                  </a:lnTo>
                  <a:lnTo>
                    <a:pt x="2491104" y="1025651"/>
                  </a:lnTo>
                  <a:lnTo>
                    <a:pt x="2386711" y="1025651"/>
                  </a:lnTo>
                  <a:lnTo>
                    <a:pt x="2321016" y="1025270"/>
                  </a:lnTo>
                  <a:lnTo>
                    <a:pt x="2255759" y="1024134"/>
                  </a:lnTo>
                  <a:lnTo>
                    <a:pt x="2190965" y="1022251"/>
                  </a:lnTo>
                  <a:lnTo>
                    <a:pt x="2126654" y="1019633"/>
                  </a:lnTo>
                  <a:lnTo>
                    <a:pt x="2062850" y="1016288"/>
                  </a:lnTo>
                  <a:lnTo>
                    <a:pt x="1999576" y="1012227"/>
                  </a:lnTo>
                  <a:lnTo>
                    <a:pt x="1936855" y="1007459"/>
                  </a:lnTo>
                  <a:lnTo>
                    <a:pt x="1874708" y="1001995"/>
                  </a:lnTo>
                  <a:lnTo>
                    <a:pt x="1813160" y="995843"/>
                  </a:lnTo>
                  <a:lnTo>
                    <a:pt x="1752232" y="989014"/>
                  </a:lnTo>
                  <a:lnTo>
                    <a:pt x="1691948" y="981517"/>
                  </a:lnTo>
                  <a:lnTo>
                    <a:pt x="1632329" y="973362"/>
                  </a:lnTo>
                  <a:lnTo>
                    <a:pt x="1573400" y="964560"/>
                  </a:lnTo>
                  <a:lnTo>
                    <a:pt x="1515183" y="955119"/>
                  </a:lnTo>
                  <a:lnTo>
                    <a:pt x="1457700" y="945050"/>
                  </a:lnTo>
                  <a:lnTo>
                    <a:pt x="1400974" y="934362"/>
                  </a:lnTo>
                  <a:lnTo>
                    <a:pt x="1345028" y="923065"/>
                  </a:lnTo>
                  <a:lnTo>
                    <a:pt x="1289884" y="911169"/>
                  </a:lnTo>
                  <a:lnTo>
                    <a:pt x="1235566" y="898683"/>
                  </a:lnTo>
                  <a:lnTo>
                    <a:pt x="1182097" y="885618"/>
                  </a:lnTo>
                  <a:lnTo>
                    <a:pt x="1129498" y="871984"/>
                  </a:lnTo>
                  <a:lnTo>
                    <a:pt x="1077793" y="857789"/>
                  </a:lnTo>
                  <a:lnTo>
                    <a:pt x="1027004" y="843044"/>
                  </a:lnTo>
                  <a:lnTo>
                    <a:pt x="977155" y="827758"/>
                  </a:lnTo>
                  <a:lnTo>
                    <a:pt x="928267" y="811942"/>
                  </a:lnTo>
                  <a:lnTo>
                    <a:pt x="880364" y="795605"/>
                  </a:lnTo>
                  <a:lnTo>
                    <a:pt x="833469" y="778757"/>
                  </a:lnTo>
                  <a:lnTo>
                    <a:pt x="787604" y="761407"/>
                  </a:lnTo>
                  <a:lnTo>
                    <a:pt x="742792" y="743566"/>
                  </a:lnTo>
                  <a:lnTo>
                    <a:pt x="699055" y="725243"/>
                  </a:lnTo>
                  <a:lnTo>
                    <a:pt x="656417" y="706447"/>
                  </a:lnTo>
                  <a:lnTo>
                    <a:pt x="614900" y="687190"/>
                  </a:lnTo>
                  <a:lnTo>
                    <a:pt x="574527" y="667480"/>
                  </a:lnTo>
                  <a:lnTo>
                    <a:pt x="535321" y="647328"/>
                  </a:lnTo>
                  <a:lnTo>
                    <a:pt x="497304" y="626742"/>
                  </a:lnTo>
                  <a:lnTo>
                    <a:pt x="460499" y="605733"/>
                  </a:lnTo>
                  <a:lnTo>
                    <a:pt x="424930" y="584311"/>
                  </a:lnTo>
                  <a:lnTo>
                    <a:pt x="390618" y="562486"/>
                  </a:lnTo>
                  <a:lnTo>
                    <a:pt x="357586" y="540266"/>
                  </a:lnTo>
                  <a:lnTo>
                    <a:pt x="325858" y="517663"/>
                  </a:lnTo>
                  <a:lnTo>
                    <a:pt x="295456" y="494685"/>
                  </a:lnTo>
                  <a:lnTo>
                    <a:pt x="238720" y="447646"/>
                  </a:lnTo>
                  <a:lnTo>
                    <a:pt x="187561" y="399227"/>
                  </a:lnTo>
                  <a:lnTo>
                    <a:pt x="142160" y="349506"/>
                  </a:lnTo>
                  <a:lnTo>
                    <a:pt x="102701" y="298562"/>
                  </a:lnTo>
                  <a:lnTo>
                    <a:pt x="69364" y="246473"/>
                  </a:lnTo>
                  <a:lnTo>
                    <a:pt x="42333" y="193318"/>
                  </a:lnTo>
                  <a:lnTo>
                    <a:pt x="21788" y="139173"/>
                  </a:lnTo>
                  <a:lnTo>
                    <a:pt x="7911" y="84118"/>
                  </a:lnTo>
                  <a:lnTo>
                    <a:pt x="886" y="28231"/>
                  </a:lnTo>
                  <a:lnTo>
                    <a:pt x="0" y="0"/>
                  </a:lnTo>
                  <a:lnTo>
                    <a:pt x="104394" y="0"/>
                  </a:lnTo>
                  <a:lnTo>
                    <a:pt x="105280" y="28231"/>
                  </a:lnTo>
                  <a:lnTo>
                    <a:pt x="107925" y="56274"/>
                  </a:lnTo>
                  <a:lnTo>
                    <a:pt x="118399" y="111754"/>
                  </a:lnTo>
                  <a:lnTo>
                    <a:pt x="135632" y="166364"/>
                  </a:lnTo>
                  <a:lnTo>
                    <a:pt x="159443" y="220024"/>
                  </a:lnTo>
                  <a:lnTo>
                    <a:pt x="189650" y="272656"/>
                  </a:lnTo>
                  <a:lnTo>
                    <a:pt x="226071" y="324182"/>
                  </a:lnTo>
                  <a:lnTo>
                    <a:pt x="268523" y="374524"/>
                  </a:lnTo>
                  <a:lnTo>
                    <a:pt x="316826" y="423604"/>
                  </a:lnTo>
                  <a:lnTo>
                    <a:pt x="370796" y="471343"/>
                  </a:lnTo>
                  <a:lnTo>
                    <a:pt x="430252" y="517663"/>
                  </a:lnTo>
                  <a:lnTo>
                    <a:pt x="461980" y="540266"/>
                  </a:lnTo>
                  <a:lnTo>
                    <a:pt x="495012" y="562486"/>
                  </a:lnTo>
                  <a:lnTo>
                    <a:pt x="529324" y="584311"/>
                  </a:lnTo>
                  <a:lnTo>
                    <a:pt x="564893" y="605733"/>
                  </a:lnTo>
                  <a:lnTo>
                    <a:pt x="601698" y="626742"/>
                  </a:lnTo>
                  <a:lnTo>
                    <a:pt x="639715" y="647328"/>
                  </a:lnTo>
                  <a:lnTo>
                    <a:pt x="678921" y="667480"/>
                  </a:lnTo>
                  <a:lnTo>
                    <a:pt x="719294" y="687190"/>
                  </a:lnTo>
                  <a:lnTo>
                    <a:pt x="760811" y="706447"/>
                  </a:lnTo>
                  <a:lnTo>
                    <a:pt x="803449" y="725243"/>
                  </a:lnTo>
                  <a:lnTo>
                    <a:pt x="847186" y="743566"/>
                  </a:lnTo>
                  <a:lnTo>
                    <a:pt x="891998" y="761407"/>
                  </a:lnTo>
                  <a:lnTo>
                    <a:pt x="937863" y="778757"/>
                  </a:lnTo>
                  <a:lnTo>
                    <a:pt x="984758" y="795605"/>
                  </a:lnTo>
                  <a:lnTo>
                    <a:pt x="1032661" y="811942"/>
                  </a:lnTo>
                  <a:lnTo>
                    <a:pt x="1081549" y="827758"/>
                  </a:lnTo>
                  <a:lnTo>
                    <a:pt x="1131398" y="843044"/>
                  </a:lnTo>
                  <a:lnTo>
                    <a:pt x="1182187" y="857789"/>
                  </a:lnTo>
                  <a:lnTo>
                    <a:pt x="1233892" y="871984"/>
                  </a:lnTo>
                  <a:lnTo>
                    <a:pt x="1286491" y="885618"/>
                  </a:lnTo>
                  <a:lnTo>
                    <a:pt x="1339960" y="898683"/>
                  </a:lnTo>
                  <a:lnTo>
                    <a:pt x="1394278" y="911169"/>
                  </a:lnTo>
                  <a:lnTo>
                    <a:pt x="1449422" y="923065"/>
                  </a:lnTo>
                  <a:lnTo>
                    <a:pt x="1505368" y="934362"/>
                  </a:lnTo>
                  <a:lnTo>
                    <a:pt x="1562094" y="945050"/>
                  </a:lnTo>
                  <a:lnTo>
                    <a:pt x="1619577" y="955119"/>
                  </a:lnTo>
                  <a:lnTo>
                    <a:pt x="1677794" y="964560"/>
                  </a:lnTo>
                  <a:lnTo>
                    <a:pt x="1736723" y="973362"/>
                  </a:lnTo>
                  <a:lnTo>
                    <a:pt x="1796342" y="981517"/>
                  </a:lnTo>
                  <a:lnTo>
                    <a:pt x="1856626" y="989014"/>
                  </a:lnTo>
                  <a:lnTo>
                    <a:pt x="1917554" y="995843"/>
                  </a:lnTo>
                  <a:lnTo>
                    <a:pt x="1979102" y="1001995"/>
                  </a:lnTo>
                  <a:lnTo>
                    <a:pt x="2041249" y="1007459"/>
                  </a:lnTo>
                  <a:lnTo>
                    <a:pt x="2103970" y="1012227"/>
                  </a:lnTo>
                  <a:lnTo>
                    <a:pt x="2167244" y="1016288"/>
                  </a:lnTo>
                  <a:lnTo>
                    <a:pt x="2231048" y="1019633"/>
                  </a:lnTo>
                  <a:lnTo>
                    <a:pt x="2295359" y="1022251"/>
                  </a:lnTo>
                  <a:lnTo>
                    <a:pt x="2360153" y="1024134"/>
                  </a:lnTo>
                  <a:lnTo>
                    <a:pt x="2425410" y="1025270"/>
                  </a:lnTo>
                  <a:lnTo>
                    <a:pt x="2491104" y="1025651"/>
                  </a:lnTo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82396" y="1565148"/>
              <a:ext cx="7202805" cy="3971925"/>
            </a:xfrm>
            <a:custGeom>
              <a:avLst/>
              <a:gdLst/>
              <a:ahLst/>
              <a:cxnLst/>
              <a:rect l="l" t="t" r="r" b="b"/>
              <a:pathLst>
                <a:path w="7202805" h="3971925">
                  <a:moveTo>
                    <a:pt x="7202424" y="0"/>
                  </a:moveTo>
                  <a:lnTo>
                    <a:pt x="0" y="0"/>
                  </a:lnTo>
                  <a:lnTo>
                    <a:pt x="0" y="3971544"/>
                  </a:lnTo>
                  <a:lnTo>
                    <a:pt x="7202424" y="3971544"/>
                  </a:lnTo>
                  <a:lnTo>
                    <a:pt x="7202424" y="0"/>
                  </a:lnTo>
                  <a:close/>
                </a:path>
              </a:pathLst>
            </a:custGeom>
            <a:solidFill>
              <a:srgbClr val="282C3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62050" y="1586865"/>
            <a:ext cx="614489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1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7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D/O/T/W/2/e/20-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Angular</a:t>
            </a:r>
            <a:r>
              <a:rPr dirty="0" sz="1800" spc="3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cd</a:t>
            </a:r>
            <a:r>
              <a:rPr dirty="0" sz="1800" spc="-1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angular-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app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75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D/O/T/W/2/e/2/angular-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app</a:t>
            </a:r>
            <a:r>
              <a:rPr dirty="0" sz="1800" spc="3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ng</a:t>
            </a:r>
            <a:r>
              <a:rPr dirty="0" sz="1800" spc="-1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serve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943000" y="2754526"/>
          <a:ext cx="6283325" cy="1050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3389"/>
                <a:gridCol w="751839"/>
                <a:gridCol w="250825"/>
                <a:gridCol w="1503679"/>
                <a:gridCol w="563879"/>
                <a:gridCol w="1191260"/>
                <a:gridCol w="220345"/>
              </a:tblGrid>
              <a:tr h="251460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Initial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Chunk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695"/>
                        </a:lnSpc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Files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695"/>
                        </a:lnSpc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Names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17475">
                        <a:lnSpc>
                          <a:spcPts val="1695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9690">
                        <a:lnSpc>
                          <a:spcPts val="1695"/>
                        </a:lnSpc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Raw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Size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61EB8A"/>
                          </a:solidFill>
                          <a:latin typeface="Consolas"/>
                          <a:cs typeface="Consolas"/>
                        </a:rPr>
                        <a:t>polyfills.js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875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polyfills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16205">
                        <a:lnSpc>
                          <a:spcPts val="1875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ts val="1875"/>
                        </a:lnSpc>
                      </a:pPr>
                      <a:r>
                        <a:rPr dirty="0" sz="180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82.71</a:t>
                      </a:r>
                      <a:r>
                        <a:rPr dirty="0" sz="1800" spc="-2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kB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0480">
                        <a:lnSpc>
                          <a:spcPts val="1875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61EB8A"/>
                          </a:solidFill>
                          <a:latin typeface="Consolas"/>
                          <a:cs typeface="Consolas"/>
                        </a:rPr>
                        <a:t>main.js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88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80"/>
                        </a:lnSpc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main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16839">
                        <a:lnSpc>
                          <a:spcPts val="188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ts val="1880"/>
                        </a:lnSpc>
                      </a:pPr>
                      <a:r>
                        <a:rPr dirty="0" sz="180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23.23</a:t>
                      </a:r>
                      <a:r>
                        <a:rPr dirty="0" sz="1800" spc="-25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 kB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ts val="188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61EB8A"/>
                          </a:solidFill>
                          <a:latin typeface="Consolas"/>
                          <a:cs typeface="Consolas"/>
                        </a:rPr>
                        <a:t>styles.css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88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styles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16839">
                        <a:lnSpc>
                          <a:spcPts val="188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ts val="1880"/>
                        </a:lnSpc>
                      </a:pPr>
                      <a:r>
                        <a:rPr dirty="0" sz="180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96</a:t>
                      </a:r>
                      <a:r>
                        <a:rPr dirty="0" sz="1800" spc="-10">
                          <a:solidFill>
                            <a:srgbClr val="55B6C2"/>
                          </a:solidFill>
                          <a:latin typeface="Consolas"/>
                          <a:cs typeface="Consolas"/>
                        </a:rPr>
                        <a:t> bytes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0480">
                        <a:lnSpc>
                          <a:spcPts val="1880"/>
                        </a:lnSpc>
                      </a:pPr>
                      <a:r>
                        <a:rPr dirty="0" sz="1800" spc="-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|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282C34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 descr=""/>
          <p:cNvSpPr txBox="1"/>
          <p:nvPr/>
        </p:nvSpPr>
        <p:spPr>
          <a:xfrm>
            <a:off x="962050" y="4054855"/>
            <a:ext cx="6918959" cy="1398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96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|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Initial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Total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|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106.03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kB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Application</a:t>
            </a:r>
            <a:r>
              <a:rPr dirty="0" sz="1800" spc="-6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bundle</a:t>
            </a:r>
            <a:r>
              <a:rPr dirty="0" sz="1800" spc="-5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generation</a:t>
            </a: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complete.</a:t>
            </a:r>
            <a:r>
              <a:rPr dirty="0" sz="1800" spc="-6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[1.176</a:t>
            </a:r>
            <a:r>
              <a:rPr dirty="0" sz="1800" spc="-6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seconds]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Watch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mode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enabled.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Watching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for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file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changes...</a:t>
            </a:r>
            <a:endParaRPr sz="1800">
              <a:latin typeface="Consolas"/>
              <a:cs typeface="Consolas"/>
            </a:endParaRPr>
          </a:p>
          <a:p>
            <a:pPr marL="742315" indent="-478155">
              <a:lnSpc>
                <a:spcPct val="100000"/>
              </a:lnSpc>
              <a:spcBef>
                <a:spcPts val="10"/>
              </a:spcBef>
              <a:buClr>
                <a:srgbClr val="61EB8A"/>
              </a:buClr>
              <a:buFont typeface="Segoe UI Symbol"/>
              <a:buChar char="➜"/>
              <a:tabLst>
                <a:tab pos="742315" algn="l"/>
                <a:tab pos="1871345" algn="l"/>
              </a:tabLst>
            </a:pP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Local: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	</a:t>
            </a:r>
            <a:r>
              <a:rPr dirty="0" u="sng" sz="1800" spc="-10">
                <a:solidFill>
                  <a:srgbClr val="55B6C2"/>
                </a:solidFill>
                <a:uFill>
                  <a:solidFill>
                    <a:srgbClr val="55B6C2"/>
                  </a:solidFill>
                </a:uFill>
                <a:latin typeface="Consolas"/>
                <a:cs typeface="Consolas"/>
                <a:hlinkClick r:id="rId3"/>
              </a:rPr>
              <a:t>http://localhost:4200/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COMPONENTS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6578600" cy="470027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71882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building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blocks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apps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responsible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defining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appearance</a:t>
            </a:r>
            <a:r>
              <a:rPr dirty="0" sz="2800" spc="-1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element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(state,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business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logic,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events),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HTML</a:t>
            </a:r>
            <a:r>
              <a:rPr dirty="0" sz="2400" spc="-1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layout,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4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style</a:t>
            </a:r>
            <a:endParaRPr sz="2400">
              <a:latin typeface="Calibri"/>
              <a:cs typeface="Calibri"/>
            </a:endParaRPr>
          </a:p>
          <a:p>
            <a:pPr marL="240029" marR="299085" indent="-227329">
              <a:lnSpc>
                <a:spcPts val="303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Angular,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contain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endParaRPr sz="2800">
              <a:latin typeface="Calibri"/>
              <a:cs typeface="Calibri"/>
            </a:endParaRPr>
          </a:p>
          <a:p>
            <a:pPr marL="240029" marR="71120" indent="-227329">
              <a:lnSpc>
                <a:spcPts val="302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think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tree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8968485" y="1636522"/>
            <a:ext cx="1349375" cy="674370"/>
            <a:chOff x="8968485" y="1636522"/>
            <a:chExt cx="1349375" cy="674370"/>
          </a:xfrm>
        </p:grpSpPr>
        <p:sp>
          <p:nvSpPr>
            <p:cNvPr id="5" name="object 5" descr=""/>
            <p:cNvSpPr/>
            <p:nvPr/>
          </p:nvSpPr>
          <p:spPr>
            <a:xfrm>
              <a:off x="8974835" y="1642872"/>
              <a:ext cx="1336675" cy="661670"/>
            </a:xfrm>
            <a:custGeom>
              <a:avLst/>
              <a:gdLst/>
              <a:ahLst/>
              <a:cxnLst/>
              <a:rect l="l" t="t" r="r" b="b"/>
              <a:pathLst>
                <a:path w="1336675" h="661669">
                  <a:moveTo>
                    <a:pt x="1226312" y="0"/>
                  </a:moveTo>
                  <a:lnTo>
                    <a:pt x="110236" y="0"/>
                  </a:lnTo>
                  <a:lnTo>
                    <a:pt x="67347" y="8669"/>
                  </a:lnTo>
                  <a:lnTo>
                    <a:pt x="32305" y="32305"/>
                  </a:lnTo>
                  <a:lnTo>
                    <a:pt x="8669" y="67347"/>
                  </a:lnTo>
                  <a:lnTo>
                    <a:pt x="0" y="110236"/>
                  </a:lnTo>
                  <a:lnTo>
                    <a:pt x="0" y="551179"/>
                  </a:lnTo>
                  <a:lnTo>
                    <a:pt x="8669" y="594068"/>
                  </a:lnTo>
                  <a:lnTo>
                    <a:pt x="32305" y="629110"/>
                  </a:lnTo>
                  <a:lnTo>
                    <a:pt x="67347" y="652746"/>
                  </a:lnTo>
                  <a:lnTo>
                    <a:pt x="110236" y="661415"/>
                  </a:lnTo>
                  <a:lnTo>
                    <a:pt x="1226312" y="661415"/>
                  </a:lnTo>
                  <a:lnTo>
                    <a:pt x="1269200" y="652746"/>
                  </a:lnTo>
                  <a:lnTo>
                    <a:pt x="1304242" y="629110"/>
                  </a:lnTo>
                  <a:lnTo>
                    <a:pt x="1327878" y="594068"/>
                  </a:lnTo>
                  <a:lnTo>
                    <a:pt x="1336548" y="551179"/>
                  </a:lnTo>
                  <a:lnTo>
                    <a:pt x="1336548" y="110236"/>
                  </a:lnTo>
                  <a:lnTo>
                    <a:pt x="1327878" y="67347"/>
                  </a:lnTo>
                  <a:lnTo>
                    <a:pt x="1304242" y="32305"/>
                  </a:lnTo>
                  <a:lnTo>
                    <a:pt x="1269200" y="8669"/>
                  </a:lnTo>
                  <a:lnTo>
                    <a:pt x="1226312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974835" y="1642872"/>
              <a:ext cx="1336675" cy="661670"/>
            </a:xfrm>
            <a:custGeom>
              <a:avLst/>
              <a:gdLst/>
              <a:ahLst/>
              <a:cxnLst/>
              <a:rect l="l" t="t" r="r" b="b"/>
              <a:pathLst>
                <a:path w="1336675" h="661669">
                  <a:moveTo>
                    <a:pt x="0" y="110236"/>
                  </a:moveTo>
                  <a:lnTo>
                    <a:pt x="8669" y="67347"/>
                  </a:lnTo>
                  <a:lnTo>
                    <a:pt x="32305" y="32305"/>
                  </a:lnTo>
                  <a:lnTo>
                    <a:pt x="67347" y="8669"/>
                  </a:lnTo>
                  <a:lnTo>
                    <a:pt x="110236" y="0"/>
                  </a:lnTo>
                  <a:lnTo>
                    <a:pt x="1226312" y="0"/>
                  </a:lnTo>
                  <a:lnTo>
                    <a:pt x="1269200" y="8669"/>
                  </a:lnTo>
                  <a:lnTo>
                    <a:pt x="1304242" y="32305"/>
                  </a:lnTo>
                  <a:lnTo>
                    <a:pt x="1327878" y="67347"/>
                  </a:lnTo>
                  <a:lnTo>
                    <a:pt x="1336548" y="110236"/>
                  </a:lnTo>
                  <a:lnTo>
                    <a:pt x="1336548" y="551179"/>
                  </a:lnTo>
                  <a:lnTo>
                    <a:pt x="1327878" y="594068"/>
                  </a:lnTo>
                  <a:lnTo>
                    <a:pt x="1304242" y="629110"/>
                  </a:lnTo>
                  <a:lnTo>
                    <a:pt x="1269200" y="652746"/>
                  </a:lnTo>
                  <a:lnTo>
                    <a:pt x="1226312" y="661415"/>
                  </a:lnTo>
                  <a:lnTo>
                    <a:pt x="110236" y="661415"/>
                  </a:lnTo>
                  <a:lnTo>
                    <a:pt x="67347" y="652746"/>
                  </a:lnTo>
                  <a:lnTo>
                    <a:pt x="32305" y="629110"/>
                  </a:lnTo>
                  <a:lnTo>
                    <a:pt x="8669" y="594068"/>
                  </a:lnTo>
                  <a:lnTo>
                    <a:pt x="0" y="551179"/>
                  </a:lnTo>
                  <a:lnTo>
                    <a:pt x="0" y="110236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9189211" y="1671954"/>
            <a:ext cx="9112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3679" marR="5080" indent="-220979">
              <a:lnSpc>
                <a:spcPct val="100000"/>
              </a:lnSpc>
              <a:spcBef>
                <a:spcPts val="100"/>
              </a:spcBef>
            </a:pP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To-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List Page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9965181" y="2947161"/>
            <a:ext cx="1351280" cy="675640"/>
            <a:chOff x="9965181" y="2947161"/>
            <a:chExt cx="1351280" cy="675640"/>
          </a:xfrm>
        </p:grpSpPr>
        <p:sp>
          <p:nvSpPr>
            <p:cNvPr id="9" name="object 9" descr=""/>
            <p:cNvSpPr/>
            <p:nvPr/>
          </p:nvSpPr>
          <p:spPr>
            <a:xfrm>
              <a:off x="9971531" y="2953511"/>
              <a:ext cx="1338580" cy="662940"/>
            </a:xfrm>
            <a:custGeom>
              <a:avLst/>
              <a:gdLst/>
              <a:ahLst/>
              <a:cxnLst/>
              <a:rect l="l" t="t" r="r" b="b"/>
              <a:pathLst>
                <a:path w="1338579" h="662939">
                  <a:moveTo>
                    <a:pt x="1227582" y="0"/>
                  </a:moveTo>
                  <a:lnTo>
                    <a:pt x="110490" y="0"/>
                  </a:lnTo>
                  <a:lnTo>
                    <a:pt x="67508" y="8691"/>
                  </a:lnTo>
                  <a:lnTo>
                    <a:pt x="32385" y="32385"/>
                  </a:lnTo>
                  <a:lnTo>
                    <a:pt x="8691" y="67508"/>
                  </a:lnTo>
                  <a:lnTo>
                    <a:pt x="0" y="110489"/>
                  </a:lnTo>
                  <a:lnTo>
                    <a:pt x="0" y="552450"/>
                  </a:lnTo>
                  <a:lnTo>
                    <a:pt x="8691" y="595431"/>
                  </a:lnTo>
                  <a:lnTo>
                    <a:pt x="32384" y="630555"/>
                  </a:lnTo>
                  <a:lnTo>
                    <a:pt x="67508" y="654248"/>
                  </a:lnTo>
                  <a:lnTo>
                    <a:pt x="110490" y="662939"/>
                  </a:lnTo>
                  <a:lnTo>
                    <a:pt x="1227582" y="662939"/>
                  </a:lnTo>
                  <a:lnTo>
                    <a:pt x="1270563" y="654248"/>
                  </a:lnTo>
                  <a:lnTo>
                    <a:pt x="1305686" y="630554"/>
                  </a:lnTo>
                  <a:lnTo>
                    <a:pt x="1329380" y="595431"/>
                  </a:lnTo>
                  <a:lnTo>
                    <a:pt x="1338072" y="552450"/>
                  </a:lnTo>
                  <a:lnTo>
                    <a:pt x="1338072" y="110489"/>
                  </a:lnTo>
                  <a:lnTo>
                    <a:pt x="1329380" y="67508"/>
                  </a:lnTo>
                  <a:lnTo>
                    <a:pt x="1305687" y="32384"/>
                  </a:lnTo>
                  <a:lnTo>
                    <a:pt x="1270563" y="8691"/>
                  </a:lnTo>
                  <a:lnTo>
                    <a:pt x="1227582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971531" y="2953511"/>
              <a:ext cx="1338580" cy="662940"/>
            </a:xfrm>
            <a:custGeom>
              <a:avLst/>
              <a:gdLst/>
              <a:ahLst/>
              <a:cxnLst/>
              <a:rect l="l" t="t" r="r" b="b"/>
              <a:pathLst>
                <a:path w="1338579" h="662939">
                  <a:moveTo>
                    <a:pt x="0" y="110489"/>
                  </a:moveTo>
                  <a:lnTo>
                    <a:pt x="8691" y="67508"/>
                  </a:lnTo>
                  <a:lnTo>
                    <a:pt x="32385" y="32385"/>
                  </a:lnTo>
                  <a:lnTo>
                    <a:pt x="67508" y="8691"/>
                  </a:lnTo>
                  <a:lnTo>
                    <a:pt x="110490" y="0"/>
                  </a:lnTo>
                  <a:lnTo>
                    <a:pt x="1227582" y="0"/>
                  </a:lnTo>
                  <a:lnTo>
                    <a:pt x="1270563" y="8691"/>
                  </a:lnTo>
                  <a:lnTo>
                    <a:pt x="1305687" y="32384"/>
                  </a:lnTo>
                  <a:lnTo>
                    <a:pt x="1329380" y="67508"/>
                  </a:lnTo>
                  <a:lnTo>
                    <a:pt x="1338072" y="110489"/>
                  </a:lnTo>
                  <a:lnTo>
                    <a:pt x="1338072" y="552450"/>
                  </a:lnTo>
                  <a:lnTo>
                    <a:pt x="1329380" y="595431"/>
                  </a:lnTo>
                  <a:lnTo>
                    <a:pt x="1305686" y="630554"/>
                  </a:lnTo>
                  <a:lnTo>
                    <a:pt x="1270563" y="654248"/>
                  </a:lnTo>
                  <a:lnTo>
                    <a:pt x="1227582" y="662939"/>
                  </a:lnTo>
                  <a:lnTo>
                    <a:pt x="110490" y="662939"/>
                  </a:lnTo>
                  <a:lnTo>
                    <a:pt x="67508" y="654248"/>
                  </a:lnTo>
                  <a:lnTo>
                    <a:pt x="32384" y="630555"/>
                  </a:lnTo>
                  <a:lnTo>
                    <a:pt x="8691" y="595431"/>
                  </a:lnTo>
                  <a:lnTo>
                    <a:pt x="0" y="552450"/>
                  </a:lnTo>
                  <a:lnTo>
                    <a:pt x="0" y="110489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0186543" y="3120644"/>
            <a:ext cx="911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To-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List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970266" y="2947161"/>
            <a:ext cx="1351280" cy="675640"/>
            <a:chOff x="7970266" y="2947161"/>
            <a:chExt cx="1351280" cy="675640"/>
          </a:xfrm>
        </p:grpSpPr>
        <p:sp>
          <p:nvSpPr>
            <p:cNvPr id="13" name="object 13" descr=""/>
            <p:cNvSpPr/>
            <p:nvPr/>
          </p:nvSpPr>
          <p:spPr>
            <a:xfrm>
              <a:off x="7976616" y="2953511"/>
              <a:ext cx="1338580" cy="662940"/>
            </a:xfrm>
            <a:custGeom>
              <a:avLst/>
              <a:gdLst/>
              <a:ahLst/>
              <a:cxnLst/>
              <a:rect l="l" t="t" r="r" b="b"/>
              <a:pathLst>
                <a:path w="1338579" h="662939">
                  <a:moveTo>
                    <a:pt x="1227581" y="0"/>
                  </a:moveTo>
                  <a:lnTo>
                    <a:pt x="110489" y="0"/>
                  </a:lnTo>
                  <a:lnTo>
                    <a:pt x="67508" y="8691"/>
                  </a:lnTo>
                  <a:lnTo>
                    <a:pt x="32385" y="32385"/>
                  </a:lnTo>
                  <a:lnTo>
                    <a:pt x="8691" y="67508"/>
                  </a:lnTo>
                  <a:lnTo>
                    <a:pt x="0" y="110489"/>
                  </a:lnTo>
                  <a:lnTo>
                    <a:pt x="0" y="552450"/>
                  </a:lnTo>
                  <a:lnTo>
                    <a:pt x="8691" y="595431"/>
                  </a:lnTo>
                  <a:lnTo>
                    <a:pt x="32384" y="630555"/>
                  </a:lnTo>
                  <a:lnTo>
                    <a:pt x="67508" y="654248"/>
                  </a:lnTo>
                  <a:lnTo>
                    <a:pt x="110489" y="662939"/>
                  </a:lnTo>
                  <a:lnTo>
                    <a:pt x="1227581" y="662939"/>
                  </a:lnTo>
                  <a:lnTo>
                    <a:pt x="1270563" y="654248"/>
                  </a:lnTo>
                  <a:lnTo>
                    <a:pt x="1305686" y="630554"/>
                  </a:lnTo>
                  <a:lnTo>
                    <a:pt x="1329380" y="595431"/>
                  </a:lnTo>
                  <a:lnTo>
                    <a:pt x="1338072" y="552450"/>
                  </a:lnTo>
                  <a:lnTo>
                    <a:pt x="1338072" y="110489"/>
                  </a:lnTo>
                  <a:lnTo>
                    <a:pt x="1329380" y="67508"/>
                  </a:lnTo>
                  <a:lnTo>
                    <a:pt x="1305686" y="32384"/>
                  </a:lnTo>
                  <a:lnTo>
                    <a:pt x="1270563" y="8691"/>
                  </a:lnTo>
                  <a:lnTo>
                    <a:pt x="1227581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976616" y="2953511"/>
              <a:ext cx="1338580" cy="662940"/>
            </a:xfrm>
            <a:custGeom>
              <a:avLst/>
              <a:gdLst/>
              <a:ahLst/>
              <a:cxnLst/>
              <a:rect l="l" t="t" r="r" b="b"/>
              <a:pathLst>
                <a:path w="1338579" h="662939">
                  <a:moveTo>
                    <a:pt x="0" y="110489"/>
                  </a:moveTo>
                  <a:lnTo>
                    <a:pt x="8691" y="67508"/>
                  </a:lnTo>
                  <a:lnTo>
                    <a:pt x="32385" y="32385"/>
                  </a:lnTo>
                  <a:lnTo>
                    <a:pt x="67508" y="8691"/>
                  </a:lnTo>
                  <a:lnTo>
                    <a:pt x="110489" y="0"/>
                  </a:lnTo>
                  <a:lnTo>
                    <a:pt x="1227581" y="0"/>
                  </a:lnTo>
                  <a:lnTo>
                    <a:pt x="1270563" y="8691"/>
                  </a:lnTo>
                  <a:lnTo>
                    <a:pt x="1305686" y="32384"/>
                  </a:lnTo>
                  <a:lnTo>
                    <a:pt x="1329380" y="67508"/>
                  </a:lnTo>
                  <a:lnTo>
                    <a:pt x="1338072" y="110489"/>
                  </a:lnTo>
                  <a:lnTo>
                    <a:pt x="1338072" y="552450"/>
                  </a:lnTo>
                  <a:lnTo>
                    <a:pt x="1329380" y="595431"/>
                  </a:lnTo>
                  <a:lnTo>
                    <a:pt x="1305686" y="630554"/>
                  </a:lnTo>
                  <a:lnTo>
                    <a:pt x="1270563" y="654248"/>
                  </a:lnTo>
                  <a:lnTo>
                    <a:pt x="1227581" y="662939"/>
                  </a:lnTo>
                  <a:lnTo>
                    <a:pt x="110489" y="662939"/>
                  </a:lnTo>
                  <a:lnTo>
                    <a:pt x="67508" y="654248"/>
                  </a:lnTo>
                  <a:lnTo>
                    <a:pt x="32384" y="630555"/>
                  </a:lnTo>
                  <a:lnTo>
                    <a:pt x="8691" y="595431"/>
                  </a:lnTo>
                  <a:lnTo>
                    <a:pt x="0" y="552450"/>
                  </a:lnTo>
                  <a:lnTo>
                    <a:pt x="0" y="110489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8104758" y="2983484"/>
            <a:ext cx="108521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1874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Add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new 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To-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Form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9965181" y="4180078"/>
            <a:ext cx="1351280" cy="674370"/>
            <a:chOff x="9965181" y="4180078"/>
            <a:chExt cx="1351280" cy="674370"/>
          </a:xfrm>
        </p:grpSpPr>
        <p:sp>
          <p:nvSpPr>
            <p:cNvPr id="17" name="object 17" descr=""/>
            <p:cNvSpPr/>
            <p:nvPr/>
          </p:nvSpPr>
          <p:spPr>
            <a:xfrm>
              <a:off x="9971531" y="4186428"/>
              <a:ext cx="1338580" cy="661670"/>
            </a:xfrm>
            <a:custGeom>
              <a:avLst/>
              <a:gdLst/>
              <a:ahLst/>
              <a:cxnLst/>
              <a:rect l="l" t="t" r="r" b="b"/>
              <a:pathLst>
                <a:path w="1338579" h="661670">
                  <a:moveTo>
                    <a:pt x="1227836" y="0"/>
                  </a:moveTo>
                  <a:lnTo>
                    <a:pt x="110236" y="0"/>
                  </a:lnTo>
                  <a:lnTo>
                    <a:pt x="67347" y="8669"/>
                  </a:lnTo>
                  <a:lnTo>
                    <a:pt x="32305" y="32305"/>
                  </a:lnTo>
                  <a:lnTo>
                    <a:pt x="8669" y="67347"/>
                  </a:lnTo>
                  <a:lnTo>
                    <a:pt x="0" y="110236"/>
                  </a:lnTo>
                  <a:lnTo>
                    <a:pt x="0" y="551180"/>
                  </a:lnTo>
                  <a:lnTo>
                    <a:pt x="8669" y="594068"/>
                  </a:lnTo>
                  <a:lnTo>
                    <a:pt x="32305" y="629110"/>
                  </a:lnTo>
                  <a:lnTo>
                    <a:pt x="67347" y="652746"/>
                  </a:lnTo>
                  <a:lnTo>
                    <a:pt x="110236" y="661416"/>
                  </a:lnTo>
                  <a:lnTo>
                    <a:pt x="1227836" y="661416"/>
                  </a:lnTo>
                  <a:lnTo>
                    <a:pt x="1270724" y="652746"/>
                  </a:lnTo>
                  <a:lnTo>
                    <a:pt x="1305766" y="629110"/>
                  </a:lnTo>
                  <a:lnTo>
                    <a:pt x="1329402" y="594068"/>
                  </a:lnTo>
                  <a:lnTo>
                    <a:pt x="1338072" y="551180"/>
                  </a:lnTo>
                  <a:lnTo>
                    <a:pt x="1338072" y="110236"/>
                  </a:lnTo>
                  <a:lnTo>
                    <a:pt x="1329402" y="67347"/>
                  </a:lnTo>
                  <a:lnTo>
                    <a:pt x="1305766" y="32305"/>
                  </a:lnTo>
                  <a:lnTo>
                    <a:pt x="1270724" y="8669"/>
                  </a:lnTo>
                  <a:lnTo>
                    <a:pt x="1227836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971531" y="4186428"/>
              <a:ext cx="1338580" cy="661670"/>
            </a:xfrm>
            <a:custGeom>
              <a:avLst/>
              <a:gdLst/>
              <a:ahLst/>
              <a:cxnLst/>
              <a:rect l="l" t="t" r="r" b="b"/>
              <a:pathLst>
                <a:path w="1338579" h="661670">
                  <a:moveTo>
                    <a:pt x="0" y="110236"/>
                  </a:moveTo>
                  <a:lnTo>
                    <a:pt x="8669" y="67347"/>
                  </a:lnTo>
                  <a:lnTo>
                    <a:pt x="32305" y="32305"/>
                  </a:lnTo>
                  <a:lnTo>
                    <a:pt x="67347" y="8669"/>
                  </a:lnTo>
                  <a:lnTo>
                    <a:pt x="110236" y="0"/>
                  </a:lnTo>
                  <a:lnTo>
                    <a:pt x="1227836" y="0"/>
                  </a:lnTo>
                  <a:lnTo>
                    <a:pt x="1270724" y="8669"/>
                  </a:lnTo>
                  <a:lnTo>
                    <a:pt x="1305766" y="32305"/>
                  </a:lnTo>
                  <a:lnTo>
                    <a:pt x="1329402" y="67347"/>
                  </a:lnTo>
                  <a:lnTo>
                    <a:pt x="1338072" y="110236"/>
                  </a:lnTo>
                  <a:lnTo>
                    <a:pt x="1338072" y="551180"/>
                  </a:lnTo>
                  <a:lnTo>
                    <a:pt x="1329402" y="594068"/>
                  </a:lnTo>
                  <a:lnTo>
                    <a:pt x="1305766" y="629110"/>
                  </a:lnTo>
                  <a:lnTo>
                    <a:pt x="1270724" y="652746"/>
                  </a:lnTo>
                  <a:lnTo>
                    <a:pt x="1227836" y="661416"/>
                  </a:lnTo>
                  <a:lnTo>
                    <a:pt x="110236" y="661416"/>
                  </a:lnTo>
                  <a:lnTo>
                    <a:pt x="67347" y="652746"/>
                  </a:lnTo>
                  <a:lnTo>
                    <a:pt x="32305" y="629110"/>
                  </a:lnTo>
                  <a:lnTo>
                    <a:pt x="8669" y="594068"/>
                  </a:lnTo>
                  <a:lnTo>
                    <a:pt x="0" y="551180"/>
                  </a:lnTo>
                  <a:lnTo>
                    <a:pt x="0" y="110236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0127106" y="4353305"/>
            <a:ext cx="1027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To-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Item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8625967" y="2304287"/>
            <a:ext cx="2058670" cy="1883410"/>
          </a:xfrm>
          <a:custGeom>
            <a:avLst/>
            <a:gdLst/>
            <a:ahLst/>
            <a:cxnLst/>
            <a:rect l="l" t="t" r="r" b="b"/>
            <a:pathLst>
              <a:path w="2058670" h="1883410">
                <a:moveTo>
                  <a:pt x="1736585" y="350240"/>
                </a:moveTo>
                <a:lnTo>
                  <a:pt x="1727390" y="346925"/>
                </a:lnTo>
                <a:lnTo>
                  <a:pt x="1726095" y="346481"/>
                </a:lnTo>
                <a:lnTo>
                  <a:pt x="1717522" y="343750"/>
                </a:lnTo>
                <a:lnTo>
                  <a:pt x="1704594" y="339598"/>
                </a:lnTo>
                <a:lnTo>
                  <a:pt x="1659255" y="327406"/>
                </a:lnTo>
                <a:lnTo>
                  <a:pt x="1612519" y="318643"/>
                </a:lnTo>
                <a:lnTo>
                  <a:pt x="1565148" y="313055"/>
                </a:lnTo>
                <a:lnTo>
                  <a:pt x="1495209" y="310667"/>
                </a:lnTo>
                <a:lnTo>
                  <a:pt x="1473200" y="309346"/>
                </a:lnTo>
                <a:lnTo>
                  <a:pt x="1449463" y="307022"/>
                </a:lnTo>
                <a:lnTo>
                  <a:pt x="1448003" y="306895"/>
                </a:lnTo>
                <a:lnTo>
                  <a:pt x="1447774" y="306870"/>
                </a:lnTo>
                <a:lnTo>
                  <a:pt x="1429016" y="304304"/>
                </a:lnTo>
                <a:lnTo>
                  <a:pt x="1428750" y="304266"/>
                </a:lnTo>
                <a:lnTo>
                  <a:pt x="1427480" y="304038"/>
                </a:lnTo>
                <a:lnTo>
                  <a:pt x="1427200" y="304038"/>
                </a:lnTo>
                <a:lnTo>
                  <a:pt x="1428051" y="304165"/>
                </a:lnTo>
                <a:lnTo>
                  <a:pt x="1427137" y="304038"/>
                </a:lnTo>
                <a:lnTo>
                  <a:pt x="1406664" y="300570"/>
                </a:lnTo>
                <a:lnTo>
                  <a:pt x="1404759" y="300189"/>
                </a:lnTo>
                <a:lnTo>
                  <a:pt x="1404429" y="300189"/>
                </a:lnTo>
                <a:lnTo>
                  <a:pt x="1382356" y="295529"/>
                </a:lnTo>
                <a:lnTo>
                  <a:pt x="1360297" y="290068"/>
                </a:lnTo>
                <a:lnTo>
                  <a:pt x="1338580" y="283832"/>
                </a:lnTo>
                <a:lnTo>
                  <a:pt x="1317383" y="277037"/>
                </a:lnTo>
                <a:lnTo>
                  <a:pt x="1315466" y="276440"/>
                </a:lnTo>
                <a:lnTo>
                  <a:pt x="1315313" y="276377"/>
                </a:lnTo>
                <a:lnTo>
                  <a:pt x="1296873" y="269633"/>
                </a:lnTo>
                <a:lnTo>
                  <a:pt x="1276121" y="261289"/>
                </a:lnTo>
                <a:lnTo>
                  <a:pt x="1273657" y="260286"/>
                </a:lnTo>
                <a:lnTo>
                  <a:pt x="1275892" y="261289"/>
                </a:lnTo>
                <a:lnTo>
                  <a:pt x="1256169" y="252539"/>
                </a:lnTo>
                <a:lnTo>
                  <a:pt x="1254086" y="251612"/>
                </a:lnTo>
                <a:lnTo>
                  <a:pt x="1256004" y="252539"/>
                </a:lnTo>
                <a:lnTo>
                  <a:pt x="1236345" y="243078"/>
                </a:lnTo>
                <a:lnTo>
                  <a:pt x="1218018" y="233362"/>
                </a:lnTo>
                <a:lnTo>
                  <a:pt x="1217866" y="233197"/>
                </a:lnTo>
                <a:lnTo>
                  <a:pt x="1199057" y="222377"/>
                </a:lnTo>
                <a:lnTo>
                  <a:pt x="1183538" y="212801"/>
                </a:lnTo>
                <a:lnTo>
                  <a:pt x="1167384" y="201917"/>
                </a:lnTo>
                <a:lnTo>
                  <a:pt x="1165936" y="200850"/>
                </a:lnTo>
                <a:lnTo>
                  <a:pt x="1165555" y="200609"/>
                </a:lnTo>
                <a:lnTo>
                  <a:pt x="1135227" y="177355"/>
                </a:lnTo>
                <a:lnTo>
                  <a:pt x="1106932" y="151257"/>
                </a:lnTo>
                <a:lnTo>
                  <a:pt x="1073632" y="112229"/>
                </a:lnTo>
                <a:lnTo>
                  <a:pt x="1056144" y="84620"/>
                </a:lnTo>
                <a:lnTo>
                  <a:pt x="1055662" y="83769"/>
                </a:lnTo>
                <a:lnTo>
                  <a:pt x="1049591" y="71526"/>
                </a:lnTo>
                <a:lnTo>
                  <a:pt x="1049274" y="70764"/>
                </a:lnTo>
                <a:lnTo>
                  <a:pt x="1048829" y="69811"/>
                </a:lnTo>
                <a:lnTo>
                  <a:pt x="1043584" y="56896"/>
                </a:lnTo>
                <a:lnTo>
                  <a:pt x="1043393" y="56489"/>
                </a:lnTo>
                <a:lnTo>
                  <a:pt x="1043178" y="55880"/>
                </a:lnTo>
                <a:lnTo>
                  <a:pt x="1041323" y="50165"/>
                </a:lnTo>
                <a:lnTo>
                  <a:pt x="1038606" y="41910"/>
                </a:lnTo>
                <a:lnTo>
                  <a:pt x="1036802" y="33782"/>
                </a:lnTo>
                <a:lnTo>
                  <a:pt x="1035723" y="29210"/>
                </a:lnTo>
                <a:lnTo>
                  <a:pt x="1035583" y="28727"/>
                </a:lnTo>
                <a:lnTo>
                  <a:pt x="1035431" y="27940"/>
                </a:lnTo>
                <a:lnTo>
                  <a:pt x="1033678" y="15240"/>
                </a:lnTo>
                <a:lnTo>
                  <a:pt x="1033602" y="14859"/>
                </a:lnTo>
                <a:lnTo>
                  <a:pt x="1033526" y="14097"/>
                </a:lnTo>
                <a:lnTo>
                  <a:pt x="1032954" y="1524"/>
                </a:lnTo>
                <a:lnTo>
                  <a:pt x="1032891" y="0"/>
                </a:lnTo>
                <a:lnTo>
                  <a:pt x="1018247" y="787"/>
                </a:lnTo>
                <a:lnTo>
                  <a:pt x="1003554" y="0"/>
                </a:lnTo>
                <a:lnTo>
                  <a:pt x="1002919" y="14097"/>
                </a:lnTo>
                <a:lnTo>
                  <a:pt x="1002436" y="17399"/>
                </a:lnTo>
                <a:lnTo>
                  <a:pt x="1001014" y="27940"/>
                </a:lnTo>
                <a:lnTo>
                  <a:pt x="997496" y="42926"/>
                </a:lnTo>
                <a:lnTo>
                  <a:pt x="995172" y="50165"/>
                </a:lnTo>
                <a:lnTo>
                  <a:pt x="993394" y="55880"/>
                </a:lnTo>
                <a:lnTo>
                  <a:pt x="972820" y="97536"/>
                </a:lnTo>
                <a:lnTo>
                  <a:pt x="972604" y="97790"/>
                </a:lnTo>
                <a:lnTo>
                  <a:pt x="972299" y="98298"/>
                </a:lnTo>
                <a:lnTo>
                  <a:pt x="942213" y="137909"/>
                </a:lnTo>
                <a:lnTo>
                  <a:pt x="929424" y="151371"/>
                </a:lnTo>
                <a:lnTo>
                  <a:pt x="929068" y="151701"/>
                </a:lnTo>
                <a:lnTo>
                  <a:pt x="888085" y="187896"/>
                </a:lnTo>
                <a:lnTo>
                  <a:pt x="870877" y="200609"/>
                </a:lnTo>
                <a:lnTo>
                  <a:pt x="870496" y="200850"/>
                </a:lnTo>
                <a:lnTo>
                  <a:pt x="869048" y="201917"/>
                </a:lnTo>
                <a:lnTo>
                  <a:pt x="852893" y="212801"/>
                </a:lnTo>
                <a:lnTo>
                  <a:pt x="837374" y="222377"/>
                </a:lnTo>
                <a:lnTo>
                  <a:pt x="818603" y="233197"/>
                </a:lnTo>
                <a:lnTo>
                  <a:pt x="817041" y="234073"/>
                </a:lnTo>
                <a:lnTo>
                  <a:pt x="782459" y="251561"/>
                </a:lnTo>
                <a:lnTo>
                  <a:pt x="739724" y="269621"/>
                </a:lnTo>
                <a:lnTo>
                  <a:pt x="721258" y="276326"/>
                </a:lnTo>
                <a:lnTo>
                  <a:pt x="697306" y="284035"/>
                </a:lnTo>
                <a:lnTo>
                  <a:pt x="677113" y="289826"/>
                </a:lnTo>
                <a:lnTo>
                  <a:pt x="654202" y="295529"/>
                </a:lnTo>
                <a:lnTo>
                  <a:pt x="632129" y="300189"/>
                </a:lnTo>
                <a:lnTo>
                  <a:pt x="631799" y="300189"/>
                </a:lnTo>
                <a:lnTo>
                  <a:pt x="630262" y="300507"/>
                </a:lnTo>
                <a:lnTo>
                  <a:pt x="630008" y="300558"/>
                </a:lnTo>
                <a:lnTo>
                  <a:pt x="609384" y="304038"/>
                </a:lnTo>
                <a:lnTo>
                  <a:pt x="609244" y="304038"/>
                </a:lnTo>
                <a:lnTo>
                  <a:pt x="608952" y="304038"/>
                </a:lnTo>
                <a:lnTo>
                  <a:pt x="607796" y="304241"/>
                </a:lnTo>
                <a:lnTo>
                  <a:pt x="588772" y="306870"/>
                </a:lnTo>
                <a:lnTo>
                  <a:pt x="588454" y="306908"/>
                </a:lnTo>
                <a:lnTo>
                  <a:pt x="563702" y="309333"/>
                </a:lnTo>
                <a:lnTo>
                  <a:pt x="541350" y="310667"/>
                </a:lnTo>
                <a:lnTo>
                  <a:pt x="495300" y="311531"/>
                </a:lnTo>
                <a:lnTo>
                  <a:pt x="471424" y="313055"/>
                </a:lnTo>
                <a:lnTo>
                  <a:pt x="423926" y="318643"/>
                </a:lnTo>
                <a:lnTo>
                  <a:pt x="377444" y="327406"/>
                </a:lnTo>
                <a:lnTo>
                  <a:pt x="331851" y="339598"/>
                </a:lnTo>
                <a:lnTo>
                  <a:pt x="287909" y="354584"/>
                </a:lnTo>
                <a:lnTo>
                  <a:pt x="245872" y="372364"/>
                </a:lnTo>
                <a:lnTo>
                  <a:pt x="205867" y="392430"/>
                </a:lnTo>
                <a:lnTo>
                  <a:pt x="168529" y="414909"/>
                </a:lnTo>
                <a:lnTo>
                  <a:pt x="133985" y="439166"/>
                </a:lnTo>
                <a:lnTo>
                  <a:pt x="102743" y="465328"/>
                </a:lnTo>
                <a:lnTo>
                  <a:pt x="75311" y="493141"/>
                </a:lnTo>
                <a:lnTo>
                  <a:pt x="41529" y="537464"/>
                </a:lnTo>
                <a:lnTo>
                  <a:pt x="28702" y="563549"/>
                </a:lnTo>
                <a:lnTo>
                  <a:pt x="0" y="556260"/>
                </a:lnTo>
                <a:lnTo>
                  <a:pt x="20447" y="649859"/>
                </a:lnTo>
                <a:lnTo>
                  <a:pt x="76250" y="585216"/>
                </a:lnTo>
                <a:lnTo>
                  <a:pt x="83058" y="577342"/>
                </a:lnTo>
                <a:lnTo>
                  <a:pt x="56515" y="570611"/>
                </a:lnTo>
                <a:lnTo>
                  <a:pt x="57759" y="566928"/>
                </a:lnTo>
                <a:lnTo>
                  <a:pt x="58102" y="565924"/>
                </a:lnTo>
                <a:lnTo>
                  <a:pt x="85471" y="525145"/>
                </a:lnTo>
                <a:lnTo>
                  <a:pt x="87909" y="522351"/>
                </a:lnTo>
                <a:lnTo>
                  <a:pt x="97040" y="511746"/>
                </a:lnTo>
                <a:lnTo>
                  <a:pt x="107734" y="500316"/>
                </a:lnTo>
                <a:lnTo>
                  <a:pt x="122821" y="485775"/>
                </a:lnTo>
                <a:lnTo>
                  <a:pt x="136220" y="474052"/>
                </a:lnTo>
                <a:lnTo>
                  <a:pt x="136525" y="473811"/>
                </a:lnTo>
                <a:lnTo>
                  <a:pt x="136334" y="474052"/>
                </a:lnTo>
                <a:lnTo>
                  <a:pt x="136753" y="473748"/>
                </a:lnTo>
                <a:lnTo>
                  <a:pt x="167259" y="450151"/>
                </a:lnTo>
                <a:lnTo>
                  <a:pt x="202501" y="427291"/>
                </a:lnTo>
                <a:lnTo>
                  <a:pt x="237185" y="408190"/>
                </a:lnTo>
                <a:lnTo>
                  <a:pt x="276694" y="389966"/>
                </a:lnTo>
                <a:lnTo>
                  <a:pt x="317233" y="374345"/>
                </a:lnTo>
                <a:lnTo>
                  <a:pt x="318820" y="373837"/>
                </a:lnTo>
                <a:lnTo>
                  <a:pt x="339839" y="367068"/>
                </a:lnTo>
                <a:lnTo>
                  <a:pt x="361632" y="360807"/>
                </a:lnTo>
                <a:lnTo>
                  <a:pt x="383514" y="355358"/>
                </a:lnTo>
                <a:lnTo>
                  <a:pt x="405257" y="350748"/>
                </a:lnTo>
                <a:lnTo>
                  <a:pt x="405650" y="350748"/>
                </a:lnTo>
                <a:lnTo>
                  <a:pt x="408190" y="350227"/>
                </a:lnTo>
                <a:lnTo>
                  <a:pt x="405028" y="350748"/>
                </a:lnTo>
                <a:lnTo>
                  <a:pt x="427596" y="346925"/>
                </a:lnTo>
                <a:lnTo>
                  <a:pt x="428002" y="346925"/>
                </a:lnTo>
                <a:lnTo>
                  <a:pt x="430517" y="346506"/>
                </a:lnTo>
                <a:lnTo>
                  <a:pt x="427494" y="346925"/>
                </a:lnTo>
                <a:lnTo>
                  <a:pt x="430517" y="346506"/>
                </a:lnTo>
                <a:lnTo>
                  <a:pt x="449262" y="343954"/>
                </a:lnTo>
                <a:lnTo>
                  <a:pt x="451231" y="343750"/>
                </a:lnTo>
                <a:lnTo>
                  <a:pt x="473329" y="341566"/>
                </a:lnTo>
                <a:lnTo>
                  <a:pt x="472274" y="341566"/>
                </a:lnTo>
                <a:lnTo>
                  <a:pt x="496189" y="340144"/>
                </a:lnTo>
                <a:lnTo>
                  <a:pt x="494792" y="340144"/>
                </a:lnTo>
                <a:lnTo>
                  <a:pt x="543052" y="339217"/>
                </a:lnTo>
                <a:lnTo>
                  <a:pt x="590804" y="335407"/>
                </a:lnTo>
                <a:lnTo>
                  <a:pt x="637794" y="328168"/>
                </a:lnTo>
                <a:lnTo>
                  <a:pt x="683895" y="317500"/>
                </a:lnTo>
                <a:lnTo>
                  <a:pt x="719264" y="307022"/>
                </a:lnTo>
                <a:lnTo>
                  <a:pt x="728599" y="304038"/>
                </a:lnTo>
                <a:lnTo>
                  <a:pt x="771652" y="287528"/>
                </a:lnTo>
                <a:lnTo>
                  <a:pt x="812673" y="268732"/>
                </a:lnTo>
                <a:lnTo>
                  <a:pt x="851408" y="247396"/>
                </a:lnTo>
                <a:lnTo>
                  <a:pt x="887349" y="224028"/>
                </a:lnTo>
                <a:lnTo>
                  <a:pt x="920242" y="198628"/>
                </a:lnTo>
                <a:lnTo>
                  <a:pt x="949706" y="171577"/>
                </a:lnTo>
                <a:lnTo>
                  <a:pt x="975360" y="143002"/>
                </a:lnTo>
                <a:lnTo>
                  <a:pt x="1005713" y="97790"/>
                </a:lnTo>
                <a:lnTo>
                  <a:pt x="1018260" y="70586"/>
                </a:lnTo>
                <a:lnTo>
                  <a:pt x="1022985" y="82042"/>
                </a:lnTo>
                <a:lnTo>
                  <a:pt x="1049909" y="128270"/>
                </a:lnTo>
                <a:lnTo>
                  <a:pt x="1086866" y="171577"/>
                </a:lnTo>
                <a:lnTo>
                  <a:pt x="1116203" y="198628"/>
                </a:lnTo>
                <a:lnTo>
                  <a:pt x="1149096" y="224028"/>
                </a:lnTo>
                <a:lnTo>
                  <a:pt x="1185037" y="247396"/>
                </a:lnTo>
                <a:lnTo>
                  <a:pt x="1223772" y="268732"/>
                </a:lnTo>
                <a:lnTo>
                  <a:pt x="1264920" y="287528"/>
                </a:lnTo>
                <a:lnTo>
                  <a:pt x="1307846" y="304038"/>
                </a:lnTo>
                <a:lnTo>
                  <a:pt x="1352677" y="317500"/>
                </a:lnTo>
                <a:lnTo>
                  <a:pt x="1398778" y="328168"/>
                </a:lnTo>
                <a:lnTo>
                  <a:pt x="1445768" y="335407"/>
                </a:lnTo>
                <a:lnTo>
                  <a:pt x="1493520" y="339217"/>
                </a:lnTo>
                <a:lnTo>
                  <a:pt x="1541767" y="340144"/>
                </a:lnTo>
                <a:lnTo>
                  <a:pt x="1540370" y="340144"/>
                </a:lnTo>
                <a:lnTo>
                  <a:pt x="1564284" y="341566"/>
                </a:lnTo>
                <a:lnTo>
                  <a:pt x="1563230" y="341566"/>
                </a:lnTo>
                <a:lnTo>
                  <a:pt x="1587284" y="343954"/>
                </a:lnTo>
                <a:lnTo>
                  <a:pt x="1606054" y="346519"/>
                </a:lnTo>
                <a:lnTo>
                  <a:pt x="1608429" y="346925"/>
                </a:lnTo>
                <a:lnTo>
                  <a:pt x="1608836" y="346925"/>
                </a:lnTo>
                <a:lnTo>
                  <a:pt x="1628521" y="350240"/>
                </a:lnTo>
                <a:lnTo>
                  <a:pt x="1736585" y="350240"/>
                </a:lnTo>
                <a:close/>
              </a:path>
              <a:path w="2058670" h="1883410">
                <a:moveTo>
                  <a:pt x="2007730" y="563549"/>
                </a:moveTo>
                <a:lnTo>
                  <a:pt x="1984756" y="522478"/>
                </a:lnTo>
                <a:lnTo>
                  <a:pt x="1947926" y="479044"/>
                </a:lnTo>
                <a:lnTo>
                  <a:pt x="1918462" y="451993"/>
                </a:lnTo>
                <a:lnTo>
                  <a:pt x="1885569" y="426720"/>
                </a:lnTo>
                <a:lnTo>
                  <a:pt x="1849628" y="403352"/>
                </a:lnTo>
                <a:lnTo>
                  <a:pt x="1840877" y="398348"/>
                </a:lnTo>
                <a:lnTo>
                  <a:pt x="1830578" y="392430"/>
                </a:lnTo>
                <a:lnTo>
                  <a:pt x="1810893" y="382016"/>
                </a:lnTo>
                <a:lnTo>
                  <a:pt x="1793748" y="373837"/>
                </a:lnTo>
                <a:lnTo>
                  <a:pt x="1790700" y="372364"/>
                </a:lnTo>
                <a:lnTo>
                  <a:pt x="1769872" y="363220"/>
                </a:lnTo>
                <a:lnTo>
                  <a:pt x="1748663" y="354584"/>
                </a:lnTo>
                <a:lnTo>
                  <a:pt x="1738020" y="350748"/>
                </a:lnTo>
                <a:lnTo>
                  <a:pt x="1631543" y="350748"/>
                </a:lnTo>
                <a:lnTo>
                  <a:pt x="1631403" y="350748"/>
                </a:lnTo>
                <a:lnTo>
                  <a:pt x="1628419" y="350240"/>
                </a:lnTo>
                <a:lnTo>
                  <a:pt x="1630908" y="350748"/>
                </a:lnTo>
                <a:lnTo>
                  <a:pt x="1631302" y="350748"/>
                </a:lnTo>
                <a:lnTo>
                  <a:pt x="1653032" y="355346"/>
                </a:lnTo>
                <a:lnTo>
                  <a:pt x="1675333" y="360934"/>
                </a:lnTo>
                <a:lnTo>
                  <a:pt x="1696085" y="366890"/>
                </a:lnTo>
                <a:lnTo>
                  <a:pt x="1696580" y="367068"/>
                </a:lnTo>
                <a:lnTo>
                  <a:pt x="1719313" y="374396"/>
                </a:lnTo>
                <a:lnTo>
                  <a:pt x="1759775" y="389928"/>
                </a:lnTo>
                <a:lnTo>
                  <a:pt x="1798053" y="407543"/>
                </a:lnTo>
                <a:lnTo>
                  <a:pt x="1833854" y="427253"/>
                </a:lnTo>
                <a:lnTo>
                  <a:pt x="1867382" y="448919"/>
                </a:lnTo>
                <a:lnTo>
                  <a:pt x="1899945" y="473811"/>
                </a:lnTo>
                <a:lnTo>
                  <a:pt x="1900250" y="474141"/>
                </a:lnTo>
                <a:lnTo>
                  <a:pt x="1914855" y="486854"/>
                </a:lnTo>
                <a:lnTo>
                  <a:pt x="1927555" y="499071"/>
                </a:lnTo>
                <a:lnTo>
                  <a:pt x="1939277" y="511632"/>
                </a:lnTo>
                <a:lnTo>
                  <a:pt x="1948637" y="522478"/>
                </a:lnTo>
                <a:lnTo>
                  <a:pt x="1950974" y="525145"/>
                </a:lnTo>
                <a:lnTo>
                  <a:pt x="1961273" y="538734"/>
                </a:lnTo>
                <a:lnTo>
                  <a:pt x="1961705" y="539407"/>
                </a:lnTo>
                <a:lnTo>
                  <a:pt x="1971382" y="553808"/>
                </a:lnTo>
                <a:lnTo>
                  <a:pt x="1978177" y="565480"/>
                </a:lnTo>
                <a:lnTo>
                  <a:pt x="1979917" y="570611"/>
                </a:lnTo>
                <a:lnTo>
                  <a:pt x="1994408" y="566928"/>
                </a:lnTo>
                <a:lnTo>
                  <a:pt x="2004910" y="564261"/>
                </a:lnTo>
                <a:lnTo>
                  <a:pt x="2007730" y="563549"/>
                </a:lnTo>
                <a:close/>
              </a:path>
              <a:path w="2058670" h="1883410">
                <a:moveTo>
                  <a:pt x="2036445" y="556260"/>
                </a:moveTo>
                <a:lnTo>
                  <a:pt x="2007730" y="563549"/>
                </a:lnTo>
                <a:lnTo>
                  <a:pt x="1979917" y="570611"/>
                </a:lnTo>
                <a:lnTo>
                  <a:pt x="1953387" y="577342"/>
                </a:lnTo>
                <a:lnTo>
                  <a:pt x="2015998" y="649859"/>
                </a:lnTo>
                <a:lnTo>
                  <a:pt x="2030107" y="585216"/>
                </a:lnTo>
                <a:lnTo>
                  <a:pt x="2036445" y="556260"/>
                </a:lnTo>
                <a:close/>
              </a:path>
              <a:path w="2058670" h="1883410">
                <a:moveTo>
                  <a:pt x="2058162" y="1797431"/>
                </a:moveTo>
                <a:lnTo>
                  <a:pt x="2029587" y="1797431"/>
                </a:lnTo>
                <a:lnTo>
                  <a:pt x="2029587" y="1312926"/>
                </a:lnTo>
                <a:lnTo>
                  <a:pt x="2001012" y="1312926"/>
                </a:lnTo>
                <a:lnTo>
                  <a:pt x="2001012" y="1797431"/>
                </a:lnTo>
                <a:lnTo>
                  <a:pt x="1972437" y="1797431"/>
                </a:lnTo>
                <a:lnTo>
                  <a:pt x="2015363" y="1883156"/>
                </a:lnTo>
                <a:lnTo>
                  <a:pt x="2050986" y="1811782"/>
                </a:lnTo>
                <a:lnTo>
                  <a:pt x="2058162" y="1797431"/>
                </a:lnTo>
                <a:close/>
              </a:path>
            </a:pathLst>
          </a:custGeom>
          <a:solidFill>
            <a:srgbClr val="111F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5"/>
              <a:t>ANATOMY </a:t>
            </a:r>
            <a:r>
              <a:rPr dirty="0" spc="70"/>
              <a:t>OF</a:t>
            </a:r>
            <a:r>
              <a:rPr dirty="0" spc="95"/>
              <a:t> </a:t>
            </a:r>
            <a:r>
              <a:rPr dirty="0" spc="120"/>
              <a:t>A</a:t>
            </a:r>
            <a:r>
              <a:rPr dirty="0" spc="85"/>
              <a:t> </a:t>
            </a:r>
            <a:r>
              <a:rPr dirty="0" spc="60"/>
              <a:t>COMPONENT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998075" cy="232981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basically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class</a:t>
            </a:r>
            <a:endParaRPr sz="2800">
              <a:latin typeface="Calibri"/>
              <a:cs typeface="Calibri"/>
            </a:endParaRPr>
          </a:p>
          <a:p>
            <a:pPr marL="240029" marR="28194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annotated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metadata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passed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object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@Component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decorator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Metadata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specify,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among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things,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HTML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layout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CSS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(or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Sass)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styles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145279"/>
            <a:ext cx="1042733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@Component</a:t>
            </a:r>
            <a:r>
              <a:rPr dirty="0" sz="1800" spc="-10">
                <a:latin typeface="Consolas"/>
                <a:cs typeface="Consolas"/>
              </a:rPr>
              <a:t>({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selector: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'app-root'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standalone: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template: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&lt;h1&gt;</a:t>
            </a:r>
            <a:r>
              <a:rPr dirty="0" sz="1800">
                <a:latin typeface="Consolas"/>
                <a:cs typeface="Consolas"/>
              </a:rPr>
              <a:t>Hello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Angular!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&lt;/h1&gt;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styles: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h1</a:t>
            </a: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{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font-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family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sans-</a:t>
            </a:r>
            <a:r>
              <a:rPr dirty="0" sz="1800">
                <a:solidFill>
                  <a:srgbClr val="0451A4"/>
                </a:solidFill>
                <a:latin typeface="Consolas"/>
                <a:cs typeface="Consolas"/>
              </a:rPr>
              <a:t>serif</a:t>
            </a:r>
            <a:r>
              <a:rPr dirty="0" sz="1800">
                <a:latin typeface="Consolas"/>
                <a:cs typeface="Consolas"/>
              </a:rPr>
              <a:t>;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darkblue</a:t>
            </a:r>
            <a:r>
              <a:rPr dirty="0" sz="1800" spc="-10">
                <a:latin typeface="Consolas"/>
                <a:cs typeface="Consolas"/>
              </a:rPr>
              <a:t>;}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AppComponent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{}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5"/>
              <a:t>ANATOMY</a:t>
            </a:r>
            <a:r>
              <a:rPr dirty="0" spc="45"/>
              <a:t> </a:t>
            </a:r>
            <a:r>
              <a:rPr dirty="0" spc="70"/>
              <a:t>OF</a:t>
            </a:r>
            <a:r>
              <a:rPr dirty="0" spc="95"/>
              <a:t> </a:t>
            </a:r>
            <a:r>
              <a:rPr dirty="0" spc="120"/>
              <a:t>A</a:t>
            </a:r>
            <a:r>
              <a:rPr dirty="0" spc="85"/>
              <a:t> </a:t>
            </a:r>
            <a:r>
              <a:rPr dirty="0" spc="50"/>
              <a:t>COMPONENT:</a:t>
            </a:r>
            <a:r>
              <a:rPr dirty="0" spc="85"/>
              <a:t> </a:t>
            </a:r>
            <a:r>
              <a:rPr dirty="0" spc="-90"/>
              <a:t>SELECTOR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28250" cy="1945639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selector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tell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where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render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instance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every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matching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HTML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element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Below,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AppComponent</a:t>
            </a:r>
            <a:r>
              <a:rPr dirty="0" sz="2800" spc="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render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800000"/>
                </a:solidFill>
                <a:latin typeface="Consolas"/>
                <a:cs typeface="Consolas"/>
              </a:rPr>
              <a:t>&lt;app-root&gt;</a:t>
            </a:r>
            <a:r>
              <a:rPr dirty="0" sz="2800" spc="-894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HTML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elems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4068" y="3628644"/>
            <a:ext cx="5110480" cy="258508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{Component}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'@angular/core'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@Component</a:t>
            </a:r>
            <a:r>
              <a:rPr dirty="0" sz="1800" spc="-10">
                <a:latin typeface="Consolas"/>
                <a:cs typeface="Consolas"/>
              </a:rPr>
              <a:t>({</a:t>
            </a:r>
            <a:endParaRPr sz="1800">
              <a:latin typeface="Consolas"/>
              <a:cs typeface="Consolas"/>
            </a:endParaRPr>
          </a:p>
          <a:p>
            <a:pPr marL="341630" marR="212725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selector: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'app-root'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standalone: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template: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&lt;h1&gt;</a:t>
            </a:r>
            <a:r>
              <a:rPr dirty="0" sz="1800">
                <a:latin typeface="Consolas"/>
                <a:cs typeface="Consolas"/>
              </a:rPr>
              <a:t>Hello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Angular!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&lt;/h1&gt;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styles: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*</a:t>
            </a:r>
            <a:r>
              <a:rPr dirty="0" sz="1800" spc="-3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darkblue</a:t>
            </a:r>
            <a:r>
              <a:rPr dirty="0" sz="1800" spc="-10">
                <a:latin typeface="Consolas"/>
                <a:cs typeface="Consolas"/>
              </a:rPr>
              <a:t>;}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AppComponent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{}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756147" y="3489959"/>
            <a:ext cx="3656329" cy="28625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&lt;!doctype</a:t>
            </a:r>
            <a:r>
              <a:rPr dirty="0" sz="1800" spc="-5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E40000"/>
                </a:solidFill>
                <a:latin typeface="Consolas"/>
                <a:cs typeface="Consolas"/>
              </a:rPr>
              <a:t>html</a:t>
            </a: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&lt;html</a:t>
            </a:r>
            <a:r>
              <a:rPr dirty="0" sz="1800" spc="-4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lang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"en"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&lt;head&gt;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&lt;meta</a:t>
            </a:r>
            <a:r>
              <a:rPr dirty="0" sz="1800" spc="1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charset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"utf-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8"</a:t>
            </a:r>
            <a:r>
              <a:rPr dirty="0" sz="1800" spc="-25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&lt;title&gt;</a:t>
            </a:r>
            <a:r>
              <a:rPr dirty="0" sz="1800" spc="-10">
                <a:latin typeface="Consolas"/>
                <a:cs typeface="Consolas"/>
              </a:rPr>
              <a:t>AngularApp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&lt;/title&gt;</a:t>
            </a:r>
            <a:endParaRPr sz="18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&lt;/head&gt;</a:t>
            </a:r>
            <a:endParaRPr sz="18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&lt;body&gt;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&lt;app-root&gt;&lt;/app-</a:t>
            </a: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root&gt;</a:t>
            </a:r>
            <a:endParaRPr sz="18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&lt;/body&gt;</a:t>
            </a:r>
            <a:endParaRPr sz="18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&lt;/html&gt;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9504743" y="3923919"/>
            <a:ext cx="2152650" cy="1994535"/>
            <a:chOff x="9504743" y="3923919"/>
            <a:chExt cx="2152650" cy="199453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14332" y="3933444"/>
              <a:ext cx="2133600" cy="99313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9509506" y="3928681"/>
              <a:ext cx="2143125" cy="1985010"/>
            </a:xfrm>
            <a:custGeom>
              <a:avLst/>
              <a:gdLst/>
              <a:ahLst/>
              <a:cxnLst/>
              <a:rect l="l" t="t" r="r" b="b"/>
              <a:pathLst>
                <a:path w="2143125" h="1985010">
                  <a:moveTo>
                    <a:pt x="0" y="1984629"/>
                  </a:moveTo>
                  <a:lnTo>
                    <a:pt x="2143125" y="1984629"/>
                  </a:lnTo>
                  <a:lnTo>
                    <a:pt x="2143125" y="0"/>
                  </a:lnTo>
                  <a:lnTo>
                    <a:pt x="0" y="0"/>
                  </a:lnTo>
                  <a:lnTo>
                    <a:pt x="0" y="1984629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5"/>
              <a:t>ANATOMY</a:t>
            </a:r>
            <a:r>
              <a:rPr dirty="0" spc="45"/>
              <a:t> </a:t>
            </a:r>
            <a:r>
              <a:rPr dirty="0" spc="70"/>
              <a:t>OF</a:t>
            </a:r>
            <a:r>
              <a:rPr dirty="0" spc="95"/>
              <a:t> </a:t>
            </a:r>
            <a:r>
              <a:rPr dirty="0" spc="120"/>
              <a:t>A</a:t>
            </a:r>
            <a:r>
              <a:rPr dirty="0" spc="85"/>
              <a:t> </a:t>
            </a:r>
            <a:r>
              <a:rPr dirty="0" spc="50"/>
              <a:t>COMPONENT:</a:t>
            </a:r>
            <a:r>
              <a:rPr dirty="0" spc="85"/>
              <a:t> </a:t>
            </a:r>
            <a:r>
              <a:rPr dirty="0" spc="-70"/>
              <a:t>TEMPLATES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8943340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Templates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styles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specified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separated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Paths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relative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position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class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736080" y="2915411"/>
            <a:ext cx="4573905" cy="64643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app.component.html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file</a:t>
            </a:r>
            <a:endParaRPr sz="18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&lt;h1&gt;</a:t>
            </a:r>
            <a:r>
              <a:rPr dirty="0" sz="1800">
                <a:latin typeface="Consolas"/>
                <a:cs typeface="Consolas"/>
              </a:rPr>
              <a:t>Hello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Angular!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&lt;/h1&gt;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2915411"/>
            <a:ext cx="5491480" cy="258635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{Component}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'@angular/core'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@Component</a:t>
            </a:r>
            <a:r>
              <a:rPr dirty="0" sz="1800" spc="-10">
                <a:latin typeface="Consolas"/>
                <a:cs typeface="Consolas"/>
              </a:rPr>
              <a:t>({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selector: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'app-root'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standalone: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342265" marR="62738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templateUrl: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'./app.component.html'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styleUrl: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'./app.component.scss'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AppComponent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{}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736080" y="4014215"/>
            <a:ext cx="4573905" cy="14782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app.component.scss</a:t>
            </a:r>
            <a:r>
              <a:rPr dirty="0" sz="1800" spc="-6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file</a:t>
            </a:r>
            <a:endParaRPr sz="18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h1</a:t>
            </a:r>
            <a:r>
              <a:rPr dirty="0" sz="1800" spc="-2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 marR="1213485">
              <a:lnSpc>
                <a:spcPct val="100000"/>
              </a:lnSpc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font-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family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sans-serif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color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451A4"/>
                </a:solidFill>
                <a:latin typeface="Consolas"/>
                <a:cs typeface="Consolas"/>
              </a:rPr>
              <a:t>darkblue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  <a:spcBef>
                <a:spcPts val="5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859155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COMPONENTS:</a:t>
            </a:r>
            <a:r>
              <a:rPr dirty="0" spc="50"/>
              <a:t> </a:t>
            </a:r>
            <a:r>
              <a:rPr dirty="0" spc="-10"/>
              <a:t>INTRODUCING</a:t>
            </a:r>
            <a:r>
              <a:rPr dirty="0" spc="35"/>
              <a:t> </a:t>
            </a:r>
            <a:r>
              <a:rPr dirty="0" spc="-25"/>
              <a:t>STATE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4786629"/>
            <a:ext cx="5854700" cy="160401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Expressions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within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00FF"/>
                </a:solidFill>
                <a:latin typeface="Consolas"/>
                <a:cs typeface="Consolas"/>
              </a:rPr>
              <a:t>{{</a:t>
            </a:r>
            <a:r>
              <a:rPr dirty="0" sz="24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2400" spc="-20">
                <a:solidFill>
                  <a:srgbClr val="0000FF"/>
                </a:solidFill>
                <a:latin typeface="Consolas"/>
                <a:cs typeface="Consolas"/>
              </a:rPr>
              <a:t>}}</a:t>
            </a:r>
            <a:r>
              <a:rPr dirty="0" sz="2400" spc="-67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Angular templates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evaluated,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result (converted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string)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rendered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7540" y="4507991"/>
            <a:ext cx="4322063" cy="1569720"/>
          </a:xfrm>
          <a:prstGeom prst="rect">
            <a:avLst/>
          </a:prstGeom>
        </p:spPr>
      </p:pic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876046" y="1558797"/>
          <a:ext cx="10521315" cy="4516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00445"/>
                <a:gridCol w="1550034"/>
                <a:gridCol w="2781300"/>
              </a:tblGrid>
              <a:tr h="2937510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dirty="0" sz="1800" spc="-4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{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Component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'@angular/core'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@Component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({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 marR="4667250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selector: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'app-root'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standalone:</a:t>
                      </a:r>
                      <a:r>
                        <a:rPr dirty="0"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,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template: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&lt;h1&gt;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Hello</a:t>
                      </a:r>
                      <a:r>
                        <a:rPr dirty="0" sz="1800" spc="-5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{{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name.toUpperCase()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}}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!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&lt;/h1&gt;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,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styles: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h1</a:t>
                      </a:r>
                      <a:r>
                        <a:rPr dirty="0" sz="1800" spc="-3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{</a:t>
                      </a: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font-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family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sans-</a:t>
                      </a:r>
                      <a:r>
                        <a:rPr dirty="0" sz="180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serif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;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color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darkblue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;}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,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25">
                          <a:latin typeface="Consolas"/>
                          <a:cs typeface="Consolas"/>
                        </a:rPr>
                        <a:t>})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 marR="4041140" indent="-25019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export</a:t>
                      </a:r>
                      <a:r>
                        <a:rPr dirty="0" sz="1800" spc="-4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class</a:t>
                      </a: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AppComponent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name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'Web</a:t>
                      </a:r>
                      <a:r>
                        <a:rPr dirty="0" sz="1800" spc="-2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Technologies'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B w="9525">
                      <a:solidFill>
                        <a:srgbClr val="111F35"/>
                      </a:solidFill>
                      <a:prstDash val="solid"/>
                    </a:lnB>
                  </a:tcPr>
                </a:tc>
              </a:tr>
              <a:tr h="201295">
                <a:tc>
                  <a:txBody>
                    <a:bodyPr/>
                    <a:lstStyle/>
                    <a:p>
                      <a:pPr marL="92075">
                        <a:lnSpc>
                          <a:spcPts val="89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R w="9525">
                      <a:solidFill>
                        <a:srgbClr val="111F35"/>
                      </a:solidFill>
                      <a:prstDash val="solid"/>
                    </a:lnR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T w="9525">
                      <a:solidFill>
                        <a:srgbClr val="111F35"/>
                      </a:solidFill>
                      <a:prstDash val="solid"/>
                    </a:lnT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R w="9525">
                      <a:solidFill>
                        <a:srgbClr val="111F35"/>
                      </a:solidFill>
                      <a:prstDash val="solid"/>
                    </a:lnR>
                    <a:lnT w="9525">
                      <a:solidFill>
                        <a:srgbClr val="111F35"/>
                      </a:solidFill>
                      <a:prstDash val="solid"/>
                    </a:lnT>
                  </a:tcPr>
                </a:tc>
              </a:tr>
              <a:tr h="1377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11F35"/>
                      </a:solidFill>
                      <a:prstDash val="solid"/>
                    </a:lnL>
                    <a:lnR w="9525">
                      <a:solidFill>
                        <a:srgbClr val="111F35"/>
                      </a:solidFill>
                      <a:prstDash val="solid"/>
                    </a:lnR>
                    <a:lnB w="9525">
                      <a:solidFill>
                        <a:srgbClr val="111F35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9845" y="2121280"/>
            <a:ext cx="1150111" cy="1150112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COMPOSING</a:t>
            </a:r>
            <a:r>
              <a:rPr dirty="0" spc="409"/>
              <a:t> </a:t>
            </a:r>
            <a:r>
              <a:rPr dirty="0" spc="-10"/>
              <a:t>COMPONENTS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33330" cy="245618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created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first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styles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What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app?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Suppose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Counter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button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keeps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track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how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time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button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clicked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on.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CLI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boilerplate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us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4294632"/>
            <a:ext cx="10937875" cy="1755775"/>
          </a:xfrm>
          <a:custGeom>
            <a:avLst/>
            <a:gdLst/>
            <a:ahLst/>
            <a:cxnLst/>
            <a:rect l="l" t="t" r="r" b="b"/>
            <a:pathLst>
              <a:path w="10937875" h="1755775">
                <a:moveTo>
                  <a:pt x="10937748" y="0"/>
                </a:moveTo>
                <a:lnTo>
                  <a:pt x="0" y="0"/>
                </a:lnTo>
                <a:lnTo>
                  <a:pt x="0" y="1755648"/>
                </a:lnTo>
                <a:lnTo>
                  <a:pt x="10937748" y="1755648"/>
                </a:lnTo>
                <a:lnTo>
                  <a:pt x="10937748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74750" y="4316983"/>
            <a:ext cx="10734675" cy="16757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1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55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D/O/T/W/2/e/2/angular-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app</a:t>
            </a:r>
            <a:r>
              <a:rPr dirty="0" sz="1800" spc="1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2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ng</a:t>
            </a:r>
            <a:r>
              <a:rPr dirty="0" sz="1800" spc="-4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generate</a:t>
            </a:r>
            <a:r>
              <a:rPr dirty="0" sz="1800" spc="-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component</a:t>
            </a:r>
            <a:r>
              <a:rPr dirty="0" sz="1800" spc="-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counter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tabLst>
                <a:tab pos="7586345" algn="l"/>
              </a:tabLst>
            </a:pPr>
            <a:r>
              <a:rPr dirty="0" baseline="1543" sz="2700">
                <a:solidFill>
                  <a:srgbClr val="61EB8A"/>
                </a:solidFill>
                <a:latin typeface="Consolas"/>
                <a:cs typeface="Consolas"/>
              </a:rPr>
              <a:t>CREATE</a:t>
            </a:r>
            <a:r>
              <a:rPr dirty="0" baseline="1543" sz="2700" spc="-120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baseline="1543" sz="2700">
                <a:solidFill>
                  <a:srgbClr val="FFFFFF"/>
                </a:solidFill>
                <a:latin typeface="Consolas"/>
                <a:cs typeface="Consolas"/>
              </a:rPr>
              <a:t>src/app/counter/counter.component.html</a:t>
            </a:r>
            <a:r>
              <a:rPr dirty="0" baseline="1543" sz="2700" spc="-104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baseline="1543" sz="2700">
                <a:solidFill>
                  <a:srgbClr val="FFFFFF"/>
                </a:solidFill>
                <a:latin typeface="Consolas"/>
                <a:cs typeface="Consolas"/>
              </a:rPr>
              <a:t>(22</a:t>
            </a:r>
            <a:r>
              <a:rPr dirty="0" baseline="1543" sz="2700" spc="-97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baseline="1543" sz="2700" spc="-15">
                <a:solidFill>
                  <a:srgbClr val="FFFFFF"/>
                </a:solidFill>
                <a:latin typeface="Consolas"/>
                <a:cs typeface="Consolas"/>
              </a:rPr>
              <a:t>bytes)</a:t>
            </a:r>
            <a:r>
              <a:rPr dirty="0" baseline="1543" sz="2700">
                <a:solidFill>
                  <a:srgbClr val="FFFFFF"/>
                </a:solidFill>
                <a:latin typeface="Consolas"/>
                <a:cs typeface="Consolas"/>
              </a:rPr>
              <a:t>	</a:t>
            </a:r>
            <a:r>
              <a:rPr dirty="0" sz="1800" b="1">
                <a:solidFill>
                  <a:srgbClr val="55B6C2"/>
                </a:solidFill>
                <a:latin typeface="Consolas"/>
                <a:cs typeface="Consolas"/>
              </a:rPr>
              <a:t>//</a:t>
            </a:r>
            <a:r>
              <a:rPr dirty="0" sz="1800" spc="-25" b="1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55B6C2"/>
                </a:solidFill>
                <a:latin typeface="Consolas"/>
                <a:cs typeface="Consolas"/>
              </a:rPr>
              <a:t>HTML </a:t>
            </a:r>
            <a:r>
              <a:rPr dirty="0" sz="1800" spc="-10" b="1">
                <a:solidFill>
                  <a:srgbClr val="55B6C2"/>
                </a:solidFill>
                <a:latin typeface="Consolas"/>
                <a:cs typeface="Consolas"/>
              </a:rPr>
              <a:t>template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baseline="1543" sz="2700">
                <a:solidFill>
                  <a:srgbClr val="61EB8A"/>
                </a:solidFill>
                <a:latin typeface="Consolas"/>
                <a:cs typeface="Consolas"/>
              </a:rPr>
              <a:t>CREATE</a:t>
            </a:r>
            <a:r>
              <a:rPr dirty="0" baseline="1543" sz="2700" spc="-104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baseline="1543" sz="2700">
                <a:solidFill>
                  <a:srgbClr val="FFFFFF"/>
                </a:solidFill>
                <a:latin typeface="Consolas"/>
                <a:cs typeface="Consolas"/>
              </a:rPr>
              <a:t>src/app/counter/counter.component.spec.ts</a:t>
            </a:r>
            <a:r>
              <a:rPr dirty="0" baseline="1543" sz="27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baseline="1543" sz="2700">
                <a:solidFill>
                  <a:srgbClr val="FFFFFF"/>
                </a:solidFill>
                <a:latin typeface="Consolas"/>
                <a:cs typeface="Consolas"/>
              </a:rPr>
              <a:t>(603</a:t>
            </a:r>
            <a:r>
              <a:rPr dirty="0" baseline="1543" sz="2700" spc="-52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baseline="1543" sz="2700" spc="-15">
                <a:solidFill>
                  <a:srgbClr val="FFFFFF"/>
                </a:solidFill>
                <a:latin typeface="Consolas"/>
                <a:cs typeface="Consolas"/>
              </a:rPr>
              <a:t>bytes)</a:t>
            </a:r>
            <a:r>
              <a:rPr dirty="0" baseline="1543" sz="2700" spc="-70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55B6C2"/>
                </a:solidFill>
                <a:latin typeface="Consolas"/>
                <a:cs typeface="Consolas"/>
              </a:rPr>
              <a:t>//</a:t>
            </a:r>
            <a:r>
              <a:rPr dirty="0" sz="1800" spc="-40" b="1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55B6C2"/>
                </a:solidFill>
                <a:latin typeface="Consolas"/>
                <a:cs typeface="Consolas"/>
              </a:rPr>
              <a:t>tests</a:t>
            </a:r>
            <a:r>
              <a:rPr dirty="0" sz="1800" spc="-30" b="1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55B6C2"/>
                </a:solidFill>
                <a:latin typeface="Consolas"/>
                <a:cs typeface="Consolas"/>
              </a:rPr>
              <a:t>(will</a:t>
            </a:r>
            <a:r>
              <a:rPr dirty="0" sz="1800" spc="-45" b="1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55B6C2"/>
                </a:solidFill>
                <a:latin typeface="Consolas"/>
                <a:cs typeface="Consolas"/>
              </a:rPr>
              <a:t>see</a:t>
            </a:r>
            <a:r>
              <a:rPr dirty="0" sz="1800" spc="-35" b="1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dirty="0" sz="1800" spc="-10" b="1">
                <a:solidFill>
                  <a:srgbClr val="55B6C2"/>
                </a:solidFill>
                <a:latin typeface="Consolas"/>
                <a:cs typeface="Consolas"/>
              </a:rPr>
              <a:t>later)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"/>
              </a:spcBef>
              <a:tabLst>
                <a:tab pos="7586345" algn="l"/>
              </a:tabLst>
            </a:pPr>
            <a:r>
              <a:rPr dirty="0" baseline="1543" sz="2700">
                <a:solidFill>
                  <a:srgbClr val="61EB8A"/>
                </a:solidFill>
                <a:latin typeface="Consolas"/>
                <a:cs typeface="Consolas"/>
              </a:rPr>
              <a:t>CREATE</a:t>
            </a:r>
            <a:r>
              <a:rPr dirty="0" baseline="1543" sz="2700" spc="-120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baseline="1543" sz="2700">
                <a:solidFill>
                  <a:srgbClr val="FFFFFF"/>
                </a:solidFill>
                <a:latin typeface="Consolas"/>
                <a:cs typeface="Consolas"/>
              </a:rPr>
              <a:t>src/app/counter/counter.component.ts</a:t>
            </a:r>
            <a:r>
              <a:rPr dirty="0" baseline="1543" sz="2700" spc="-7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baseline="1543" sz="2700">
                <a:solidFill>
                  <a:srgbClr val="FFFFFF"/>
                </a:solidFill>
                <a:latin typeface="Consolas"/>
                <a:cs typeface="Consolas"/>
              </a:rPr>
              <a:t>(239</a:t>
            </a:r>
            <a:r>
              <a:rPr dirty="0" baseline="1543" sz="2700" spc="-89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baseline="1543" sz="2700" spc="-15">
                <a:solidFill>
                  <a:srgbClr val="FFFFFF"/>
                </a:solidFill>
                <a:latin typeface="Consolas"/>
                <a:cs typeface="Consolas"/>
              </a:rPr>
              <a:t>bytes)</a:t>
            </a:r>
            <a:r>
              <a:rPr dirty="0" baseline="1543" sz="2700">
                <a:solidFill>
                  <a:srgbClr val="FFFFFF"/>
                </a:solidFill>
                <a:latin typeface="Consolas"/>
                <a:cs typeface="Consolas"/>
              </a:rPr>
              <a:t>	</a:t>
            </a:r>
            <a:r>
              <a:rPr dirty="0" sz="1800" b="1">
                <a:solidFill>
                  <a:srgbClr val="55B6C2"/>
                </a:solidFill>
                <a:latin typeface="Consolas"/>
                <a:cs typeface="Consolas"/>
              </a:rPr>
              <a:t>//</a:t>
            </a:r>
            <a:r>
              <a:rPr dirty="0" sz="1800" spc="-25" b="1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55B6C2"/>
                </a:solidFill>
                <a:latin typeface="Consolas"/>
                <a:cs typeface="Consolas"/>
              </a:rPr>
              <a:t>TS </a:t>
            </a:r>
            <a:r>
              <a:rPr dirty="0" sz="1800" spc="-10" b="1">
                <a:solidFill>
                  <a:srgbClr val="55B6C2"/>
                </a:solidFill>
                <a:latin typeface="Consolas"/>
                <a:cs typeface="Consolas"/>
              </a:rPr>
              <a:t>class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tabLst>
                <a:tab pos="7586345" algn="l"/>
              </a:tabLst>
            </a:pPr>
            <a:r>
              <a:rPr dirty="0" baseline="1543" sz="2700">
                <a:solidFill>
                  <a:srgbClr val="61EB8A"/>
                </a:solidFill>
                <a:latin typeface="Consolas"/>
                <a:cs typeface="Consolas"/>
              </a:rPr>
              <a:t>CREATE</a:t>
            </a:r>
            <a:r>
              <a:rPr dirty="0" baseline="1543" sz="2700" spc="-120">
                <a:solidFill>
                  <a:srgbClr val="61EB8A"/>
                </a:solidFill>
                <a:latin typeface="Consolas"/>
                <a:cs typeface="Consolas"/>
              </a:rPr>
              <a:t> </a:t>
            </a:r>
            <a:r>
              <a:rPr dirty="0" baseline="1543" sz="2700">
                <a:solidFill>
                  <a:srgbClr val="FFFFFF"/>
                </a:solidFill>
                <a:latin typeface="Consolas"/>
                <a:cs typeface="Consolas"/>
              </a:rPr>
              <a:t>src/app/counter/counter.component.scss</a:t>
            </a:r>
            <a:r>
              <a:rPr dirty="0" baseline="1543" sz="2700" spc="-89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baseline="1543" sz="2700">
                <a:solidFill>
                  <a:srgbClr val="FFFFFF"/>
                </a:solidFill>
                <a:latin typeface="Consolas"/>
                <a:cs typeface="Consolas"/>
              </a:rPr>
              <a:t>(0</a:t>
            </a:r>
            <a:r>
              <a:rPr dirty="0" baseline="1543" sz="2700" spc="-82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baseline="1543" sz="2700" spc="-15">
                <a:solidFill>
                  <a:srgbClr val="FFFFFF"/>
                </a:solidFill>
                <a:latin typeface="Consolas"/>
                <a:cs typeface="Consolas"/>
              </a:rPr>
              <a:t>bytes)</a:t>
            </a:r>
            <a:r>
              <a:rPr dirty="0" baseline="1543" sz="2700">
                <a:solidFill>
                  <a:srgbClr val="FFFFFF"/>
                </a:solidFill>
                <a:latin typeface="Consolas"/>
                <a:cs typeface="Consolas"/>
              </a:rPr>
              <a:t>	</a:t>
            </a:r>
            <a:r>
              <a:rPr dirty="0" sz="1800" b="1">
                <a:solidFill>
                  <a:srgbClr val="55B6C2"/>
                </a:solidFill>
                <a:latin typeface="Consolas"/>
                <a:cs typeface="Consolas"/>
              </a:rPr>
              <a:t>//</a:t>
            </a:r>
            <a:r>
              <a:rPr dirty="0" sz="1800" spc="-25" b="1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55B6C2"/>
                </a:solidFill>
                <a:latin typeface="Consolas"/>
                <a:cs typeface="Consolas"/>
              </a:rPr>
              <a:t>Styles</a:t>
            </a:r>
            <a:r>
              <a:rPr dirty="0" sz="1800" spc="-15" b="1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dirty="0" sz="1800" spc="-20" b="1">
                <a:solidFill>
                  <a:srgbClr val="55B6C2"/>
                </a:solidFill>
                <a:latin typeface="Consolas"/>
                <a:cs typeface="Consolas"/>
              </a:rPr>
              <a:t>file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GENERATED</a:t>
            </a:r>
            <a:r>
              <a:rPr dirty="0" spc="-140"/>
              <a:t> </a:t>
            </a:r>
            <a:r>
              <a:rPr dirty="0" spc="-125"/>
              <a:t>BOILERPLATE</a:t>
            </a:r>
            <a:r>
              <a:rPr dirty="0" spc="-140"/>
              <a:t> </a:t>
            </a:r>
            <a:r>
              <a:rPr dirty="0" spc="-20"/>
              <a:t>CODE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1565147"/>
            <a:ext cx="6096000" cy="286385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Component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'@angular/core'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@Component</a:t>
            </a:r>
            <a:r>
              <a:rPr dirty="0" sz="1800" spc="-10">
                <a:latin typeface="Consolas"/>
                <a:cs typeface="Consolas"/>
              </a:rPr>
              <a:t>({</a:t>
            </a:r>
            <a:endParaRPr sz="1800">
              <a:latin typeface="Consolas"/>
              <a:cs typeface="Consolas"/>
            </a:endParaRPr>
          </a:p>
          <a:p>
            <a:pPr marL="342265" marR="273621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selector: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'app-counter'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standalone: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imports: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[],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templateUrl:</a:t>
            </a:r>
            <a:r>
              <a:rPr dirty="0" sz="1800" spc="-9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'./counter.component.html'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styleUrl: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'./counter.component.scss'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CounterComponent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{}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176516" y="1565147"/>
            <a:ext cx="4133215" cy="64643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5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counter.component.html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file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&lt;p&gt;</a:t>
            </a:r>
            <a:r>
              <a:rPr dirty="0" sz="1800">
                <a:latin typeface="Consolas"/>
                <a:cs typeface="Consolas"/>
              </a:rPr>
              <a:t>counter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works!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&lt;/p&gt;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176516" y="2627376"/>
            <a:ext cx="4133215" cy="64643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9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6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counter.component.scss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file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This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file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empty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COMPOSING</a:t>
            </a:r>
            <a:r>
              <a:rPr dirty="0" spc="409"/>
              <a:t> </a:t>
            </a:r>
            <a:r>
              <a:rPr dirty="0" spc="-10"/>
              <a:t>COMPONENTS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21268" y="2659379"/>
            <a:ext cx="2927604" cy="2423160"/>
          </a:xfrm>
          <a:prstGeom prst="rect">
            <a:avLst/>
          </a:prstGeom>
        </p:spPr>
      </p:pic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76046" y="1602994"/>
          <a:ext cx="10760075" cy="4523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34300"/>
                <a:gridCol w="451484"/>
                <a:gridCol w="2486025"/>
              </a:tblGrid>
              <a:tr h="1044575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dirty="0" sz="1800" spc="-4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{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Component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'@angular/core’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dirty="0" sz="1800" spc="-4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{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CounterComponent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1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'./counter/counter.component'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ts val="1395"/>
                        </a:lnSpc>
                        <a:spcBef>
                          <a:spcPts val="5"/>
                        </a:spcBef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@Component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({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B w="9525">
                      <a:solidFill>
                        <a:srgbClr val="111F35"/>
                      </a:solidFill>
                      <a:prstDash val="solid"/>
                    </a:lnB>
                  </a:tcPr>
                </a:tc>
              </a:tr>
              <a:tr h="2432685">
                <a:tc>
                  <a:txBody>
                    <a:bodyPr/>
                    <a:lstStyle/>
                    <a:p>
                      <a:pPr marL="342265" marR="475107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selector: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'app-root'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standalone:</a:t>
                      </a:r>
                      <a:r>
                        <a:rPr dirty="0"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,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 marR="3872229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imports: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[CounterComponent],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template: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`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&lt;h1&gt;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Hello</a:t>
                      </a:r>
                      <a:r>
                        <a:rPr dirty="0" sz="1800" spc="-6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{{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name.toUpperCase()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}}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!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&lt;/h1&gt;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&lt;app-</a:t>
                      </a: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counter</a:t>
                      </a:r>
                      <a:r>
                        <a:rPr dirty="0" sz="1800" spc="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/&gt;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 spc="-25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`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,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styles: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h1</a:t>
                      </a:r>
                      <a:r>
                        <a:rPr dirty="0" sz="1800" spc="-2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{</a:t>
                      </a: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font-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family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sans-</a:t>
                      </a:r>
                      <a:r>
                        <a:rPr dirty="0" sz="180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serif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;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color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darkblue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;}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,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111F35"/>
                      </a:solidFill>
                      <a:prstDash val="solid"/>
                    </a:lnL>
                    <a:lnR w="9525">
                      <a:solidFill>
                        <a:srgbClr val="111F3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T w="9525">
                      <a:solidFill>
                        <a:srgbClr val="111F35"/>
                      </a:solidFill>
                      <a:prstDash val="solid"/>
                    </a:lnT>
                    <a:lnB w="9525">
                      <a:solidFill>
                        <a:srgbClr val="111F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R w="9525">
                      <a:solidFill>
                        <a:srgbClr val="111F35"/>
                      </a:solidFill>
                      <a:prstDash val="solid"/>
                    </a:lnR>
                    <a:lnT w="9525">
                      <a:solidFill>
                        <a:srgbClr val="111F35"/>
                      </a:solidFill>
                      <a:prstDash val="solid"/>
                    </a:lnT>
                    <a:lnB w="9525">
                      <a:solidFill>
                        <a:srgbClr val="111F35"/>
                      </a:solidFill>
                      <a:prstDash val="solid"/>
                    </a:lnB>
                  </a:tcPr>
                </a:tc>
              </a:tr>
              <a:tr h="1046480">
                <a:tc gridSpan="2">
                  <a:txBody>
                    <a:bodyPr/>
                    <a:lstStyle/>
                    <a:p>
                      <a:pPr marL="92075">
                        <a:lnSpc>
                          <a:spcPts val="955"/>
                        </a:lnSpc>
                      </a:pPr>
                      <a:r>
                        <a:rPr dirty="0" sz="1800" spc="-25">
                          <a:latin typeface="Consolas"/>
                          <a:cs typeface="Consolas"/>
                        </a:rPr>
                        <a:t>})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export</a:t>
                      </a:r>
                      <a:r>
                        <a:rPr dirty="0" sz="1800" spc="-5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class</a:t>
                      </a:r>
                      <a:r>
                        <a:rPr dirty="0" sz="1800" spc="-4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AppComponent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 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name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'Web</a:t>
                      </a:r>
                      <a:r>
                        <a:rPr dirty="0" sz="1800" spc="-2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Technologies'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T w="9525">
                      <a:solidFill>
                        <a:srgbClr val="111F35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06484" y="1290700"/>
            <a:ext cx="1150111" cy="11501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00677" y="2615564"/>
            <a:ext cx="1150111" cy="11501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98964" y="3871379"/>
            <a:ext cx="968997" cy="968971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180"/>
              <a:t> </a:t>
            </a:r>
            <a:r>
              <a:rPr dirty="0"/>
              <a:t>COUNTER</a:t>
            </a:r>
            <a:r>
              <a:rPr dirty="0" spc="-175"/>
              <a:t> </a:t>
            </a:r>
            <a:r>
              <a:rPr dirty="0" spc="45"/>
              <a:t>COMPONENT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640" y="2695955"/>
            <a:ext cx="3741420" cy="2343912"/>
          </a:xfrm>
          <a:prstGeom prst="rect">
            <a:avLst/>
          </a:prstGeom>
        </p:spPr>
      </p:pic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76046" y="1464310"/>
          <a:ext cx="10740390" cy="4799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00545"/>
                <a:gridCol w="99695"/>
                <a:gridCol w="3651884"/>
              </a:tblGrid>
              <a:tr h="1219835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dirty="0" sz="1800" spc="-4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{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Component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'@angular/core'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@Component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({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selector: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'app-counter'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,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B w="9525">
                      <a:solidFill>
                        <a:srgbClr val="111F35"/>
                      </a:solidFill>
                      <a:prstDash val="solid"/>
                    </a:lnB>
                  </a:tcPr>
                </a:tc>
              </a:tr>
              <a:tr h="2353310">
                <a:tc>
                  <a:txBody>
                    <a:bodyPr/>
                    <a:lstStyle/>
                    <a:p>
                      <a:pPr marL="342265">
                        <a:lnSpc>
                          <a:spcPts val="1445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standalone:</a:t>
                      </a:r>
                      <a:r>
                        <a:rPr dirty="0"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,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template: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`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&lt;button&gt;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Click</a:t>
                      </a:r>
                      <a:r>
                        <a:rPr dirty="0" sz="1800" spc="-5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me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&lt;/button&gt;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&lt;p&gt;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The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button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was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clicked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{{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counter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}}</a:t>
                      </a:r>
                      <a:r>
                        <a:rPr dirty="0" sz="1800" spc="-2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time(s).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&lt;/p&gt;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 spc="-25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`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,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 marR="4042410" indent="-250190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styles: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`</a:t>
                      </a: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p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,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button</a:t>
                      </a:r>
                      <a:r>
                        <a:rPr dirty="0" sz="1800" spc="-15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 </a:t>
                      </a: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font-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size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1.25em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font-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family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sans-</a:t>
                      </a:r>
                      <a:r>
                        <a:rPr dirty="0" sz="180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serif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;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ts val="1860"/>
                        </a:lnSpc>
                        <a:spcBef>
                          <a:spcPts val="5"/>
                        </a:spcBef>
                      </a:pPr>
                      <a:r>
                        <a:rPr dirty="0" sz="1800" spc="-5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`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R w="9525">
                      <a:solidFill>
                        <a:srgbClr val="111F3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T w="9525">
                      <a:solidFill>
                        <a:srgbClr val="111F35"/>
                      </a:solidFill>
                      <a:prstDash val="solid"/>
                    </a:lnT>
                    <a:lnB w="9525">
                      <a:solidFill>
                        <a:srgbClr val="111F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R w="9525">
                      <a:solidFill>
                        <a:srgbClr val="111F35"/>
                      </a:solidFill>
                      <a:prstDash val="solid"/>
                    </a:lnR>
                    <a:lnT w="9525">
                      <a:solidFill>
                        <a:srgbClr val="111F35"/>
                      </a:solidFill>
                      <a:prstDash val="solid"/>
                    </a:lnT>
                    <a:lnB w="9525">
                      <a:solidFill>
                        <a:srgbClr val="111F35"/>
                      </a:solidFill>
                      <a:prstDash val="solid"/>
                    </a:lnB>
                  </a:tcPr>
                </a:tc>
              </a:tr>
              <a:tr h="1226185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800" spc="-25">
                          <a:latin typeface="Consolas"/>
                          <a:cs typeface="Consolas"/>
                        </a:rPr>
                        <a:t>})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 marR="3013710" indent="-25019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export</a:t>
                      </a:r>
                      <a:r>
                        <a:rPr dirty="0" sz="1800" spc="-5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class</a:t>
                      </a:r>
                      <a:r>
                        <a:rPr dirty="0" sz="1800" spc="-3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CounterComponent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counter: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number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T w="9525">
                      <a:solidFill>
                        <a:srgbClr val="111F35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HANDLING</a:t>
            </a:r>
            <a:r>
              <a:rPr dirty="0" spc="45"/>
              <a:t> </a:t>
            </a:r>
            <a:r>
              <a:rPr dirty="0" spc="-35"/>
              <a:t>EVENTS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018395" cy="173291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6654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Angular,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events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bound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handlers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parentheses 	syntax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example,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assign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handler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click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event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button,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we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4347159"/>
            <a:ext cx="94602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Where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increment()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example,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method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048000" y="3677411"/>
            <a:ext cx="6096000" cy="36893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&lt;button</a:t>
            </a:r>
            <a:r>
              <a:rPr dirty="0" sz="1800" spc="-8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(click)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>
                <a:latin typeface="Consolas"/>
                <a:cs typeface="Consolas"/>
              </a:rPr>
              <a:t>increment()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>
                <a:latin typeface="Consolas"/>
                <a:cs typeface="Consolas"/>
              </a:rPr>
              <a:t>Click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me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&lt;/button&gt;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49160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180"/>
              <a:t> </a:t>
            </a:r>
            <a:r>
              <a:rPr dirty="0"/>
              <a:t>COUNTER</a:t>
            </a:r>
            <a:r>
              <a:rPr dirty="0" spc="-175"/>
              <a:t> </a:t>
            </a:r>
            <a:r>
              <a:rPr dirty="0" spc="45"/>
              <a:t>COMPONENT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6568" y="1033272"/>
            <a:ext cx="2432304" cy="2395728"/>
          </a:xfrm>
          <a:prstGeom prst="rect">
            <a:avLst/>
          </a:prstGeom>
        </p:spPr>
      </p:pic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76046" y="1022096"/>
          <a:ext cx="10760075" cy="5327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0"/>
                <a:gridCol w="2198370"/>
                <a:gridCol w="244475"/>
              </a:tblGrid>
              <a:tr h="2495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111F35"/>
                      </a:solidFill>
                      <a:prstDash val="solid"/>
                    </a:lnR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11F35"/>
                      </a:solidFill>
                      <a:prstDash val="solid"/>
                    </a:lnL>
                    <a:lnR w="9525">
                      <a:solidFill>
                        <a:srgbClr val="111F35"/>
                      </a:solidFill>
                      <a:prstDash val="solid"/>
                    </a:lnR>
                    <a:lnT w="9525">
                      <a:solidFill>
                        <a:srgbClr val="111F35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15455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r>
                        <a:rPr dirty="0" sz="1800" spc="-4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{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Component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'@angular/core'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@Component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({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 marR="486981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selector: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'app-counter'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standalone:</a:t>
                      </a:r>
                      <a:r>
                        <a:rPr dirty="0"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template: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`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&lt;button</a:t>
                      </a:r>
                      <a:r>
                        <a:rPr dirty="0" sz="1800" spc="-75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(click)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increment()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Click</a:t>
                      </a:r>
                      <a:r>
                        <a:rPr dirty="0" sz="1800" spc="-7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me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&lt;/button&gt;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ts val="1495"/>
                        </a:lnSpc>
                      </a:pP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&lt;p&gt;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The</a:t>
                      </a:r>
                      <a:r>
                        <a:rPr dirty="0" sz="1800" spc="-6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button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was</a:t>
                      </a:r>
                      <a:r>
                        <a:rPr dirty="0"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clicked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{{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counter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}}</a:t>
                      </a:r>
                      <a:r>
                        <a:rPr dirty="0" sz="1800" spc="-3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time(s).</a:t>
                      </a:r>
                      <a:r>
                        <a:rPr dirty="0" sz="1800" spc="-1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&lt;/p&gt;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111F35"/>
                      </a:solidFill>
                      <a:prstDash val="solid"/>
                    </a:lnL>
                    <a:lnR w="9525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  <a:lnB w="9525">
                      <a:solidFill>
                        <a:srgbClr val="111F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R w="9525">
                      <a:solidFill>
                        <a:srgbClr val="111F35"/>
                      </a:solidFill>
                      <a:prstDash val="solid"/>
                    </a:lnR>
                    <a:lnB w="9525">
                      <a:solidFill>
                        <a:srgbClr val="111F35"/>
                      </a:solidFill>
                      <a:prstDash val="solid"/>
                    </a:lnB>
                  </a:tcPr>
                </a:tc>
              </a:tr>
              <a:tr h="2922905">
                <a:tc gridSpan="2"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800" spc="-25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`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,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styles: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p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,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button</a:t>
                      </a:r>
                      <a:r>
                        <a:rPr dirty="0" sz="1800" spc="-5">
                          <a:solidFill>
                            <a:srgbClr val="800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{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font-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size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1.25em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;</a:t>
                      </a:r>
                      <a:r>
                        <a:rPr dirty="0" sz="1800" spc="-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font-</a:t>
                      </a:r>
                      <a:r>
                        <a:rPr dirty="0" sz="1800">
                          <a:solidFill>
                            <a:srgbClr val="E40000"/>
                          </a:solidFill>
                          <a:latin typeface="Consolas"/>
                          <a:cs typeface="Consolas"/>
                        </a:rPr>
                        <a:t>family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: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sans-</a:t>
                      </a:r>
                      <a:r>
                        <a:rPr dirty="0" sz="1800">
                          <a:solidFill>
                            <a:srgbClr val="0451A4"/>
                          </a:solidFill>
                          <a:latin typeface="Consolas"/>
                          <a:cs typeface="Consolas"/>
                        </a:rPr>
                        <a:t>serif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;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25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25">
                          <a:latin typeface="Consolas"/>
                          <a:cs typeface="Consolas"/>
                        </a:rPr>
                        <a:t>})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export</a:t>
                      </a:r>
                      <a:r>
                        <a:rPr dirty="0" sz="1800" spc="-5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class</a:t>
                      </a:r>
                      <a:r>
                        <a:rPr dirty="0" sz="1800" spc="-3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CounterComponent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counter:</a:t>
                      </a:r>
                      <a:r>
                        <a:rPr dirty="0" sz="1800" spc="-5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number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increment()</a:t>
                      </a:r>
                      <a:r>
                        <a:rPr dirty="0" sz="1800" spc="-6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this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.counter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this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.counter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+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T w="9525">
                      <a:solidFill>
                        <a:srgbClr val="111F35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STANDALONE</a:t>
            </a:r>
            <a:r>
              <a:rPr dirty="0" spc="365"/>
              <a:t> </a:t>
            </a:r>
            <a:r>
              <a:rPr dirty="0" spc="-10"/>
              <a:t>COMPONENTS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06660" cy="322453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Standalone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set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«</a:t>
            </a:r>
            <a:r>
              <a:rPr dirty="0" sz="2400">
                <a:latin typeface="Consolas"/>
                <a:cs typeface="Consolas"/>
              </a:rPr>
              <a:t>standalone:</a:t>
            </a:r>
            <a:r>
              <a:rPr dirty="0" sz="2400" spc="-100">
                <a:latin typeface="Consolas"/>
                <a:cs typeface="Consolas"/>
              </a:rPr>
              <a:t> </a:t>
            </a:r>
            <a:r>
              <a:rPr dirty="0" sz="240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»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their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metadata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directly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import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directives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pipes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their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templates</a:t>
            </a:r>
            <a:endParaRPr sz="2800">
              <a:latin typeface="Calibri"/>
              <a:cs typeface="Calibri"/>
            </a:endParaRPr>
          </a:p>
          <a:p>
            <a:pPr marL="240029" marR="170815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Older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(before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version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14)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mechanism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importing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called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NgModule</a:t>
            </a:r>
            <a:endParaRPr sz="2800">
              <a:latin typeface="Calibri"/>
              <a:cs typeface="Calibri"/>
            </a:endParaRPr>
          </a:p>
          <a:p>
            <a:pPr marL="240029" marR="1156335" indent="-227329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Technologies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course,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standalone 	components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10"/>
              <a:t> </a:t>
            </a:r>
            <a:r>
              <a:rPr dirty="0" spc="-85"/>
              <a:t>TEMPLATES:</a:t>
            </a:r>
            <a:r>
              <a:rPr dirty="0" spc="-25"/>
              <a:t> </a:t>
            </a:r>
            <a:r>
              <a:rPr dirty="0"/>
              <a:t>CONTROL</a:t>
            </a:r>
            <a:r>
              <a:rPr dirty="0" spc="-5"/>
              <a:t> </a:t>
            </a:r>
            <a:r>
              <a:rPr dirty="0" spc="-20"/>
              <a:t>FLOW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28885" cy="322453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We’ve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seen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Control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flow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constructs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very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useful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templates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Often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conditionally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render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or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iterate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over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multiple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elements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render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portion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over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over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190"/>
              </a:lnSpc>
              <a:spcBef>
                <a:spcPts val="6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templates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support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scenarios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familiar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@if/@else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@for</a:t>
            </a:r>
            <a:r>
              <a:rPr dirty="0" sz="2800" spc="-9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syntax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Before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17,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ngIf</a:t>
            </a:r>
            <a:r>
              <a:rPr dirty="0" sz="2800" spc="-70" b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ngFor</a:t>
            </a:r>
            <a:r>
              <a:rPr dirty="0" sz="2800" spc="-60" b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directives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were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30"/>
              <a:t> </a:t>
            </a:r>
            <a:r>
              <a:rPr dirty="0" spc="-85"/>
              <a:t>TEMPLATES:</a:t>
            </a:r>
            <a:r>
              <a:rPr dirty="0" spc="-50"/>
              <a:t> </a:t>
            </a:r>
            <a:r>
              <a:rPr dirty="0" spc="-100"/>
              <a:t>@IF/@ELSE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2394204"/>
            <a:ext cx="6096000" cy="175450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template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for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Counter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component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&lt;button</a:t>
            </a:r>
            <a:r>
              <a:rPr dirty="0" sz="1800" spc="-8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(click)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>
                <a:latin typeface="Consolas"/>
                <a:cs typeface="Consolas"/>
              </a:rPr>
              <a:t>increment()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>
                <a:latin typeface="Consolas"/>
                <a:cs typeface="Consolas"/>
              </a:rPr>
              <a:t>Click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me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&lt;/button&gt;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solidFill>
                  <a:srgbClr val="800000"/>
                </a:solidFill>
                <a:latin typeface="Consolas"/>
                <a:cs typeface="Consolas"/>
              </a:rPr>
              <a:t>&lt;p&gt;</a:t>
            </a:r>
            <a:endParaRPr sz="1800">
              <a:latin typeface="Consolas"/>
              <a:cs typeface="Consolas"/>
            </a:endParaRPr>
          </a:p>
          <a:p>
            <a:pPr marL="342265" marR="123253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The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button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was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clicked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{{counter}}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@if</a:t>
            </a:r>
            <a:r>
              <a:rPr dirty="0" sz="1800">
                <a:latin typeface="Consolas"/>
                <a:cs typeface="Consolas"/>
              </a:rPr>
              <a:t>(counter===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>
                <a:latin typeface="Consolas"/>
                <a:cs typeface="Consolas"/>
              </a:rPr>
              <a:t>){time}</a:t>
            </a:r>
            <a:r>
              <a:rPr dirty="0" sz="1800" spc="-10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@else</a:t>
            </a:r>
            <a:r>
              <a:rPr dirty="0" sz="1800" spc="-10">
                <a:latin typeface="Consolas"/>
                <a:cs typeface="Consolas"/>
              </a:rPr>
              <a:t>{times}.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&lt;/p&gt;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672895" y="1555559"/>
            <a:ext cx="3653790" cy="4631055"/>
            <a:chOff x="7672895" y="1555559"/>
            <a:chExt cx="3653790" cy="463105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12479" y="3494532"/>
              <a:ext cx="2904744" cy="256031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8407653" y="3489769"/>
              <a:ext cx="2914650" cy="2691765"/>
            </a:xfrm>
            <a:custGeom>
              <a:avLst/>
              <a:gdLst/>
              <a:ahLst/>
              <a:cxnLst/>
              <a:rect l="l" t="t" r="r" b="b"/>
              <a:pathLst>
                <a:path w="2914650" h="2691765">
                  <a:moveTo>
                    <a:pt x="0" y="2691765"/>
                  </a:moveTo>
                  <a:lnTo>
                    <a:pt x="2914269" y="2691765"/>
                  </a:lnTo>
                  <a:lnTo>
                    <a:pt x="2914269" y="0"/>
                  </a:lnTo>
                  <a:lnTo>
                    <a:pt x="0" y="0"/>
                  </a:lnTo>
                  <a:lnTo>
                    <a:pt x="0" y="2691765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82483" y="1565148"/>
              <a:ext cx="2895600" cy="268376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7677657" y="1560322"/>
              <a:ext cx="2905125" cy="2693670"/>
            </a:xfrm>
            <a:custGeom>
              <a:avLst/>
              <a:gdLst/>
              <a:ahLst/>
              <a:cxnLst/>
              <a:rect l="l" t="t" r="r" b="b"/>
              <a:pathLst>
                <a:path w="2905125" h="2693670">
                  <a:moveTo>
                    <a:pt x="0" y="2693289"/>
                  </a:moveTo>
                  <a:lnTo>
                    <a:pt x="2905125" y="2693289"/>
                  </a:lnTo>
                  <a:lnTo>
                    <a:pt x="2905125" y="0"/>
                  </a:lnTo>
                  <a:lnTo>
                    <a:pt x="0" y="0"/>
                  </a:lnTo>
                  <a:lnTo>
                    <a:pt x="0" y="2693289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30"/>
              <a:t> </a:t>
            </a:r>
            <a:r>
              <a:rPr dirty="0" spc="-85"/>
              <a:t>TEMPLATES:</a:t>
            </a:r>
            <a:r>
              <a:rPr dirty="0" spc="-50"/>
              <a:t> </a:t>
            </a:r>
            <a:r>
              <a:rPr dirty="0" spc="-20"/>
              <a:t>@FOR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333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Let’s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introduce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feature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Counter: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keep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track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90650" y="1917954"/>
            <a:ext cx="41490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times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button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clicked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7763" y="3183635"/>
            <a:ext cx="5466715" cy="258508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340995" marR="1481455" indent="-250190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CounterComponent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counter: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1800" spc="-25">
                <a:latin typeface="Consolas"/>
                <a:cs typeface="Consolas"/>
              </a:rPr>
              <a:t>; </a:t>
            </a:r>
            <a:r>
              <a:rPr dirty="0" sz="1800">
                <a:latin typeface="Consolas"/>
                <a:cs typeface="Consolas"/>
              </a:rPr>
              <a:t>clickTimestamps: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Date[]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[]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increment()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185" marR="10287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.counter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.counter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+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 spc="-25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.clickTimestamps.push(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10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Date());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96000" y="2104644"/>
            <a:ext cx="5593080" cy="424751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template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for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Counter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component</a:t>
            </a:r>
            <a:endParaRPr sz="1800">
              <a:latin typeface="Consolas"/>
              <a:cs typeface="Consolas"/>
            </a:endParaRPr>
          </a:p>
          <a:p>
            <a:pPr marL="341630" marR="1732280" indent="-2501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&lt;button</a:t>
            </a:r>
            <a:r>
              <a:rPr dirty="0" sz="1800" spc="-3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(click)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latin typeface="Consolas"/>
                <a:cs typeface="Consolas"/>
              </a:rPr>
              <a:t>increment()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 </a:t>
            </a:r>
            <a:r>
              <a:rPr dirty="0" sz="1800">
                <a:latin typeface="Consolas"/>
                <a:cs typeface="Consolas"/>
              </a:rPr>
              <a:t>Click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me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&lt;/button&gt;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solidFill>
                  <a:srgbClr val="800000"/>
                </a:solidFill>
                <a:latin typeface="Consolas"/>
                <a:cs typeface="Consolas"/>
              </a:rPr>
              <a:t>&lt;p&gt;</a:t>
            </a:r>
            <a:endParaRPr sz="1800">
              <a:latin typeface="Consolas"/>
              <a:cs typeface="Consolas"/>
            </a:endParaRPr>
          </a:p>
          <a:p>
            <a:pPr marL="341630" marR="85471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The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button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was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clicked</a:t>
            </a:r>
            <a:r>
              <a:rPr dirty="0" sz="1800" spc="-10">
                <a:latin typeface="Consolas"/>
                <a:cs typeface="Consolas"/>
              </a:rPr>
              <a:t> {{counter}}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@if</a:t>
            </a:r>
            <a:r>
              <a:rPr dirty="0" sz="1800">
                <a:latin typeface="Consolas"/>
                <a:cs typeface="Consolas"/>
              </a:rPr>
              <a:t>(counter==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>
                <a:latin typeface="Consolas"/>
                <a:cs typeface="Consolas"/>
              </a:rPr>
              <a:t>){time}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@else</a:t>
            </a:r>
            <a:r>
              <a:rPr dirty="0" sz="1800" spc="-10">
                <a:latin typeface="Consolas"/>
                <a:cs typeface="Consolas"/>
              </a:rPr>
              <a:t>{times}.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&lt;/p&gt;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&lt;ul&gt;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@for</a:t>
            </a:r>
            <a:r>
              <a:rPr dirty="0" sz="1800">
                <a:latin typeface="Consolas"/>
                <a:cs typeface="Consolas"/>
              </a:rPr>
              <a:t>(ts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of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clickTimestamps;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track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20">
                <a:latin typeface="Consolas"/>
                <a:cs typeface="Consolas"/>
              </a:rPr>
              <a:t>ts){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&lt;li&gt;</a:t>
            </a:r>
            <a:r>
              <a:rPr dirty="0" sz="1800" spc="-10">
                <a:latin typeface="Consolas"/>
                <a:cs typeface="Consolas"/>
              </a:rPr>
              <a:t>{{ts}}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&lt;/li&gt;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@empty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&lt;li&gt;</a:t>
            </a:r>
            <a:r>
              <a:rPr dirty="0" sz="1800">
                <a:latin typeface="Consolas"/>
                <a:cs typeface="Consolas"/>
              </a:rPr>
              <a:t>Button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has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never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been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clicked!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&lt;/li&gt;</a:t>
            </a:r>
            <a:endParaRPr sz="1800">
              <a:latin typeface="Consolas"/>
              <a:cs typeface="Consolas"/>
            </a:endParaRPr>
          </a:p>
          <a:p>
            <a:pPr algn="ctr" marR="47752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algn="ctr" marR="477520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&lt;/ul&gt;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30"/>
              <a:t> </a:t>
            </a:r>
            <a:r>
              <a:rPr dirty="0" spc="-85"/>
              <a:t>TEMPLATES:</a:t>
            </a:r>
            <a:r>
              <a:rPr dirty="0" spc="-50"/>
              <a:t> </a:t>
            </a:r>
            <a:r>
              <a:rPr dirty="0" spc="-20"/>
              <a:t>@FOR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33330" cy="83629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Let’s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introduce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feature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Counter: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keep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track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times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button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clicked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872871" y="2700147"/>
            <a:ext cx="5080635" cy="3486150"/>
            <a:chOff x="872871" y="2700147"/>
            <a:chExt cx="5080635" cy="348615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396" y="2709672"/>
              <a:ext cx="5061204" cy="259080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877633" y="2704909"/>
              <a:ext cx="5071110" cy="3476625"/>
            </a:xfrm>
            <a:custGeom>
              <a:avLst/>
              <a:gdLst/>
              <a:ahLst/>
              <a:cxnLst/>
              <a:rect l="l" t="t" r="r" b="b"/>
              <a:pathLst>
                <a:path w="5071110" h="3476625">
                  <a:moveTo>
                    <a:pt x="0" y="3476625"/>
                  </a:moveTo>
                  <a:lnTo>
                    <a:pt x="5070729" y="3476625"/>
                  </a:lnTo>
                  <a:lnTo>
                    <a:pt x="5070729" y="0"/>
                  </a:lnTo>
                  <a:lnTo>
                    <a:pt x="0" y="0"/>
                  </a:lnTo>
                  <a:lnTo>
                    <a:pt x="0" y="3476625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6238811" y="2700147"/>
            <a:ext cx="5088255" cy="3486150"/>
            <a:chOff x="6238811" y="2700147"/>
            <a:chExt cx="5088255" cy="348615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8399" y="2709672"/>
              <a:ext cx="5068824" cy="298704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6243573" y="2704909"/>
              <a:ext cx="5078730" cy="3476625"/>
            </a:xfrm>
            <a:custGeom>
              <a:avLst/>
              <a:gdLst/>
              <a:ahLst/>
              <a:cxnLst/>
              <a:rect l="l" t="t" r="r" b="b"/>
              <a:pathLst>
                <a:path w="5078730" h="3476625">
                  <a:moveTo>
                    <a:pt x="0" y="3476625"/>
                  </a:moveTo>
                  <a:lnTo>
                    <a:pt x="5078349" y="3476625"/>
                  </a:lnTo>
                  <a:lnTo>
                    <a:pt x="5078349" y="0"/>
                  </a:lnTo>
                  <a:lnTo>
                    <a:pt x="0" y="0"/>
                  </a:lnTo>
                  <a:lnTo>
                    <a:pt x="0" y="3476625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5"/>
              <a:t>COMPONENT</a:t>
            </a:r>
            <a:r>
              <a:rPr dirty="0" spc="70"/>
              <a:t> </a:t>
            </a:r>
            <a:r>
              <a:rPr dirty="0" spc="-10"/>
              <a:t>COMMUNICATION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62540" cy="3608704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Sometimes,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share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endParaRPr sz="2800">
              <a:latin typeface="Calibri"/>
              <a:cs typeface="Calibri"/>
            </a:endParaRPr>
          </a:p>
          <a:p>
            <a:pPr marL="240029" marR="135255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happen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parent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passes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information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child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configure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their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behaviour,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pass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data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visualize)</a:t>
            </a:r>
            <a:endParaRPr sz="2800">
              <a:latin typeface="Calibri"/>
              <a:cs typeface="Calibri"/>
            </a:endParaRPr>
          </a:p>
          <a:p>
            <a:pPr marL="240029" marR="20320" indent="-227329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child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communicate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parent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that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event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occurred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  <a:tab pos="292354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communication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patterns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implemented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using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@Input()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@Output()</a:t>
            </a:r>
            <a:r>
              <a:rPr dirty="0" sz="2800" spc="-1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decorators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78867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175"/>
              <a:t> </a:t>
            </a:r>
            <a:r>
              <a:rPr dirty="0" spc="-70"/>
              <a:t>@INPUT()</a:t>
            </a:r>
            <a:r>
              <a:rPr dirty="0" spc="155"/>
              <a:t> </a:t>
            </a:r>
            <a:r>
              <a:rPr dirty="0" spc="-10"/>
              <a:t>DECORATOR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In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child</a:t>
            </a:r>
            <a:r>
              <a:rPr dirty="0" spc="-50"/>
              <a:t> </a:t>
            </a:r>
            <a:r>
              <a:rPr dirty="0" spc="-10"/>
              <a:t>component,</a:t>
            </a:r>
            <a:r>
              <a:rPr dirty="0" spc="-20"/>
              <a:t> </a:t>
            </a:r>
            <a:r>
              <a:rPr dirty="0"/>
              <a:t>properties</a:t>
            </a:r>
            <a:r>
              <a:rPr dirty="0" spc="-25"/>
              <a:t> </a:t>
            </a:r>
            <a:r>
              <a:rPr dirty="0"/>
              <a:t>that</a:t>
            </a:r>
            <a:r>
              <a:rPr dirty="0" spc="-40"/>
              <a:t> </a:t>
            </a:r>
            <a:r>
              <a:rPr dirty="0"/>
              <a:t>may</a:t>
            </a:r>
            <a:r>
              <a:rPr dirty="0" spc="-60"/>
              <a:t> </a:t>
            </a:r>
            <a:r>
              <a:rPr dirty="0"/>
              <a:t>be</a:t>
            </a:r>
            <a:r>
              <a:rPr dirty="0" spc="-55"/>
              <a:t> </a:t>
            </a:r>
            <a:r>
              <a:rPr dirty="0"/>
              <a:t>passed</a:t>
            </a:r>
            <a:r>
              <a:rPr dirty="0" spc="-25"/>
              <a:t> </a:t>
            </a:r>
            <a:r>
              <a:rPr dirty="0"/>
              <a:t>by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 spc="-10"/>
              <a:t>parent </a:t>
            </a:r>
            <a:r>
              <a:rPr dirty="0" spc="-10"/>
              <a:t>	</a:t>
            </a:r>
            <a:r>
              <a:rPr dirty="0"/>
              <a:t>are</a:t>
            </a:r>
            <a:r>
              <a:rPr dirty="0" spc="-90"/>
              <a:t> </a:t>
            </a:r>
            <a:r>
              <a:rPr dirty="0" spc="-10"/>
              <a:t>decorated</a:t>
            </a:r>
            <a:r>
              <a:rPr dirty="0" spc="-75"/>
              <a:t> </a:t>
            </a:r>
            <a:r>
              <a:rPr dirty="0"/>
              <a:t>using</a:t>
            </a:r>
            <a:r>
              <a:rPr dirty="0" spc="-65"/>
              <a:t> </a:t>
            </a:r>
            <a:r>
              <a:rPr dirty="0" b="1">
                <a:latin typeface="Calibri"/>
                <a:cs typeface="Calibri"/>
              </a:rPr>
              <a:t>@Input()</a:t>
            </a:r>
            <a:r>
              <a:rPr dirty="0"/>
              <a:t>.</a:t>
            </a:r>
            <a:r>
              <a:rPr dirty="0" spc="-60"/>
              <a:t> </a:t>
            </a:r>
            <a:r>
              <a:rPr dirty="0"/>
              <a:t>There</a:t>
            </a:r>
            <a:r>
              <a:rPr dirty="0" spc="-80"/>
              <a:t> </a:t>
            </a:r>
            <a:r>
              <a:rPr dirty="0"/>
              <a:t>might</a:t>
            </a:r>
            <a:r>
              <a:rPr dirty="0" spc="-80"/>
              <a:t> </a:t>
            </a:r>
            <a:r>
              <a:rPr dirty="0"/>
              <a:t>be</a:t>
            </a:r>
            <a:r>
              <a:rPr dirty="0" spc="-75"/>
              <a:t> </a:t>
            </a:r>
            <a:r>
              <a:rPr dirty="0"/>
              <a:t>a</a:t>
            </a:r>
            <a:r>
              <a:rPr dirty="0" spc="-80"/>
              <a:t> </a:t>
            </a:r>
            <a:r>
              <a:rPr dirty="0"/>
              <a:t>default</a:t>
            </a:r>
            <a:r>
              <a:rPr dirty="0" spc="-75"/>
              <a:t> </a:t>
            </a:r>
            <a:r>
              <a:rPr dirty="0"/>
              <a:t>value,</a:t>
            </a:r>
            <a:r>
              <a:rPr dirty="0" spc="-70"/>
              <a:t> </a:t>
            </a:r>
            <a:r>
              <a:rPr dirty="0" spc="-20"/>
              <a:t>used </a:t>
            </a:r>
            <a:r>
              <a:rPr dirty="0" spc="-20"/>
              <a:t>	</a:t>
            </a:r>
            <a:r>
              <a:rPr dirty="0"/>
              <a:t>when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/>
              <a:t>parent</a:t>
            </a:r>
            <a:r>
              <a:rPr dirty="0" spc="-65"/>
              <a:t> </a:t>
            </a:r>
            <a:r>
              <a:rPr dirty="0"/>
              <a:t>does</a:t>
            </a:r>
            <a:r>
              <a:rPr dirty="0" spc="-65"/>
              <a:t> </a:t>
            </a:r>
            <a:r>
              <a:rPr dirty="0"/>
              <a:t>not</a:t>
            </a:r>
            <a:r>
              <a:rPr dirty="0" spc="-60"/>
              <a:t> </a:t>
            </a:r>
            <a:r>
              <a:rPr dirty="0"/>
              <a:t>pass</a:t>
            </a:r>
            <a:r>
              <a:rPr dirty="0" spc="-65"/>
              <a:t> </a:t>
            </a:r>
            <a:r>
              <a:rPr dirty="0"/>
              <a:t>any</a:t>
            </a:r>
            <a:r>
              <a:rPr dirty="0" spc="-75"/>
              <a:t> </a:t>
            </a:r>
            <a:r>
              <a:rPr dirty="0"/>
              <a:t>specific</a:t>
            </a:r>
            <a:r>
              <a:rPr dirty="0" spc="-65"/>
              <a:t> </a:t>
            </a:r>
            <a:r>
              <a:rPr dirty="0" spc="-10"/>
              <a:t>value.</a:t>
            </a:r>
          </a:p>
          <a:p>
            <a:pPr marL="240029" marR="940435" indent="-227329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In</a:t>
            </a:r>
            <a:r>
              <a:rPr dirty="0" spc="-80"/>
              <a:t> </a:t>
            </a:r>
            <a:r>
              <a:rPr dirty="0"/>
              <a:t>our</a:t>
            </a:r>
            <a:r>
              <a:rPr dirty="0" spc="-65"/>
              <a:t> </a:t>
            </a:r>
            <a:r>
              <a:rPr dirty="0" spc="-10"/>
              <a:t>example,</a:t>
            </a:r>
            <a:r>
              <a:rPr dirty="0" spc="-70"/>
              <a:t> </a:t>
            </a:r>
            <a:r>
              <a:rPr dirty="0"/>
              <a:t>suppose</a:t>
            </a:r>
            <a:r>
              <a:rPr dirty="0" spc="-50"/>
              <a:t> </a:t>
            </a:r>
            <a:r>
              <a:rPr dirty="0"/>
              <a:t>that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75"/>
              <a:t> </a:t>
            </a:r>
            <a:r>
              <a:rPr dirty="0"/>
              <a:t>text</a:t>
            </a:r>
            <a:r>
              <a:rPr dirty="0" spc="-85"/>
              <a:t> </a:t>
            </a:r>
            <a:r>
              <a:rPr dirty="0"/>
              <a:t>inside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button</a:t>
            </a:r>
            <a:r>
              <a:rPr dirty="0" spc="-55"/>
              <a:t> </a:t>
            </a:r>
            <a:r>
              <a:rPr dirty="0"/>
              <a:t>can</a:t>
            </a:r>
            <a:r>
              <a:rPr dirty="0" spc="-70"/>
              <a:t> </a:t>
            </a:r>
            <a:r>
              <a:rPr dirty="0" spc="-25"/>
              <a:t>be </a:t>
            </a:r>
            <a:r>
              <a:rPr dirty="0" spc="-25"/>
              <a:t>	</a:t>
            </a:r>
            <a:r>
              <a:rPr dirty="0" spc="-10"/>
              <a:t>customized</a:t>
            </a:r>
            <a:r>
              <a:rPr dirty="0" spc="-70"/>
              <a:t> </a:t>
            </a:r>
            <a:r>
              <a:rPr dirty="0"/>
              <a:t>by</a:t>
            </a:r>
            <a:r>
              <a:rPr dirty="0" spc="-85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/>
              <a:t>parent</a:t>
            </a:r>
            <a:r>
              <a:rPr dirty="0" spc="-80"/>
              <a:t> </a:t>
            </a:r>
            <a:r>
              <a:rPr dirty="0" spc="-10"/>
              <a:t>component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498348" y="3742944"/>
            <a:ext cx="5953125" cy="2862580"/>
          </a:xfrm>
          <a:custGeom>
            <a:avLst/>
            <a:gdLst/>
            <a:ahLst/>
            <a:cxnLst/>
            <a:rect l="l" t="t" r="r" b="b"/>
            <a:pathLst>
              <a:path w="5953125" h="2862579">
                <a:moveTo>
                  <a:pt x="0" y="2862072"/>
                </a:moveTo>
                <a:lnTo>
                  <a:pt x="5952744" y="2862072"/>
                </a:lnTo>
                <a:lnTo>
                  <a:pt x="5952744" y="0"/>
                </a:lnTo>
                <a:lnTo>
                  <a:pt x="0" y="0"/>
                </a:lnTo>
                <a:lnTo>
                  <a:pt x="0" y="2862072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77087" y="3762882"/>
            <a:ext cx="579247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7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{Component,Input}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'@angular/core'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7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CounterComponent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89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@Input()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buttonText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"Click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me"</a:t>
            </a:r>
            <a:r>
              <a:rPr dirty="0" sz="1800" spc="-2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808278" y="4657621"/>
          <a:ext cx="3775075" cy="776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4214"/>
                <a:gridCol w="251460"/>
                <a:gridCol w="876935"/>
                <a:gridCol w="595629"/>
              </a:tblGrid>
              <a:tr h="251460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counter: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number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695"/>
                        </a:lnSpc>
                      </a:pPr>
                      <a:r>
                        <a:rPr dirty="0" sz="1800" spc="-25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3685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clickTimestamps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75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Date[]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75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[]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5146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increment()</a:t>
                      </a:r>
                      <a:r>
                        <a:rPr dirty="0" sz="1800" spc="-6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1077264" y="5409082"/>
            <a:ext cx="47904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.counter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.counter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+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 spc="-25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.clickTimestamps.push(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1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Date());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77087" y="5958027"/>
            <a:ext cx="40132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89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42531" y="3742944"/>
            <a:ext cx="4767580" cy="230886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&lt;button</a:t>
            </a:r>
            <a:r>
              <a:rPr dirty="0" sz="1800" spc="-3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(click)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latin typeface="Consolas"/>
                <a:cs typeface="Consolas"/>
              </a:rPr>
              <a:t>increment()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{{</a:t>
            </a:r>
            <a:r>
              <a:rPr dirty="0" sz="1800" spc="-10">
                <a:latin typeface="Consolas"/>
                <a:cs typeface="Consolas"/>
              </a:rPr>
              <a:t>buttonText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}}</a:t>
            </a:r>
            <a:endParaRPr sz="18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&lt;/button&gt;</a:t>
            </a:r>
            <a:endParaRPr sz="18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  <a:spcBef>
                <a:spcPts val="5"/>
              </a:spcBef>
            </a:pPr>
            <a:r>
              <a:rPr dirty="0" sz="1800" spc="-25">
                <a:solidFill>
                  <a:srgbClr val="800000"/>
                </a:solidFill>
                <a:latin typeface="Consolas"/>
                <a:cs typeface="Consolas"/>
              </a:rPr>
              <a:t>&lt;p&gt;</a:t>
            </a:r>
            <a:endParaRPr sz="1800">
              <a:latin typeface="Consolas"/>
              <a:cs typeface="Consolas"/>
            </a:endParaRPr>
          </a:p>
          <a:p>
            <a:pPr marL="342265" marR="15494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The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button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was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clicked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{{counter}}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@if</a:t>
            </a:r>
            <a:r>
              <a:rPr dirty="0" sz="1800" spc="-10">
                <a:latin typeface="Consolas"/>
                <a:cs typeface="Consolas"/>
              </a:rPr>
              <a:t>(counter==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 spc="-10">
                <a:latin typeface="Consolas"/>
                <a:cs typeface="Consolas"/>
              </a:rPr>
              <a:t>){time}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@else</a:t>
            </a:r>
            <a:r>
              <a:rPr dirty="0" sz="1800" spc="-10">
                <a:latin typeface="Consolas"/>
                <a:cs typeface="Consolas"/>
              </a:rPr>
              <a:t>{times}.</a:t>
            </a:r>
            <a:endParaRPr sz="18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</a:pP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&lt;/p&gt;</a:t>
            </a:r>
            <a:endParaRPr sz="18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rest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template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omitted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049761" y="6427114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26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78867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175"/>
              <a:t> </a:t>
            </a:r>
            <a:r>
              <a:rPr dirty="0" spc="-70"/>
              <a:t>@INPUT()</a:t>
            </a:r>
            <a:r>
              <a:rPr dirty="0" spc="155"/>
              <a:t> </a:t>
            </a:r>
            <a:r>
              <a:rPr dirty="0" spc="-10"/>
              <a:t>DECORATOR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84130" cy="83629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parent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now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pass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child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by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setting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property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HTML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element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53212" y="2508504"/>
            <a:ext cx="5466715" cy="28625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50"/>
              </a:spcBef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@Component</a:t>
            </a:r>
            <a:r>
              <a:rPr dirty="0" sz="1800" spc="-10">
                <a:latin typeface="Consolas"/>
                <a:cs typeface="Consolas"/>
              </a:rPr>
              <a:t>({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selector: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'app-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root'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standalone: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340995" marR="160591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imports: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[CounterComponent], </a:t>
            </a:r>
            <a:r>
              <a:rPr dirty="0" sz="1800">
                <a:latin typeface="Consolas"/>
                <a:cs typeface="Consolas"/>
              </a:rPr>
              <a:t>template: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endParaRPr sz="1800">
              <a:latin typeface="Consolas"/>
              <a:cs typeface="Consolas"/>
            </a:endParaRPr>
          </a:p>
          <a:p>
            <a:pPr marL="59055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&lt;h1&gt;</a:t>
            </a:r>
            <a:r>
              <a:rPr dirty="0" sz="1800">
                <a:latin typeface="Consolas"/>
                <a:cs typeface="Consolas"/>
              </a:rPr>
              <a:t>Hello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{{name.toUpperCase()}}!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&lt;/h1&gt;</a:t>
            </a:r>
            <a:endParaRPr sz="1800">
              <a:latin typeface="Consolas"/>
              <a:cs typeface="Consolas"/>
            </a:endParaRPr>
          </a:p>
          <a:p>
            <a:pPr marL="59055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&lt;app-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counter</a:t>
            </a:r>
            <a:r>
              <a:rPr dirty="0" sz="1800" spc="-4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buttonText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"CLICK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HERE"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25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styleUrl: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"./app.component.scss"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AppComponent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{}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096000" y="2508504"/>
            <a:ext cx="5466715" cy="28625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341630" marR="979169" indent="-250190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CounterComponent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@Input()</a:t>
            </a:r>
            <a:r>
              <a:rPr dirty="0" sz="1800" spc="-6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buttonText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"Click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me"</a:t>
            </a:r>
            <a:r>
              <a:rPr dirty="0" sz="1800" spc="-20">
                <a:latin typeface="Consolas"/>
                <a:cs typeface="Consolas"/>
              </a:rPr>
              <a:t>; </a:t>
            </a:r>
            <a:r>
              <a:rPr dirty="0" sz="1800">
                <a:latin typeface="Consolas"/>
                <a:cs typeface="Consolas"/>
              </a:rPr>
              <a:t>counter: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1800" spc="-25">
                <a:latin typeface="Consolas"/>
                <a:cs typeface="Consolas"/>
              </a:rPr>
              <a:t>; </a:t>
            </a:r>
            <a:r>
              <a:rPr dirty="0" sz="1800">
                <a:latin typeface="Consolas"/>
                <a:cs typeface="Consolas"/>
              </a:rPr>
              <a:t>clickTimestamps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Date[]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[];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increment()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.counter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.counter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+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 spc="-25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.clickTimestamps.push(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10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Date());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96000" y="5452871"/>
            <a:ext cx="5466715" cy="120142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&lt;button</a:t>
            </a:r>
            <a:r>
              <a:rPr dirty="0" sz="1800" spc="-3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(click)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latin typeface="Consolas"/>
                <a:cs typeface="Consolas"/>
              </a:rPr>
              <a:t>increment()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{{</a:t>
            </a:r>
            <a:r>
              <a:rPr dirty="0" sz="1800" spc="-10">
                <a:latin typeface="Consolas"/>
                <a:cs typeface="Consolas"/>
              </a:rPr>
              <a:t>buttonText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&lt;/button&gt;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rest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Counter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template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omitted</a:t>
            </a:r>
            <a:r>
              <a:rPr dirty="0" baseline="-20833" sz="1800" spc="-15">
                <a:solidFill>
                  <a:srgbClr val="006379"/>
                </a:solidFill>
                <a:latin typeface="Calibri"/>
                <a:cs typeface="Calibri"/>
              </a:rPr>
              <a:t>27</a:t>
            </a:r>
            <a:endParaRPr baseline="-20833"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78867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175"/>
              <a:t> </a:t>
            </a:r>
            <a:r>
              <a:rPr dirty="0" spc="-70"/>
              <a:t>@INPUT()</a:t>
            </a:r>
            <a:r>
              <a:rPr dirty="0" spc="155"/>
              <a:t> </a:t>
            </a:r>
            <a:r>
              <a:rPr dirty="0" spc="-10"/>
              <a:t>DECORATOR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24770" cy="173291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4508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parent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now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pass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child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by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setting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property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HTML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element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1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removed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E40000"/>
                </a:solidFill>
                <a:latin typeface="Consolas"/>
                <a:cs typeface="Consolas"/>
              </a:rPr>
              <a:t>buttonText</a:t>
            </a:r>
            <a:r>
              <a:rPr dirty="0" sz="2400">
                <a:latin typeface="Consolas"/>
                <a:cs typeface="Consolas"/>
              </a:rPr>
              <a:t>=</a:t>
            </a:r>
            <a:r>
              <a:rPr dirty="0" sz="2400">
                <a:solidFill>
                  <a:srgbClr val="0000FF"/>
                </a:solidFill>
                <a:latin typeface="Consolas"/>
                <a:cs typeface="Consolas"/>
              </a:rPr>
              <a:t>"CLICK</a:t>
            </a:r>
            <a:r>
              <a:rPr dirty="0" sz="24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2400" spc="-20">
                <a:solidFill>
                  <a:srgbClr val="0000FF"/>
                </a:solidFill>
                <a:latin typeface="Consolas"/>
                <a:cs typeface="Consolas"/>
              </a:rPr>
              <a:t>HERE"</a:t>
            </a:r>
            <a:r>
              <a:rPr dirty="0" sz="2400" spc="-6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800000"/>
                </a:solidFill>
                <a:latin typeface="Consolas"/>
                <a:cs typeface="Consolas"/>
              </a:rPr>
              <a:t>&lt;app-</a:t>
            </a:r>
            <a:r>
              <a:rPr dirty="0" sz="2400">
                <a:solidFill>
                  <a:srgbClr val="800000"/>
                </a:solidFill>
                <a:latin typeface="Consolas"/>
                <a:cs typeface="Consolas"/>
              </a:rPr>
              <a:t>counter</a:t>
            </a:r>
            <a:r>
              <a:rPr dirty="0" sz="2400" spc="-3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2400" spc="-20">
                <a:solidFill>
                  <a:srgbClr val="800000"/>
                </a:solidFill>
                <a:latin typeface="Consolas"/>
                <a:cs typeface="Consolas"/>
              </a:rPr>
              <a:t>/&gt;</a:t>
            </a:r>
            <a:r>
              <a:rPr dirty="0" sz="2400" spc="-67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button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would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display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default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value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(«Click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me»)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904543" y="3477386"/>
            <a:ext cx="2345055" cy="2767330"/>
            <a:chOff x="7904543" y="3477386"/>
            <a:chExt cx="2345055" cy="276733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4132" y="3486911"/>
              <a:ext cx="2325624" cy="2356977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7909306" y="3482149"/>
              <a:ext cx="2335530" cy="2757805"/>
            </a:xfrm>
            <a:custGeom>
              <a:avLst/>
              <a:gdLst/>
              <a:ahLst/>
              <a:cxnLst/>
              <a:rect l="l" t="t" r="r" b="b"/>
              <a:pathLst>
                <a:path w="2335529" h="2757804">
                  <a:moveTo>
                    <a:pt x="0" y="2757297"/>
                  </a:moveTo>
                  <a:lnTo>
                    <a:pt x="2335149" y="2757297"/>
                  </a:lnTo>
                  <a:lnTo>
                    <a:pt x="2335149" y="0"/>
                  </a:lnTo>
                  <a:lnTo>
                    <a:pt x="0" y="0"/>
                  </a:lnTo>
                  <a:lnTo>
                    <a:pt x="0" y="2757297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952244" y="3429000"/>
            <a:ext cx="5466715" cy="28625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54"/>
              </a:spcBef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@Component</a:t>
            </a:r>
            <a:r>
              <a:rPr dirty="0" sz="1800" spc="-10">
                <a:latin typeface="Consolas"/>
                <a:cs typeface="Consolas"/>
              </a:rPr>
              <a:t>({</a:t>
            </a:r>
            <a:endParaRPr sz="1800">
              <a:latin typeface="Consolas"/>
              <a:cs typeface="Consolas"/>
            </a:endParaRPr>
          </a:p>
          <a:p>
            <a:pPr marL="340995" marR="2286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selector: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'app-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root'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standalone: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imports: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[CounterComponent],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template: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endParaRPr sz="1800">
              <a:latin typeface="Consolas"/>
              <a:cs typeface="Consolas"/>
            </a:endParaRPr>
          </a:p>
          <a:p>
            <a:pPr marL="59118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&lt;h1&gt;</a:t>
            </a:r>
            <a:r>
              <a:rPr dirty="0" sz="1800">
                <a:latin typeface="Consolas"/>
                <a:cs typeface="Consolas"/>
              </a:rPr>
              <a:t>Hello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{{name.toUpperCase()}}!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&lt;/h1&gt;</a:t>
            </a:r>
            <a:endParaRPr sz="1800">
              <a:latin typeface="Consolas"/>
              <a:cs typeface="Consolas"/>
            </a:endParaRPr>
          </a:p>
          <a:p>
            <a:pPr marL="59118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&lt;app-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counter</a:t>
            </a:r>
            <a:r>
              <a:rPr dirty="0" sz="1800" spc="-3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buttonText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"CLICK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HERE"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25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styleUrl: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"./app.component.scss"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AppComponent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{}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28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94913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50"/>
              <a:t> </a:t>
            </a:r>
            <a:r>
              <a:rPr dirty="0" spc="-70"/>
              <a:t>@INPUT()</a:t>
            </a:r>
            <a:r>
              <a:rPr dirty="0" spc="30"/>
              <a:t> </a:t>
            </a:r>
            <a:r>
              <a:rPr dirty="0" spc="-25"/>
              <a:t>DECORATOR</a:t>
            </a:r>
            <a:r>
              <a:rPr dirty="0" spc="60"/>
              <a:t> </a:t>
            </a:r>
            <a:r>
              <a:rPr dirty="0" spc="-30"/>
              <a:t>RECAP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741422" y="2540254"/>
            <a:ext cx="2258060" cy="1096645"/>
            <a:chOff x="2741422" y="2540254"/>
            <a:chExt cx="2258060" cy="1096645"/>
          </a:xfrm>
        </p:grpSpPr>
        <p:sp>
          <p:nvSpPr>
            <p:cNvPr id="4" name="object 4" descr=""/>
            <p:cNvSpPr/>
            <p:nvPr/>
          </p:nvSpPr>
          <p:spPr>
            <a:xfrm>
              <a:off x="3753611" y="3168396"/>
              <a:ext cx="233679" cy="462280"/>
            </a:xfrm>
            <a:custGeom>
              <a:avLst/>
              <a:gdLst/>
              <a:ahLst/>
              <a:cxnLst/>
              <a:rect l="l" t="t" r="r" b="b"/>
              <a:pathLst>
                <a:path w="233679" h="462279">
                  <a:moveTo>
                    <a:pt x="174878" y="0"/>
                  </a:moveTo>
                  <a:lnTo>
                    <a:pt x="58292" y="0"/>
                  </a:lnTo>
                  <a:lnTo>
                    <a:pt x="58292" y="345186"/>
                  </a:lnTo>
                  <a:lnTo>
                    <a:pt x="0" y="345186"/>
                  </a:lnTo>
                  <a:lnTo>
                    <a:pt x="116586" y="461771"/>
                  </a:lnTo>
                  <a:lnTo>
                    <a:pt x="233172" y="345186"/>
                  </a:lnTo>
                  <a:lnTo>
                    <a:pt x="174878" y="345186"/>
                  </a:lnTo>
                  <a:lnTo>
                    <a:pt x="174878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753611" y="3168396"/>
              <a:ext cx="233679" cy="462280"/>
            </a:xfrm>
            <a:custGeom>
              <a:avLst/>
              <a:gdLst/>
              <a:ahLst/>
              <a:cxnLst/>
              <a:rect l="l" t="t" r="r" b="b"/>
              <a:pathLst>
                <a:path w="233679" h="462279">
                  <a:moveTo>
                    <a:pt x="0" y="345186"/>
                  </a:moveTo>
                  <a:lnTo>
                    <a:pt x="58292" y="345186"/>
                  </a:lnTo>
                  <a:lnTo>
                    <a:pt x="58292" y="0"/>
                  </a:lnTo>
                  <a:lnTo>
                    <a:pt x="174878" y="0"/>
                  </a:lnTo>
                  <a:lnTo>
                    <a:pt x="174878" y="345186"/>
                  </a:lnTo>
                  <a:lnTo>
                    <a:pt x="233172" y="345186"/>
                  </a:lnTo>
                  <a:lnTo>
                    <a:pt x="116586" y="461771"/>
                  </a:lnTo>
                  <a:lnTo>
                    <a:pt x="0" y="345186"/>
                  </a:lnTo>
                  <a:close/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747772" y="2546604"/>
              <a:ext cx="2245360" cy="754380"/>
            </a:xfrm>
            <a:custGeom>
              <a:avLst/>
              <a:gdLst/>
              <a:ahLst/>
              <a:cxnLst/>
              <a:rect l="l" t="t" r="r" b="b"/>
              <a:pathLst>
                <a:path w="2245360" h="754379">
                  <a:moveTo>
                    <a:pt x="2119122" y="0"/>
                  </a:moveTo>
                  <a:lnTo>
                    <a:pt x="125729" y="0"/>
                  </a:lnTo>
                  <a:lnTo>
                    <a:pt x="76777" y="9876"/>
                  </a:lnTo>
                  <a:lnTo>
                    <a:pt x="36814" y="36814"/>
                  </a:lnTo>
                  <a:lnTo>
                    <a:pt x="9876" y="76777"/>
                  </a:lnTo>
                  <a:lnTo>
                    <a:pt x="0" y="125730"/>
                  </a:lnTo>
                  <a:lnTo>
                    <a:pt x="0" y="628650"/>
                  </a:lnTo>
                  <a:lnTo>
                    <a:pt x="9876" y="677602"/>
                  </a:lnTo>
                  <a:lnTo>
                    <a:pt x="36814" y="717565"/>
                  </a:lnTo>
                  <a:lnTo>
                    <a:pt x="76777" y="744503"/>
                  </a:lnTo>
                  <a:lnTo>
                    <a:pt x="125729" y="754380"/>
                  </a:lnTo>
                  <a:lnTo>
                    <a:pt x="2119122" y="754380"/>
                  </a:lnTo>
                  <a:lnTo>
                    <a:pt x="2168074" y="744503"/>
                  </a:lnTo>
                  <a:lnTo>
                    <a:pt x="2208037" y="717565"/>
                  </a:lnTo>
                  <a:lnTo>
                    <a:pt x="2234975" y="677602"/>
                  </a:lnTo>
                  <a:lnTo>
                    <a:pt x="2244852" y="628650"/>
                  </a:lnTo>
                  <a:lnTo>
                    <a:pt x="2244852" y="125730"/>
                  </a:lnTo>
                  <a:lnTo>
                    <a:pt x="2234975" y="76777"/>
                  </a:lnTo>
                  <a:lnTo>
                    <a:pt x="2208037" y="36814"/>
                  </a:lnTo>
                  <a:lnTo>
                    <a:pt x="2168074" y="9876"/>
                  </a:lnTo>
                  <a:lnTo>
                    <a:pt x="2119122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747772" y="2546604"/>
              <a:ext cx="2245360" cy="754380"/>
            </a:xfrm>
            <a:custGeom>
              <a:avLst/>
              <a:gdLst/>
              <a:ahLst/>
              <a:cxnLst/>
              <a:rect l="l" t="t" r="r" b="b"/>
              <a:pathLst>
                <a:path w="2245360" h="754379">
                  <a:moveTo>
                    <a:pt x="0" y="125730"/>
                  </a:moveTo>
                  <a:lnTo>
                    <a:pt x="9876" y="76777"/>
                  </a:lnTo>
                  <a:lnTo>
                    <a:pt x="36814" y="36814"/>
                  </a:lnTo>
                  <a:lnTo>
                    <a:pt x="76777" y="9876"/>
                  </a:lnTo>
                  <a:lnTo>
                    <a:pt x="125729" y="0"/>
                  </a:lnTo>
                  <a:lnTo>
                    <a:pt x="2119122" y="0"/>
                  </a:lnTo>
                  <a:lnTo>
                    <a:pt x="2168074" y="9876"/>
                  </a:lnTo>
                  <a:lnTo>
                    <a:pt x="2208037" y="36814"/>
                  </a:lnTo>
                  <a:lnTo>
                    <a:pt x="2234975" y="76777"/>
                  </a:lnTo>
                  <a:lnTo>
                    <a:pt x="2244852" y="125730"/>
                  </a:lnTo>
                  <a:lnTo>
                    <a:pt x="2244852" y="628650"/>
                  </a:lnTo>
                  <a:lnTo>
                    <a:pt x="2234975" y="677602"/>
                  </a:lnTo>
                  <a:lnTo>
                    <a:pt x="2208037" y="717565"/>
                  </a:lnTo>
                  <a:lnTo>
                    <a:pt x="2168074" y="744503"/>
                  </a:lnTo>
                  <a:lnTo>
                    <a:pt x="2119122" y="754380"/>
                  </a:lnTo>
                  <a:lnTo>
                    <a:pt x="125729" y="754380"/>
                  </a:lnTo>
                  <a:lnTo>
                    <a:pt x="76777" y="744503"/>
                  </a:lnTo>
                  <a:lnTo>
                    <a:pt x="36814" y="717565"/>
                  </a:lnTo>
                  <a:lnTo>
                    <a:pt x="9876" y="677602"/>
                  </a:lnTo>
                  <a:lnTo>
                    <a:pt x="0" y="628650"/>
                  </a:lnTo>
                  <a:lnTo>
                    <a:pt x="0" y="125730"/>
                  </a:lnTo>
                  <a:close/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4871973" y="4096258"/>
            <a:ext cx="2258060" cy="1113155"/>
            <a:chOff x="4871973" y="4096258"/>
            <a:chExt cx="2258060" cy="1113155"/>
          </a:xfrm>
        </p:grpSpPr>
        <p:sp>
          <p:nvSpPr>
            <p:cNvPr id="9" name="object 9" descr=""/>
            <p:cNvSpPr/>
            <p:nvPr/>
          </p:nvSpPr>
          <p:spPr>
            <a:xfrm>
              <a:off x="5884163" y="4102608"/>
              <a:ext cx="231775" cy="462280"/>
            </a:xfrm>
            <a:custGeom>
              <a:avLst/>
              <a:gdLst/>
              <a:ahLst/>
              <a:cxnLst/>
              <a:rect l="l" t="t" r="r" b="b"/>
              <a:pathLst>
                <a:path w="231775" h="462279">
                  <a:moveTo>
                    <a:pt x="115824" y="0"/>
                  </a:moveTo>
                  <a:lnTo>
                    <a:pt x="0" y="115824"/>
                  </a:lnTo>
                  <a:lnTo>
                    <a:pt x="57912" y="115824"/>
                  </a:lnTo>
                  <a:lnTo>
                    <a:pt x="57912" y="461772"/>
                  </a:lnTo>
                  <a:lnTo>
                    <a:pt x="173736" y="461772"/>
                  </a:lnTo>
                  <a:lnTo>
                    <a:pt x="173736" y="115824"/>
                  </a:lnTo>
                  <a:lnTo>
                    <a:pt x="231648" y="115824"/>
                  </a:lnTo>
                  <a:lnTo>
                    <a:pt x="115824" y="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884163" y="4102608"/>
              <a:ext cx="231775" cy="462280"/>
            </a:xfrm>
            <a:custGeom>
              <a:avLst/>
              <a:gdLst/>
              <a:ahLst/>
              <a:cxnLst/>
              <a:rect l="l" t="t" r="r" b="b"/>
              <a:pathLst>
                <a:path w="231775" h="462279">
                  <a:moveTo>
                    <a:pt x="231648" y="115824"/>
                  </a:moveTo>
                  <a:lnTo>
                    <a:pt x="173736" y="115824"/>
                  </a:lnTo>
                  <a:lnTo>
                    <a:pt x="173736" y="461772"/>
                  </a:lnTo>
                  <a:lnTo>
                    <a:pt x="57912" y="461772"/>
                  </a:lnTo>
                  <a:lnTo>
                    <a:pt x="57912" y="115824"/>
                  </a:lnTo>
                  <a:lnTo>
                    <a:pt x="0" y="115824"/>
                  </a:lnTo>
                  <a:lnTo>
                    <a:pt x="115824" y="0"/>
                  </a:lnTo>
                  <a:lnTo>
                    <a:pt x="231648" y="115824"/>
                  </a:lnTo>
                  <a:close/>
                </a:path>
              </a:pathLst>
            </a:custGeom>
            <a:ln w="12700">
              <a:solidFill>
                <a:srgbClr val="5A000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878323" y="4447032"/>
              <a:ext cx="2245360" cy="756285"/>
            </a:xfrm>
            <a:custGeom>
              <a:avLst/>
              <a:gdLst/>
              <a:ahLst/>
              <a:cxnLst/>
              <a:rect l="l" t="t" r="r" b="b"/>
              <a:pathLst>
                <a:path w="2245359" h="756285">
                  <a:moveTo>
                    <a:pt x="2118868" y="0"/>
                  </a:moveTo>
                  <a:lnTo>
                    <a:pt x="125984" y="0"/>
                  </a:lnTo>
                  <a:lnTo>
                    <a:pt x="76938" y="9898"/>
                  </a:lnTo>
                  <a:lnTo>
                    <a:pt x="36893" y="36893"/>
                  </a:lnTo>
                  <a:lnTo>
                    <a:pt x="9898" y="76938"/>
                  </a:lnTo>
                  <a:lnTo>
                    <a:pt x="0" y="125984"/>
                  </a:lnTo>
                  <a:lnTo>
                    <a:pt x="0" y="629920"/>
                  </a:lnTo>
                  <a:lnTo>
                    <a:pt x="9898" y="678965"/>
                  </a:lnTo>
                  <a:lnTo>
                    <a:pt x="36893" y="719010"/>
                  </a:lnTo>
                  <a:lnTo>
                    <a:pt x="76938" y="746005"/>
                  </a:lnTo>
                  <a:lnTo>
                    <a:pt x="125984" y="755904"/>
                  </a:lnTo>
                  <a:lnTo>
                    <a:pt x="2118868" y="755904"/>
                  </a:lnTo>
                  <a:lnTo>
                    <a:pt x="2167913" y="746005"/>
                  </a:lnTo>
                  <a:lnTo>
                    <a:pt x="2207958" y="719010"/>
                  </a:lnTo>
                  <a:lnTo>
                    <a:pt x="2234953" y="678965"/>
                  </a:lnTo>
                  <a:lnTo>
                    <a:pt x="2244852" y="629920"/>
                  </a:lnTo>
                  <a:lnTo>
                    <a:pt x="2244852" y="125984"/>
                  </a:lnTo>
                  <a:lnTo>
                    <a:pt x="2234953" y="76938"/>
                  </a:lnTo>
                  <a:lnTo>
                    <a:pt x="2207958" y="36893"/>
                  </a:lnTo>
                  <a:lnTo>
                    <a:pt x="2167913" y="9898"/>
                  </a:lnTo>
                  <a:lnTo>
                    <a:pt x="2118868" y="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878323" y="4447032"/>
              <a:ext cx="2245360" cy="756285"/>
            </a:xfrm>
            <a:custGeom>
              <a:avLst/>
              <a:gdLst/>
              <a:ahLst/>
              <a:cxnLst/>
              <a:rect l="l" t="t" r="r" b="b"/>
              <a:pathLst>
                <a:path w="2245359" h="756285">
                  <a:moveTo>
                    <a:pt x="0" y="125984"/>
                  </a:moveTo>
                  <a:lnTo>
                    <a:pt x="9898" y="76938"/>
                  </a:lnTo>
                  <a:lnTo>
                    <a:pt x="36893" y="36893"/>
                  </a:lnTo>
                  <a:lnTo>
                    <a:pt x="76938" y="9898"/>
                  </a:lnTo>
                  <a:lnTo>
                    <a:pt x="125984" y="0"/>
                  </a:lnTo>
                  <a:lnTo>
                    <a:pt x="2118868" y="0"/>
                  </a:lnTo>
                  <a:lnTo>
                    <a:pt x="2167913" y="9898"/>
                  </a:lnTo>
                  <a:lnTo>
                    <a:pt x="2207958" y="36893"/>
                  </a:lnTo>
                  <a:lnTo>
                    <a:pt x="2234953" y="76938"/>
                  </a:lnTo>
                  <a:lnTo>
                    <a:pt x="2244852" y="125984"/>
                  </a:lnTo>
                  <a:lnTo>
                    <a:pt x="2244852" y="629920"/>
                  </a:lnTo>
                  <a:lnTo>
                    <a:pt x="2234953" y="678965"/>
                  </a:lnTo>
                  <a:lnTo>
                    <a:pt x="2207958" y="719010"/>
                  </a:lnTo>
                  <a:lnTo>
                    <a:pt x="2167913" y="746005"/>
                  </a:lnTo>
                  <a:lnTo>
                    <a:pt x="2118868" y="755904"/>
                  </a:lnTo>
                  <a:lnTo>
                    <a:pt x="125984" y="755904"/>
                  </a:lnTo>
                  <a:lnTo>
                    <a:pt x="76938" y="746005"/>
                  </a:lnTo>
                  <a:lnTo>
                    <a:pt x="36893" y="719010"/>
                  </a:lnTo>
                  <a:lnTo>
                    <a:pt x="9898" y="678965"/>
                  </a:lnTo>
                  <a:lnTo>
                    <a:pt x="0" y="629920"/>
                  </a:lnTo>
                  <a:lnTo>
                    <a:pt x="0" y="125984"/>
                  </a:lnTo>
                  <a:close/>
                </a:path>
              </a:pathLst>
            </a:custGeom>
            <a:ln w="12700">
              <a:solidFill>
                <a:srgbClr val="5A000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2885694" y="3657727"/>
            <a:ext cx="6421120" cy="144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800000"/>
                </a:solidFill>
                <a:latin typeface="Consolas"/>
                <a:cs typeface="Consolas"/>
              </a:rPr>
              <a:t>&lt;app-</a:t>
            </a:r>
            <a:r>
              <a:rPr dirty="0" sz="2400">
                <a:solidFill>
                  <a:srgbClr val="800000"/>
                </a:solidFill>
                <a:latin typeface="Consolas"/>
                <a:cs typeface="Consolas"/>
              </a:rPr>
              <a:t>counter</a:t>
            </a:r>
            <a:r>
              <a:rPr dirty="0" sz="2400" spc="-6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D70031"/>
                </a:solidFill>
                <a:latin typeface="Consolas"/>
                <a:cs typeface="Consolas"/>
              </a:rPr>
              <a:t>buttonText</a:t>
            </a:r>
            <a:r>
              <a:rPr dirty="0" sz="2400">
                <a:latin typeface="Consolas"/>
                <a:cs typeface="Consolas"/>
              </a:rPr>
              <a:t>=</a:t>
            </a:r>
            <a:r>
              <a:rPr dirty="0" sz="2400" b="1">
                <a:solidFill>
                  <a:srgbClr val="006379"/>
                </a:solidFill>
                <a:latin typeface="Consolas"/>
                <a:cs typeface="Consolas"/>
              </a:rPr>
              <a:t>"CLICK</a:t>
            </a:r>
            <a:r>
              <a:rPr dirty="0" sz="2400" spc="-70" b="1">
                <a:solidFill>
                  <a:srgbClr val="006379"/>
                </a:solidFill>
                <a:latin typeface="Consolas"/>
                <a:cs typeface="Consolas"/>
              </a:rPr>
              <a:t> </a:t>
            </a:r>
            <a:r>
              <a:rPr dirty="0" sz="2400" spc="-10" b="1">
                <a:solidFill>
                  <a:srgbClr val="006379"/>
                </a:solidFill>
                <a:latin typeface="Consolas"/>
                <a:cs typeface="Consolas"/>
              </a:rPr>
              <a:t>HERE"</a:t>
            </a:r>
            <a:r>
              <a:rPr dirty="0" sz="2400" spc="-10">
                <a:solidFill>
                  <a:srgbClr val="800000"/>
                </a:solidFill>
                <a:latin typeface="Consolas"/>
                <a:cs typeface="Consolas"/>
              </a:rPr>
              <a:t>/&gt;</a:t>
            </a:r>
            <a:endParaRPr sz="2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2400">
              <a:latin typeface="Consolas"/>
              <a:cs typeface="Consolas"/>
            </a:endParaRPr>
          </a:p>
          <a:p>
            <a:pPr algn="ctr" marL="2212975" marR="2395220" indent="635">
              <a:lnSpc>
                <a:spcPct val="100000"/>
              </a:lnSpc>
            </a:pP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Target:</a:t>
            </a:r>
            <a:r>
              <a:rPr dirty="0" sz="1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@Input()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property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child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851650" y="2534157"/>
            <a:ext cx="2258060" cy="1115060"/>
            <a:chOff x="6851650" y="2534157"/>
            <a:chExt cx="2258060" cy="1115060"/>
          </a:xfrm>
        </p:grpSpPr>
        <p:sp>
          <p:nvSpPr>
            <p:cNvPr id="15" name="object 15" descr=""/>
            <p:cNvSpPr/>
            <p:nvPr/>
          </p:nvSpPr>
          <p:spPr>
            <a:xfrm>
              <a:off x="7863839" y="3180587"/>
              <a:ext cx="233679" cy="462280"/>
            </a:xfrm>
            <a:custGeom>
              <a:avLst/>
              <a:gdLst/>
              <a:ahLst/>
              <a:cxnLst/>
              <a:rect l="l" t="t" r="r" b="b"/>
              <a:pathLst>
                <a:path w="233679" h="462279">
                  <a:moveTo>
                    <a:pt x="174878" y="0"/>
                  </a:moveTo>
                  <a:lnTo>
                    <a:pt x="58292" y="0"/>
                  </a:lnTo>
                  <a:lnTo>
                    <a:pt x="58292" y="345186"/>
                  </a:lnTo>
                  <a:lnTo>
                    <a:pt x="0" y="345186"/>
                  </a:lnTo>
                  <a:lnTo>
                    <a:pt x="116585" y="461772"/>
                  </a:lnTo>
                  <a:lnTo>
                    <a:pt x="233171" y="345186"/>
                  </a:lnTo>
                  <a:lnTo>
                    <a:pt x="174878" y="345186"/>
                  </a:lnTo>
                  <a:lnTo>
                    <a:pt x="17487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863839" y="3180587"/>
              <a:ext cx="233679" cy="462280"/>
            </a:xfrm>
            <a:custGeom>
              <a:avLst/>
              <a:gdLst/>
              <a:ahLst/>
              <a:cxnLst/>
              <a:rect l="l" t="t" r="r" b="b"/>
              <a:pathLst>
                <a:path w="233679" h="462279">
                  <a:moveTo>
                    <a:pt x="0" y="345186"/>
                  </a:moveTo>
                  <a:lnTo>
                    <a:pt x="58292" y="345186"/>
                  </a:lnTo>
                  <a:lnTo>
                    <a:pt x="58292" y="0"/>
                  </a:lnTo>
                  <a:lnTo>
                    <a:pt x="174878" y="0"/>
                  </a:lnTo>
                  <a:lnTo>
                    <a:pt x="174878" y="345186"/>
                  </a:lnTo>
                  <a:lnTo>
                    <a:pt x="233171" y="345186"/>
                  </a:lnTo>
                  <a:lnTo>
                    <a:pt x="116585" y="461772"/>
                  </a:lnTo>
                  <a:lnTo>
                    <a:pt x="0" y="345186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858000" y="2540507"/>
              <a:ext cx="2245360" cy="751840"/>
            </a:xfrm>
            <a:custGeom>
              <a:avLst/>
              <a:gdLst/>
              <a:ahLst/>
              <a:cxnLst/>
              <a:rect l="l" t="t" r="r" b="b"/>
              <a:pathLst>
                <a:path w="2245359" h="751839">
                  <a:moveTo>
                    <a:pt x="2119629" y="0"/>
                  </a:moveTo>
                  <a:lnTo>
                    <a:pt x="125222" y="0"/>
                  </a:lnTo>
                  <a:lnTo>
                    <a:pt x="76455" y="9832"/>
                  </a:lnTo>
                  <a:lnTo>
                    <a:pt x="36655" y="36655"/>
                  </a:lnTo>
                  <a:lnTo>
                    <a:pt x="9832" y="76455"/>
                  </a:lnTo>
                  <a:lnTo>
                    <a:pt x="0" y="125221"/>
                  </a:lnTo>
                  <a:lnTo>
                    <a:pt x="0" y="626109"/>
                  </a:lnTo>
                  <a:lnTo>
                    <a:pt x="9832" y="674876"/>
                  </a:lnTo>
                  <a:lnTo>
                    <a:pt x="36655" y="714676"/>
                  </a:lnTo>
                  <a:lnTo>
                    <a:pt x="76455" y="741499"/>
                  </a:lnTo>
                  <a:lnTo>
                    <a:pt x="125222" y="751331"/>
                  </a:lnTo>
                  <a:lnTo>
                    <a:pt x="2119629" y="751331"/>
                  </a:lnTo>
                  <a:lnTo>
                    <a:pt x="2168396" y="741499"/>
                  </a:lnTo>
                  <a:lnTo>
                    <a:pt x="2208196" y="714676"/>
                  </a:lnTo>
                  <a:lnTo>
                    <a:pt x="2235019" y="674876"/>
                  </a:lnTo>
                  <a:lnTo>
                    <a:pt x="2244852" y="626109"/>
                  </a:lnTo>
                  <a:lnTo>
                    <a:pt x="2244852" y="125221"/>
                  </a:lnTo>
                  <a:lnTo>
                    <a:pt x="2235019" y="76455"/>
                  </a:lnTo>
                  <a:lnTo>
                    <a:pt x="2208196" y="36655"/>
                  </a:lnTo>
                  <a:lnTo>
                    <a:pt x="2168396" y="9832"/>
                  </a:lnTo>
                  <a:lnTo>
                    <a:pt x="2119629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858000" y="2540507"/>
              <a:ext cx="2245360" cy="751840"/>
            </a:xfrm>
            <a:custGeom>
              <a:avLst/>
              <a:gdLst/>
              <a:ahLst/>
              <a:cxnLst/>
              <a:rect l="l" t="t" r="r" b="b"/>
              <a:pathLst>
                <a:path w="2245359" h="751839">
                  <a:moveTo>
                    <a:pt x="0" y="125221"/>
                  </a:moveTo>
                  <a:lnTo>
                    <a:pt x="9832" y="76455"/>
                  </a:lnTo>
                  <a:lnTo>
                    <a:pt x="36655" y="36655"/>
                  </a:lnTo>
                  <a:lnTo>
                    <a:pt x="76455" y="9832"/>
                  </a:lnTo>
                  <a:lnTo>
                    <a:pt x="125222" y="0"/>
                  </a:lnTo>
                  <a:lnTo>
                    <a:pt x="2119629" y="0"/>
                  </a:lnTo>
                  <a:lnTo>
                    <a:pt x="2168396" y="9832"/>
                  </a:lnTo>
                  <a:lnTo>
                    <a:pt x="2208196" y="36655"/>
                  </a:lnTo>
                  <a:lnTo>
                    <a:pt x="2235019" y="76455"/>
                  </a:lnTo>
                  <a:lnTo>
                    <a:pt x="2244852" y="125221"/>
                  </a:lnTo>
                  <a:lnTo>
                    <a:pt x="2244852" y="626109"/>
                  </a:lnTo>
                  <a:lnTo>
                    <a:pt x="2235019" y="674876"/>
                  </a:lnTo>
                  <a:lnTo>
                    <a:pt x="2208196" y="714676"/>
                  </a:lnTo>
                  <a:lnTo>
                    <a:pt x="2168396" y="741499"/>
                  </a:lnTo>
                  <a:lnTo>
                    <a:pt x="2119629" y="751331"/>
                  </a:lnTo>
                  <a:lnTo>
                    <a:pt x="125222" y="751331"/>
                  </a:lnTo>
                  <a:lnTo>
                    <a:pt x="76455" y="741499"/>
                  </a:lnTo>
                  <a:lnTo>
                    <a:pt x="36655" y="714676"/>
                  </a:lnTo>
                  <a:lnTo>
                    <a:pt x="9832" y="674876"/>
                  </a:lnTo>
                  <a:lnTo>
                    <a:pt x="0" y="626109"/>
                  </a:lnTo>
                  <a:lnTo>
                    <a:pt x="0" y="125221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081519" y="2614421"/>
            <a:ext cx="179832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Source:</a:t>
            </a:r>
            <a:r>
              <a:rPr dirty="0" sz="1800" spc="-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endParaRPr sz="1800">
              <a:latin typeface="Calibri"/>
              <a:cs typeface="Calibri"/>
            </a:endParaRPr>
          </a:p>
          <a:p>
            <a:pPr algn="ctr" marL="1905">
              <a:lnSpc>
                <a:spcPct val="10000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parent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28</a:t>
            </a:fld>
          </a:p>
        </p:txBody>
      </p:sp>
      <p:sp>
        <p:nvSpPr>
          <p:cNvPr id="20" name="object 20" descr=""/>
          <p:cNvSpPr txBox="1"/>
          <p:nvPr/>
        </p:nvSpPr>
        <p:spPr>
          <a:xfrm>
            <a:off x="2888742" y="2622041"/>
            <a:ext cx="19621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1775" marR="5080" indent="-21971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Child</a:t>
            </a:r>
            <a:r>
              <a:rPr dirty="0" sz="18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selector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inside Parent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template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28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PARENT</a:t>
            </a:r>
            <a:r>
              <a:rPr dirty="0" spc="-95"/>
              <a:t> </a:t>
            </a:r>
            <a:r>
              <a:rPr dirty="0"/>
              <a:t>TO</a:t>
            </a:r>
            <a:r>
              <a:rPr dirty="0" spc="-95"/>
              <a:t> </a:t>
            </a:r>
            <a:r>
              <a:rPr dirty="0" spc="-70"/>
              <a:t>CHILD</a:t>
            </a:r>
            <a:r>
              <a:rPr dirty="0" spc="-90"/>
              <a:t> </a:t>
            </a:r>
            <a:r>
              <a:rPr dirty="0" spc="-10"/>
              <a:t>COMMUNICATION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041255" cy="143510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communication pattern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widely-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front-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end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endParaRPr sz="2800">
              <a:latin typeface="Calibri"/>
              <a:cs typeface="Calibri"/>
            </a:endParaRPr>
          </a:p>
          <a:p>
            <a:pPr marL="240029" marR="157734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React,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Vue),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mechanism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is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implemented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Props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165"/>
              <a:t> </a:t>
            </a:r>
            <a:r>
              <a:rPr dirty="0" spc="-125"/>
              <a:t>PROPERTY</a:t>
            </a:r>
            <a:r>
              <a:rPr dirty="0" spc="185"/>
              <a:t> </a:t>
            </a:r>
            <a:r>
              <a:rPr dirty="0" spc="-10"/>
              <a:t>BINDING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472295" cy="211709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dynamically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values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attributes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HTML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elements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templates,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binding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values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properties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current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endParaRPr sz="2800">
              <a:latin typeface="Calibri"/>
              <a:cs typeface="Calibri"/>
            </a:endParaRPr>
          </a:p>
          <a:p>
            <a:pPr marL="240029" marR="27305" indent="-227329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name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attribute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bind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between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square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brackets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«[]»,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value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name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property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bind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028444" y="5061203"/>
            <a:ext cx="5733415" cy="14782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341630" marR="2123440" indent="-250190">
              <a:lnSpc>
                <a:spcPct val="100000"/>
              </a:lnSpc>
              <a:spcBef>
                <a:spcPts val="26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AppComponent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name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'Web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Technologies'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latin typeface="Consolas"/>
                <a:cs typeface="Consolas"/>
              </a:rPr>
              <a:t>btnMsg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"CLICK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HERE"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imageUrl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"https://picsum.photos/300/150"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028444" y="3777996"/>
            <a:ext cx="5733415" cy="92392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&lt;h1&gt;</a:t>
            </a:r>
            <a:r>
              <a:rPr dirty="0" sz="1800">
                <a:latin typeface="Consolas"/>
                <a:cs typeface="Consolas"/>
              </a:rPr>
              <a:t>Hello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{{name.toUpperCase()}}!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&lt;/h1&gt;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&lt;app-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counter</a:t>
            </a:r>
            <a:r>
              <a:rPr dirty="0" sz="1800" spc="-4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[buttonText]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latin typeface="Consolas"/>
                <a:cs typeface="Consolas"/>
              </a:rPr>
              <a:t>btnMsg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&lt;img</a:t>
            </a:r>
            <a:r>
              <a:rPr dirty="0" sz="1800" spc="-3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[src]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latin typeface="Consolas"/>
                <a:cs typeface="Consolas"/>
              </a:rPr>
              <a:t>imageUrl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953311" y="3771519"/>
            <a:ext cx="2219960" cy="2777490"/>
            <a:chOff x="7953311" y="3771519"/>
            <a:chExt cx="2219960" cy="277749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62899" y="3862494"/>
              <a:ext cx="2178921" cy="261182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7958073" y="3776281"/>
              <a:ext cx="2210435" cy="2767965"/>
            </a:xfrm>
            <a:custGeom>
              <a:avLst/>
              <a:gdLst/>
              <a:ahLst/>
              <a:cxnLst/>
              <a:rect l="l" t="t" r="r" b="b"/>
              <a:pathLst>
                <a:path w="2210434" h="2767965">
                  <a:moveTo>
                    <a:pt x="0" y="2767965"/>
                  </a:moveTo>
                  <a:lnTo>
                    <a:pt x="2210180" y="2767965"/>
                  </a:lnTo>
                  <a:lnTo>
                    <a:pt x="2210180" y="0"/>
                  </a:lnTo>
                  <a:lnTo>
                    <a:pt x="0" y="0"/>
                  </a:lnTo>
                  <a:lnTo>
                    <a:pt x="0" y="2767965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1049761" y="6427114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PROPERTY</a:t>
            </a:r>
            <a:r>
              <a:rPr dirty="0" spc="-45"/>
              <a:t> </a:t>
            </a:r>
            <a:r>
              <a:rPr dirty="0"/>
              <a:t>BINDING</a:t>
            </a:r>
            <a:r>
              <a:rPr dirty="0" spc="-80"/>
              <a:t> </a:t>
            </a:r>
            <a:r>
              <a:rPr dirty="0"/>
              <a:t>VS</a:t>
            </a:r>
            <a:r>
              <a:rPr dirty="0" spc="-65"/>
              <a:t> </a:t>
            </a:r>
            <a:r>
              <a:rPr dirty="0" spc="-20"/>
              <a:t>INTERPOLATION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917430" cy="83629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wonder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there’s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difference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between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property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binding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interpolation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2855557"/>
            <a:ext cx="9686925" cy="283845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above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example,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outcome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that’s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always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case!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19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interpolation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evaluates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expression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converts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result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string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pass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object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array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element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property,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property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binding!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2502407"/>
            <a:ext cx="4997450" cy="36893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&lt;img</a:t>
            </a:r>
            <a:r>
              <a:rPr dirty="0" sz="1800" spc="-3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[src]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latin typeface="Consolas"/>
                <a:cs typeface="Consolas"/>
              </a:rPr>
              <a:t>imageUrl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312408" y="2502407"/>
            <a:ext cx="4997450" cy="36893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&lt;img</a:t>
            </a:r>
            <a:r>
              <a:rPr dirty="0" sz="1800" spc="-3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src</a:t>
            </a:r>
            <a:r>
              <a:rPr dirty="0" sz="1800" spc="-10">
                <a:latin typeface="Consolas"/>
                <a:cs typeface="Consolas"/>
              </a:rPr>
              <a:t>={{imageUrl}}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80041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270"/>
              <a:t> </a:t>
            </a:r>
            <a:r>
              <a:rPr dirty="0" spc="45"/>
              <a:t>@OUTPUT</a:t>
            </a:r>
            <a:r>
              <a:rPr dirty="0" spc="275"/>
              <a:t> </a:t>
            </a:r>
            <a:r>
              <a:rPr dirty="0" spc="-10"/>
              <a:t>DECORATOR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pc="-100"/>
              <a:t>To</a:t>
            </a:r>
            <a:r>
              <a:rPr dirty="0" spc="-60"/>
              <a:t> </a:t>
            </a:r>
            <a:r>
              <a:rPr dirty="0"/>
              <a:t>create</a:t>
            </a:r>
            <a:r>
              <a:rPr dirty="0" spc="-85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 spc="-10"/>
              <a:t>communication</a:t>
            </a:r>
            <a:r>
              <a:rPr dirty="0" spc="-30"/>
              <a:t> </a:t>
            </a:r>
            <a:r>
              <a:rPr dirty="0"/>
              <a:t>channel</a:t>
            </a:r>
            <a:r>
              <a:rPr dirty="0" spc="-50"/>
              <a:t> </a:t>
            </a:r>
            <a:r>
              <a:rPr dirty="0"/>
              <a:t>between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65"/>
              <a:t> </a:t>
            </a:r>
            <a:r>
              <a:rPr dirty="0"/>
              <a:t>child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its</a:t>
            </a:r>
            <a:r>
              <a:rPr dirty="0" spc="-50"/>
              <a:t> </a:t>
            </a:r>
            <a:r>
              <a:rPr dirty="0" spc="-10"/>
              <a:t>parent, </a:t>
            </a:r>
            <a:r>
              <a:rPr dirty="0" spc="-10"/>
              <a:t>	</a:t>
            </a:r>
            <a:r>
              <a:rPr dirty="0"/>
              <a:t>you</a:t>
            </a:r>
            <a:r>
              <a:rPr dirty="0" spc="-65"/>
              <a:t> </a:t>
            </a:r>
            <a:r>
              <a:rPr dirty="0"/>
              <a:t>can</a:t>
            </a:r>
            <a:r>
              <a:rPr dirty="0" spc="-65"/>
              <a:t> </a:t>
            </a:r>
            <a:r>
              <a:rPr dirty="0"/>
              <a:t>use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 b="1">
                <a:latin typeface="Calibri"/>
                <a:cs typeface="Calibri"/>
              </a:rPr>
              <a:t>@Output</a:t>
            </a:r>
            <a:r>
              <a:rPr dirty="0" spc="-75" b="1">
                <a:latin typeface="Calibri"/>
                <a:cs typeface="Calibri"/>
              </a:rPr>
              <a:t> </a:t>
            </a:r>
            <a:r>
              <a:rPr dirty="0" spc="-10"/>
              <a:t>decorator</a:t>
            </a:r>
            <a:r>
              <a:rPr dirty="0" spc="-60"/>
              <a:t> </a:t>
            </a:r>
            <a:r>
              <a:rPr dirty="0"/>
              <a:t>on</a:t>
            </a:r>
            <a:r>
              <a:rPr dirty="0" spc="-70"/>
              <a:t> </a:t>
            </a:r>
            <a:r>
              <a:rPr dirty="0"/>
              <a:t>a</a:t>
            </a:r>
            <a:r>
              <a:rPr dirty="0" spc="-75"/>
              <a:t> </a:t>
            </a:r>
            <a:r>
              <a:rPr dirty="0"/>
              <a:t>class</a:t>
            </a:r>
            <a:r>
              <a:rPr dirty="0" spc="-60"/>
              <a:t> </a:t>
            </a:r>
            <a:r>
              <a:rPr dirty="0" spc="-25"/>
              <a:t>property,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/>
              <a:t>assign</a:t>
            </a:r>
            <a:r>
              <a:rPr dirty="0" spc="-60"/>
              <a:t> </a:t>
            </a:r>
            <a:r>
              <a:rPr dirty="0" spc="-25"/>
              <a:t>it </a:t>
            </a:r>
            <a:r>
              <a:rPr dirty="0" spc="-25"/>
              <a:t>	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value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type </a:t>
            </a:r>
            <a:r>
              <a:rPr dirty="0" spc="-10" b="1">
                <a:latin typeface="Calibri"/>
                <a:cs typeface="Calibri"/>
              </a:rPr>
              <a:t>EventEmitter</a:t>
            </a:r>
          </a:p>
          <a:p>
            <a:pPr marL="240029" indent="-227329">
              <a:lnSpc>
                <a:spcPts val="3195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pc="-110"/>
              <a:t>To</a:t>
            </a:r>
            <a:r>
              <a:rPr dirty="0" spc="-50"/>
              <a:t> </a:t>
            </a:r>
            <a:r>
              <a:rPr dirty="0"/>
              <a:t>send</a:t>
            </a:r>
            <a:r>
              <a:rPr dirty="0" spc="-80"/>
              <a:t> </a:t>
            </a:r>
            <a:r>
              <a:rPr dirty="0"/>
              <a:t>an</a:t>
            </a:r>
            <a:r>
              <a:rPr dirty="0" spc="-65"/>
              <a:t> </a:t>
            </a:r>
            <a:r>
              <a:rPr dirty="0"/>
              <a:t>event</a:t>
            </a:r>
            <a:r>
              <a:rPr dirty="0" spc="-75"/>
              <a:t> </a:t>
            </a:r>
            <a:r>
              <a:rPr dirty="0"/>
              <a:t>on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channel,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child</a:t>
            </a:r>
            <a:r>
              <a:rPr dirty="0" spc="-55"/>
              <a:t> </a:t>
            </a:r>
            <a:r>
              <a:rPr dirty="0" spc="-10"/>
              <a:t>component</a:t>
            </a:r>
            <a:r>
              <a:rPr dirty="0" spc="-30"/>
              <a:t> </a:t>
            </a:r>
            <a:r>
              <a:rPr dirty="0" spc="-20"/>
              <a:t>invokes</a:t>
            </a:r>
            <a:r>
              <a:rPr dirty="0" spc="-65"/>
              <a:t> </a:t>
            </a:r>
            <a:r>
              <a:rPr dirty="0" spc="-25"/>
              <a:t>the</a:t>
            </a:r>
          </a:p>
          <a:p>
            <a:pPr marL="241300">
              <a:lnSpc>
                <a:spcPts val="3195"/>
              </a:lnSpc>
            </a:pPr>
            <a:r>
              <a:rPr dirty="0" b="1">
                <a:latin typeface="Calibri"/>
                <a:cs typeface="Calibri"/>
              </a:rPr>
              <a:t>emit()</a:t>
            </a:r>
            <a:r>
              <a:rPr dirty="0" spc="-60" b="1">
                <a:latin typeface="Calibri"/>
                <a:cs typeface="Calibri"/>
              </a:rPr>
              <a:t> </a:t>
            </a:r>
            <a:r>
              <a:rPr dirty="0"/>
              <a:t>method</a:t>
            </a:r>
            <a:r>
              <a:rPr dirty="0" spc="-55"/>
              <a:t> </a:t>
            </a:r>
            <a:r>
              <a:rPr dirty="0"/>
              <a:t>on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/>
              <a:t>@Output</a:t>
            </a:r>
            <a:r>
              <a:rPr dirty="0" spc="-25"/>
              <a:t> </a:t>
            </a:r>
            <a:r>
              <a:rPr dirty="0" spc="-10"/>
              <a:t>property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80041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270"/>
              <a:t> </a:t>
            </a:r>
            <a:r>
              <a:rPr dirty="0" spc="45"/>
              <a:t>@OUTPUT</a:t>
            </a:r>
            <a:r>
              <a:rPr dirty="0" spc="275"/>
              <a:t> </a:t>
            </a:r>
            <a:r>
              <a:rPr dirty="0" spc="-10"/>
              <a:t>DECORATOR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987295" y="2025395"/>
            <a:ext cx="8217534" cy="369316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CounterComponent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@Input(</a:t>
            </a:r>
            <a:r>
              <a:rPr dirty="0" sz="1800">
                <a:latin typeface="Consolas"/>
                <a:cs typeface="Consolas"/>
              </a:rPr>
              <a:t>)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buttonText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"Click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me"</a:t>
            </a:r>
            <a:r>
              <a:rPr dirty="0" sz="1800" spc="-2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1630" marR="9525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@Output()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counterClickedTenTimes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EventEmitter&lt;number&gt;(); </a:t>
            </a:r>
            <a:r>
              <a:rPr dirty="0" sz="1800">
                <a:latin typeface="Consolas"/>
                <a:cs typeface="Consolas"/>
              </a:rPr>
              <a:t>counter: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1800" spc="-25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clickTimestamps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Date[]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[]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increment()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 marR="2851150">
              <a:lnSpc>
                <a:spcPct val="100000"/>
              </a:lnSpc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.counter++;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.clickTimestamps.push(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10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Date());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.counter%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10</a:t>
            </a:r>
            <a:r>
              <a:rPr dirty="0" sz="1800" spc="-50">
                <a:solidFill>
                  <a:srgbClr val="098557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===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1800" spc="-25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843280">
              <a:lnSpc>
                <a:spcPct val="100000"/>
              </a:lnSpc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.counterClickedTenTimes.emit(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.counter);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80041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270"/>
              <a:t> </a:t>
            </a:r>
            <a:r>
              <a:rPr dirty="0" spc="45"/>
              <a:t>@OUTPUT</a:t>
            </a:r>
            <a:r>
              <a:rPr dirty="0" spc="275"/>
              <a:t> </a:t>
            </a:r>
            <a:r>
              <a:rPr dirty="0" spc="-10"/>
              <a:t>DECORATOR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219565" cy="83629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parent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now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react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events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communication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channel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event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handler,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usual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453639"/>
            <a:ext cx="10427335" cy="14782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&lt;h1&gt;</a:t>
            </a:r>
            <a:r>
              <a:rPr dirty="0" sz="1800">
                <a:latin typeface="Consolas"/>
                <a:cs typeface="Consolas"/>
              </a:rPr>
              <a:t>Hello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{{name.toUpperCase()}}!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&lt;/h1&gt;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&lt;app-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counter</a:t>
            </a:r>
            <a:r>
              <a:rPr dirty="0" sz="1800" spc="-9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[buttonText]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>
                <a:latin typeface="Consolas"/>
                <a:cs typeface="Consolas"/>
              </a:rPr>
              <a:t>btnMsg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9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(counterClickedTenTimes)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addClicks($event)</a:t>
            </a:r>
            <a:r>
              <a:rPr dirty="0" sz="1800" spc="-8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800000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&lt;ul&gt;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@for</a:t>
            </a:r>
            <a:r>
              <a:rPr dirty="0" sz="1800">
                <a:latin typeface="Consolas"/>
                <a:cs typeface="Consolas"/>
              </a:rPr>
              <a:t>(click</a:t>
            </a:r>
            <a:r>
              <a:rPr dirty="0" sz="1800" spc="-8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of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clicksList;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track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click){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&lt;li&gt;</a:t>
            </a:r>
            <a:r>
              <a:rPr dirty="0" sz="1800">
                <a:latin typeface="Consolas"/>
                <a:cs typeface="Consolas"/>
              </a:rPr>
              <a:t>Button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was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clicked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on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{{click}}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times.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&lt;/li&gt;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&lt;/ul&gt;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3995928"/>
            <a:ext cx="10427335" cy="230886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AppComponent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 marR="393382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name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'Web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Technologies'</a:t>
            </a:r>
            <a:r>
              <a:rPr dirty="0" sz="1800">
                <a:latin typeface="Consolas"/>
                <a:cs typeface="Consolas"/>
              </a:rPr>
              <a:t>;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btnMsg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"CLICK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 HERE"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latin typeface="Consolas"/>
                <a:cs typeface="Consolas"/>
              </a:rPr>
              <a:t>clicksList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number[]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[];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591820" marR="6189980" indent="-25019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addClicks(nClicks: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number){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.clicksList.push(nClicks)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99409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10"/>
              <a:t> </a:t>
            </a:r>
            <a:r>
              <a:rPr dirty="0" spc="-20"/>
              <a:t>@OUTPUT()</a:t>
            </a:r>
            <a:r>
              <a:rPr dirty="0" spc="15"/>
              <a:t> </a:t>
            </a:r>
            <a:r>
              <a:rPr dirty="0" spc="-20"/>
              <a:t>DECORATOR</a:t>
            </a:r>
            <a:r>
              <a:rPr dirty="0" spc="35"/>
              <a:t> </a:t>
            </a:r>
            <a:r>
              <a:rPr dirty="0" spc="-10"/>
              <a:t>RECAP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99489" y="2534157"/>
            <a:ext cx="2258060" cy="1097915"/>
            <a:chOff x="999489" y="2534157"/>
            <a:chExt cx="2258060" cy="1097915"/>
          </a:xfrm>
        </p:grpSpPr>
        <p:sp>
          <p:nvSpPr>
            <p:cNvPr id="4" name="object 4" descr=""/>
            <p:cNvSpPr/>
            <p:nvPr/>
          </p:nvSpPr>
          <p:spPr>
            <a:xfrm>
              <a:off x="2013203" y="3163823"/>
              <a:ext cx="231775" cy="462280"/>
            </a:xfrm>
            <a:custGeom>
              <a:avLst/>
              <a:gdLst/>
              <a:ahLst/>
              <a:cxnLst/>
              <a:rect l="l" t="t" r="r" b="b"/>
              <a:pathLst>
                <a:path w="231775" h="462279">
                  <a:moveTo>
                    <a:pt x="173735" y="0"/>
                  </a:moveTo>
                  <a:lnTo>
                    <a:pt x="57912" y="0"/>
                  </a:lnTo>
                  <a:lnTo>
                    <a:pt x="57912" y="345948"/>
                  </a:lnTo>
                  <a:lnTo>
                    <a:pt x="0" y="345948"/>
                  </a:lnTo>
                  <a:lnTo>
                    <a:pt x="115823" y="461771"/>
                  </a:lnTo>
                  <a:lnTo>
                    <a:pt x="231647" y="345948"/>
                  </a:lnTo>
                  <a:lnTo>
                    <a:pt x="173735" y="345948"/>
                  </a:lnTo>
                  <a:lnTo>
                    <a:pt x="173735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013203" y="3163823"/>
              <a:ext cx="231775" cy="462280"/>
            </a:xfrm>
            <a:custGeom>
              <a:avLst/>
              <a:gdLst/>
              <a:ahLst/>
              <a:cxnLst/>
              <a:rect l="l" t="t" r="r" b="b"/>
              <a:pathLst>
                <a:path w="231775" h="462279">
                  <a:moveTo>
                    <a:pt x="0" y="345948"/>
                  </a:moveTo>
                  <a:lnTo>
                    <a:pt x="57912" y="345948"/>
                  </a:lnTo>
                  <a:lnTo>
                    <a:pt x="57912" y="0"/>
                  </a:lnTo>
                  <a:lnTo>
                    <a:pt x="173735" y="0"/>
                  </a:lnTo>
                  <a:lnTo>
                    <a:pt x="173735" y="345948"/>
                  </a:lnTo>
                  <a:lnTo>
                    <a:pt x="231647" y="345948"/>
                  </a:lnTo>
                  <a:lnTo>
                    <a:pt x="115823" y="461771"/>
                  </a:lnTo>
                  <a:lnTo>
                    <a:pt x="0" y="345948"/>
                  </a:lnTo>
                  <a:close/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05839" y="2540507"/>
              <a:ext cx="2245360" cy="756285"/>
            </a:xfrm>
            <a:custGeom>
              <a:avLst/>
              <a:gdLst/>
              <a:ahLst/>
              <a:cxnLst/>
              <a:rect l="l" t="t" r="r" b="b"/>
              <a:pathLst>
                <a:path w="2245360" h="756285">
                  <a:moveTo>
                    <a:pt x="2118867" y="0"/>
                  </a:moveTo>
                  <a:lnTo>
                    <a:pt x="125984" y="0"/>
                  </a:lnTo>
                  <a:lnTo>
                    <a:pt x="76943" y="9898"/>
                  </a:lnTo>
                  <a:lnTo>
                    <a:pt x="36898" y="36893"/>
                  </a:lnTo>
                  <a:lnTo>
                    <a:pt x="9899" y="76938"/>
                  </a:lnTo>
                  <a:lnTo>
                    <a:pt x="0" y="125983"/>
                  </a:lnTo>
                  <a:lnTo>
                    <a:pt x="0" y="629919"/>
                  </a:lnTo>
                  <a:lnTo>
                    <a:pt x="9899" y="678965"/>
                  </a:lnTo>
                  <a:lnTo>
                    <a:pt x="36898" y="719010"/>
                  </a:lnTo>
                  <a:lnTo>
                    <a:pt x="76943" y="746005"/>
                  </a:lnTo>
                  <a:lnTo>
                    <a:pt x="125984" y="755903"/>
                  </a:lnTo>
                  <a:lnTo>
                    <a:pt x="2118867" y="755903"/>
                  </a:lnTo>
                  <a:lnTo>
                    <a:pt x="2167913" y="746005"/>
                  </a:lnTo>
                  <a:lnTo>
                    <a:pt x="2207958" y="719010"/>
                  </a:lnTo>
                  <a:lnTo>
                    <a:pt x="2234953" y="678965"/>
                  </a:lnTo>
                  <a:lnTo>
                    <a:pt x="2244852" y="629919"/>
                  </a:lnTo>
                  <a:lnTo>
                    <a:pt x="2244852" y="125983"/>
                  </a:lnTo>
                  <a:lnTo>
                    <a:pt x="2234953" y="76938"/>
                  </a:lnTo>
                  <a:lnTo>
                    <a:pt x="2207958" y="36893"/>
                  </a:lnTo>
                  <a:lnTo>
                    <a:pt x="2167913" y="9898"/>
                  </a:lnTo>
                  <a:lnTo>
                    <a:pt x="2118867" y="0"/>
                  </a:lnTo>
                  <a:close/>
                </a:path>
              </a:pathLst>
            </a:custGeom>
            <a:solidFill>
              <a:srgbClr val="0091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05839" y="2540507"/>
              <a:ext cx="2245360" cy="756285"/>
            </a:xfrm>
            <a:custGeom>
              <a:avLst/>
              <a:gdLst/>
              <a:ahLst/>
              <a:cxnLst/>
              <a:rect l="l" t="t" r="r" b="b"/>
              <a:pathLst>
                <a:path w="2245360" h="756285">
                  <a:moveTo>
                    <a:pt x="0" y="125983"/>
                  </a:moveTo>
                  <a:lnTo>
                    <a:pt x="9899" y="76938"/>
                  </a:lnTo>
                  <a:lnTo>
                    <a:pt x="36898" y="36893"/>
                  </a:lnTo>
                  <a:lnTo>
                    <a:pt x="76943" y="9898"/>
                  </a:lnTo>
                  <a:lnTo>
                    <a:pt x="125984" y="0"/>
                  </a:lnTo>
                  <a:lnTo>
                    <a:pt x="2118867" y="0"/>
                  </a:lnTo>
                  <a:lnTo>
                    <a:pt x="2167913" y="9898"/>
                  </a:lnTo>
                  <a:lnTo>
                    <a:pt x="2207958" y="36893"/>
                  </a:lnTo>
                  <a:lnTo>
                    <a:pt x="2234953" y="76938"/>
                  </a:lnTo>
                  <a:lnTo>
                    <a:pt x="2244852" y="125983"/>
                  </a:lnTo>
                  <a:lnTo>
                    <a:pt x="2244852" y="629919"/>
                  </a:lnTo>
                  <a:lnTo>
                    <a:pt x="2234953" y="678965"/>
                  </a:lnTo>
                  <a:lnTo>
                    <a:pt x="2207958" y="719010"/>
                  </a:lnTo>
                  <a:lnTo>
                    <a:pt x="2167913" y="746005"/>
                  </a:lnTo>
                  <a:lnTo>
                    <a:pt x="2118867" y="755903"/>
                  </a:lnTo>
                  <a:lnTo>
                    <a:pt x="125984" y="755903"/>
                  </a:lnTo>
                  <a:lnTo>
                    <a:pt x="76943" y="746005"/>
                  </a:lnTo>
                  <a:lnTo>
                    <a:pt x="36898" y="719010"/>
                  </a:lnTo>
                  <a:lnTo>
                    <a:pt x="9899" y="678965"/>
                  </a:lnTo>
                  <a:lnTo>
                    <a:pt x="0" y="629919"/>
                  </a:lnTo>
                  <a:lnTo>
                    <a:pt x="0" y="125983"/>
                  </a:lnTo>
                  <a:close/>
                </a:path>
              </a:pathLst>
            </a:custGeom>
            <a:ln w="12700">
              <a:solidFill>
                <a:srgbClr val="0039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4315714" y="4094734"/>
            <a:ext cx="2259330" cy="1113155"/>
            <a:chOff x="4315714" y="4094734"/>
            <a:chExt cx="2259330" cy="1113155"/>
          </a:xfrm>
        </p:grpSpPr>
        <p:sp>
          <p:nvSpPr>
            <p:cNvPr id="9" name="object 9" descr=""/>
            <p:cNvSpPr/>
            <p:nvPr/>
          </p:nvSpPr>
          <p:spPr>
            <a:xfrm>
              <a:off x="5329428" y="4101084"/>
              <a:ext cx="231775" cy="462280"/>
            </a:xfrm>
            <a:custGeom>
              <a:avLst/>
              <a:gdLst/>
              <a:ahLst/>
              <a:cxnLst/>
              <a:rect l="l" t="t" r="r" b="b"/>
              <a:pathLst>
                <a:path w="231775" h="462279">
                  <a:moveTo>
                    <a:pt x="115824" y="0"/>
                  </a:moveTo>
                  <a:lnTo>
                    <a:pt x="0" y="115824"/>
                  </a:lnTo>
                  <a:lnTo>
                    <a:pt x="57912" y="115824"/>
                  </a:lnTo>
                  <a:lnTo>
                    <a:pt x="57912" y="461772"/>
                  </a:lnTo>
                  <a:lnTo>
                    <a:pt x="173736" y="461772"/>
                  </a:lnTo>
                  <a:lnTo>
                    <a:pt x="173736" y="115824"/>
                  </a:lnTo>
                  <a:lnTo>
                    <a:pt x="231648" y="115824"/>
                  </a:lnTo>
                  <a:lnTo>
                    <a:pt x="115824" y="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329428" y="4101084"/>
              <a:ext cx="231775" cy="462280"/>
            </a:xfrm>
            <a:custGeom>
              <a:avLst/>
              <a:gdLst/>
              <a:ahLst/>
              <a:cxnLst/>
              <a:rect l="l" t="t" r="r" b="b"/>
              <a:pathLst>
                <a:path w="231775" h="462279">
                  <a:moveTo>
                    <a:pt x="231648" y="115824"/>
                  </a:moveTo>
                  <a:lnTo>
                    <a:pt x="173736" y="115824"/>
                  </a:lnTo>
                  <a:lnTo>
                    <a:pt x="173736" y="461772"/>
                  </a:lnTo>
                  <a:lnTo>
                    <a:pt x="57912" y="461772"/>
                  </a:lnTo>
                  <a:lnTo>
                    <a:pt x="57912" y="115824"/>
                  </a:lnTo>
                  <a:lnTo>
                    <a:pt x="0" y="115824"/>
                  </a:lnTo>
                  <a:lnTo>
                    <a:pt x="115824" y="0"/>
                  </a:lnTo>
                  <a:lnTo>
                    <a:pt x="231648" y="115824"/>
                  </a:lnTo>
                  <a:close/>
                </a:path>
              </a:pathLst>
            </a:custGeom>
            <a:ln w="12700">
              <a:solidFill>
                <a:srgbClr val="5A000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322064" y="4447032"/>
              <a:ext cx="2246630" cy="754380"/>
            </a:xfrm>
            <a:custGeom>
              <a:avLst/>
              <a:gdLst/>
              <a:ahLst/>
              <a:cxnLst/>
              <a:rect l="l" t="t" r="r" b="b"/>
              <a:pathLst>
                <a:path w="2246629" h="754379">
                  <a:moveTo>
                    <a:pt x="2120646" y="0"/>
                  </a:moveTo>
                  <a:lnTo>
                    <a:pt x="125730" y="0"/>
                  </a:lnTo>
                  <a:lnTo>
                    <a:pt x="76777" y="9876"/>
                  </a:lnTo>
                  <a:lnTo>
                    <a:pt x="36814" y="36814"/>
                  </a:lnTo>
                  <a:lnTo>
                    <a:pt x="9876" y="76777"/>
                  </a:lnTo>
                  <a:lnTo>
                    <a:pt x="0" y="125730"/>
                  </a:lnTo>
                  <a:lnTo>
                    <a:pt x="0" y="628650"/>
                  </a:lnTo>
                  <a:lnTo>
                    <a:pt x="9876" y="677602"/>
                  </a:lnTo>
                  <a:lnTo>
                    <a:pt x="36814" y="717565"/>
                  </a:lnTo>
                  <a:lnTo>
                    <a:pt x="76777" y="744503"/>
                  </a:lnTo>
                  <a:lnTo>
                    <a:pt x="125730" y="754380"/>
                  </a:lnTo>
                  <a:lnTo>
                    <a:pt x="2120646" y="754380"/>
                  </a:lnTo>
                  <a:lnTo>
                    <a:pt x="2169598" y="744503"/>
                  </a:lnTo>
                  <a:lnTo>
                    <a:pt x="2209561" y="717565"/>
                  </a:lnTo>
                  <a:lnTo>
                    <a:pt x="2236499" y="677602"/>
                  </a:lnTo>
                  <a:lnTo>
                    <a:pt x="2246376" y="628650"/>
                  </a:lnTo>
                  <a:lnTo>
                    <a:pt x="2246376" y="125730"/>
                  </a:lnTo>
                  <a:lnTo>
                    <a:pt x="2236499" y="76777"/>
                  </a:lnTo>
                  <a:lnTo>
                    <a:pt x="2209561" y="36814"/>
                  </a:lnTo>
                  <a:lnTo>
                    <a:pt x="2169598" y="9876"/>
                  </a:lnTo>
                  <a:lnTo>
                    <a:pt x="2120646" y="0"/>
                  </a:lnTo>
                  <a:close/>
                </a:path>
              </a:pathLst>
            </a:custGeom>
            <a:solidFill>
              <a:srgbClr val="D70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322064" y="4447032"/>
              <a:ext cx="2246630" cy="754380"/>
            </a:xfrm>
            <a:custGeom>
              <a:avLst/>
              <a:gdLst/>
              <a:ahLst/>
              <a:cxnLst/>
              <a:rect l="l" t="t" r="r" b="b"/>
              <a:pathLst>
                <a:path w="2246629" h="754379">
                  <a:moveTo>
                    <a:pt x="0" y="125730"/>
                  </a:moveTo>
                  <a:lnTo>
                    <a:pt x="9876" y="76777"/>
                  </a:lnTo>
                  <a:lnTo>
                    <a:pt x="36814" y="36814"/>
                  </a:lnTo>
                  <a:lnTo>
                    <a:pt x="76777" y="9876"/>
                  </a:lnTo>
                  <a:lnTo>
                    <a:pt x="125730" y="0"/>
                  </a:lnTo>
                  <a:lnTo>
                    <a:pt x="2120646" y="0"/>
                  </a:lnTo>
                  <a:lnTo>
                    <a:pt x="2169598" y="9876"/>
                  </a:lnTo>
                  <a:lnTo>
                    <a:pt x="2209561" y="36814"/>
                  </a:lnTo>
                  <a:lnTo>
                    <a:pt x="2236499" y="76777"/>
                  </a:lnTo>
                  <a:lnTo>
                    <a:pt x="2246376" y="125730"/>
                  </a:lnTo>
                  <a:lnTo>
                    <a:pt x="2246376" y="628650"/>
                  </a:lnTo>
                  <a:lnTo>
                    <a:pt x="2236499" y="677602"/>
                  </a:lnTo>
                  <a:lnTo>
                    <a:pt x="2209561" y="717565"/>
                  </a:lnTo>
                  <a:lnTo>
                    <a:pt x="2169598" y="744503"/>
                  </a:lnTo>
                  <a:lnTo>
                    <a:pt x="2120646" y="754380"/>
                  </a:lnTo>
                  <a:lnTo>
                    <a:pt x="125730" y="754380"/>
                  </a:lnTo>
                  <a:lnTo>
                    <a:pt x="76777" y="744503"/>
                  </a:lnTo>
                  <a:lnTo>
                    <a:pt x="36814" y="717565"/>
                  </a:lnTo>
                  <a:lnTo>
                    <a:pt x="9876" y="677602"/>
                  </a:lnTo>
                  <a:lnTo>
                    <a:pt x="0" y="628650"/>
                  </a:lnTo>
                  <a:lnTo>
                    <a:pt x="0" y="125730"/>
                  </a:lnTo>
                  <a:close/>
                </a:path>
              </a:pathLst>
            </a:custGeom>
            <a:ln w="12700">
              <a:solidFill>
                <a:srgbClr val="5A000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117498" y="3657727"/>
            <a:ext cx="9955530" cy="1439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800000"/>
                </a:solidFill>
                <a:latin typeface="Consolas"/>
                <a:cs typeface="Consolas"/>
              </a:rPr>
              <a:t>&lt;app-</a:t>
            </a:r>
            <a:r>
              <a:rPr dirty="0" sz="2400">
                <a:solidFill>
                  <a:srgbClr val="800000"/>
                </a:solidFill>
                <a:latin typeface="Consolas"/>
                <a:cs typeface="Consolas"/>
              </a:rPr>
              <a:t>counter</a:t>
            </a:r>
            <a:r>
              <a:rPr dirty="0" sz="2400" spc="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2400" spc="-10" b="1">
                <a:solidFill>
                  <a:srgbClr val="D70031"/>
                </a:solidFill>
                <a:latin typeface="Consolas"/>
                <a:cs typeface="Consolas"/>
              </a:rPr>
              <a:t>(counterClickedTenTimes)</a:t>
            </a:r>
            <a:r>
              <a:rPr dirty="0" sz="2400" spc="-10">
                <a:latin typeface="Consolas"/>
                <a:cs typeface="Consolas"/>
              </a:rPr>
              <a:t>=</a:t>
            </a:r>
            <a:r>
              <a:rPr dirty="0" sz="2400" spc="-10" b="1">
                <a:solidFill>
                  <a:srgbClr val="006379"/>
                </a:solidFill>
                <a:latin typeface="Consolas"/>
                <a:cs typeface="Consolas"/>
              </a:rPr>
              <a:t>"addClicks($event)"</a:t>
            </a:r>
            <a:r>
              <a:rPr dirty="0" sz="2400" spc="-10">
                <a:solidFill>
                  <a:srgbClr val="800000"/>
                </a:solidFill>
                <a:latin typeface="Consolas"/>
                <a:cs typeface="Consolas"/>
              </a:rPr>
              <a:t>/&gt;</a:t>
            </a:r>
            <a:endParaRPr sz="2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2400">
              <a:latin typeface="Consolas"/>
              <a:cs typeface="Consolas"/>
            </a:endParaRPr>
          </a:p>
          <a:p>
            <a:pPr algn="ctr" marR="1290320">
              <a:lnSpc>
                <a:spcPct val="100000"/>
              </a:lnSpc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Event:</a:t>
            </a:r>
            <a:r>
              <a:rPr dirty="0" sz="1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@Output()</a:t>
            </a:r>
            <a:endParaRPr sz="1800">
              <a:latin typeface="Calibri"/>
              <a:cs typeface="Calibri"/>
            </a:endParaRPr>
          </a:p>
          <a:p>
            <a:pPr algn="ctr" marR="129095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property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child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755381" y="2517394"/>
            <a:ext cx="2809240" cy="1108710"/>
            <a:chOff x="7755381" y="2517394"/>
            <a:chExt cx="2809240" cy="1108710"/>
          </a:xfrm>
        </p:grpSpPr>
        <p:sp>
          <p:nvSpPr>
            <p:cNvPr id="15" name="object 15" descr=""/>
            <p:cNvSpPr/>
            <p:nvPr/>
          </p:nvSpPr>
          <p:spPr>
            <a:xfrm>
              <a:off x="9043415" y="3157727"/>
              <a:ext cx="233679" cy="462280"/>
            </a:xfrm>
            <a:custGeom>
              <a:avLst/>
              <a:gdLst/>
              <a:ahLst/>
              <a:cxnLst/>
              <a:rect l="l" t="t" r="r" b="b"/>
              <a:pathLst>
                <a:path w="233679" h="462279">
                  <a:moveTo>
                    <a:pt x="174878" y="0"/>
                  </a:moveTo>
                  <a:lnTo>
                    <a:pt x="58292" y="0"/>
                  </a:lnTo>
                  <a:lnTo>
                    <a:pt x="58292" y="345186"/>
                  </a:lnTo>
                  <a:lnTo>
                    <a:pt x="0" y="345186"/>
                  </a:lnTo>
                  <a:lnTo>
                    <a:pt x="116585" y="461772"/>
                  </a:lnTo>
                  <a:lnTo>
                    <a:pt x="233172" y="345186"/>
                  </a:lnTo>
                  <a:lnTo>
                    <a:pt x="174878" y="345186"/>
                  </a:lnTo>
                  <a:lnTo>
                    <a:pt x="17487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043415" y="3157727"/>
              <a:ext cx="233679" cy="462280"/>
            </a:xfrm>
            <a:custGeom>
              <a:avLst/>
              <a:gdLst/>
              <a:ahLst/>
              <a:cxnLst/>
              <a:rect l="l" t="t" r="r" b="b"/>
              <a:pathLst>
                <a:path w="233679" h="462279">
                  <a:moveTo>
                    <a:pt x="0" y="345186"/>
                  </a:moveTo>
                  <a:lnTo>
                    <a:pt x="58292" y="345186"/>
                  </a:lnTo>
                  <a:lnTo>
                    <a:pt x="58292" y="0"/>
                  </a:lnTo>
                  <a:lnTo>
                    <a:pt x="174878" y="0"/>
                  </a:lnTo>
                  <a:lnTo>
                    <a:pt x="174878" y="345186"/>
                  </a:lnTo>
                  <a:lnTo>
                    <a:pt x="233172" y="345186"/>
                  </a:lnTo>
                  <a:lnTo>
                    <a:pt x="116585" y="461772"/>
                  </a:lnTo>
                  <a:lnTo>
                    <a:pt x="0" y="345186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761731" y="2523744"/>
              <a:ext cx="2796540" cy="749935"/>
            </a:xfrm>
            <a:custGeom>
              <a:avLst/>
              <a:gdLst/>
              <a:ahLst/>
              <a:cxnLst/>
              <a:rect l="l" t="t" r="r" b="b"/>
              <a:pathLst>
                <a:path w="2796540" h="749935">
                  <a:moveTo>
                    <a:pt x="2671572" y="0"/>
                  </a:moveTo>
                  <a:lnTo>
                    <a:pt x="124968" y="0"/>
                  </a:lnTo>
                  <a:lnTo>
                    <a:pt x="76348" y="9828"/>
                  </a:lnTo>
                  <a:lnTo>
                    <a:pt x="36623" y="36623"/>
                  </a:lnTo>
                  <a:lnTo>
                    <a:pt x="9828" y="76348"/>
                  </a:lnTo>
                  <a:lnTo>
                    <a:pt x="0" y="124967"/>
                  </a:lnTo>
                  <a:lnTo>
                    <a:pt x="0" y="624839"/>
                  </a:lnTo>
                  <a:lnTo>
                    <a:pt x="9828" y="673459"/>
                  </a:lnTo>
                  <a:lnTo>
                    <a:pt x="36623" y="713184"/>
                  </a:lnTo>
                  <a:lnTo>
                    <a:pt x="76348" y="739979"/>
                  </a:lnTo>
                  <a:lnTo>
                    <a:pt x="124968" y="749807"/>
                  </a:lnTo>
                  <a:lnTo>
                    <a:pt x="2671572" y="749807"/>
                  </a:lnTo>
                  <a:lnTo>
                    <a:pt x="2720191" y="739979"/>
                  </a:lnTo>
                  <a:lnTo>
                    <a:pt x="2759916" y="713184"/>
                  </a:lnTo>
                  <a:lnTo>
                    <a:pt x="2786711" y="673459"/>
                  </a:lnTo>
                  <a:lnTo>
                    <a:pt x="2796540" y="624839"/>
                  </a:lnTo>
                  <a:lnTo>
                    <a:pt x="2796540" y="124967"/>
                  </a:lnTo>
                  <a:lnTo>
                    <a:pt x="2786711" y="76348"/>
                  </a:lnTo>
                  <a:lnTo>
                    <a:pt x="2759916" y="36623"/>
                  </a:lnTo>
                  <a:lnTo>
                    <a:pt x="2720191" y="9828"/>
                  </a:lnTo>
                  <a:lnTo>
                    <a:pt x="2671572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761731" y="2523744"/>
              <a:ext cx="2796540" cy="749935"/>
            </a:xfrm>
            <a:custGeom>
              <a:avLst/>
              <a:gdLst/>
              <a:ahLst/>
              <a:cxnLst/>
              <a:rect l="l" t="t" r="r" b="b"/>
              <a:pathLst>
                <a:path w="2796540" h="749935">
                  <a:moveTo>
                    <a:pt x="0" y="124967"/>
                  </a:moveTo>
                  <a:lnTo>
                    <a:pt x="9828" y="76348"/>
                  </a:lnTo>
                  <a:lnTo>
                    <a:pt x="36623" y="36623"/>
                  </a:lnTo>
                  <a:lnTo>
                    <a:pt x="76348" y="9828"/>
                  </a:lnTo>
                  <a:lnTo>
                    <a:pt x="124968" y="0"/>
                  </a:lnTo>
                  <a:lnTo>
                    <a:pt x="2671572" y="0"/>
                  </a:lnTo>
                  <a:lnTo>
                    <a:pt x="2720191" y="9828"/>
                  </a:lnTo>
                  <a:lnTo>
                    <a:pt x="2759916" y="36623"/>
                  </a:lnTo>
                  <a:lnTo>
                    <a:pt x="2786711" y="76348"/>
                  </a:lnTo>
                  <a:lnTo>
                    <a:pt x="2796540" y="124967"/>
                  </a:lnTo>
                  <a:lnTo>
                    <a:pt x="2796540" y="624839"/>
                  </a:lnTo>
                  <a:lnTo>
                    <a:pt x="2786711" y="673459"/>
                  </a:lnTo>
                  <a:lnTo>
                    <a:pt x="2759916" y="713184"/>
                  </a:lnTo>
                  <a:lnTo>
                    <a:pt x="2720191" y="739979"/>
                  </a:lnTo>
                  <a:lnTo>
                    <a:pt x="2671572" y="749807"/>
                  </a:lnTo>
                  <a:lnTo>
                    <a:pt x="124968" y="749807"/>
                  </a:lnTo>
                  <a:lnTo>
                    <a:pt x="76348" y="739979"/>
                  </a:lnTo>
                  <a:lnTo>
                    <a:pt x="36623" y="713184"/>
                  </a:lnTo>
                  <a:lnTo>
                    <a:pt x="9828" y="673459"/>
                  </a:lnTo>
                  <a:lnTo>
                    <a:pt x="0" y="624839"/>
                  </a:lnTo>
                  <a:lnTo>
                    <a:pt x="0" y="124967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882508" y="2596337"/>
            <a:ext cx="2557780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Event</a:t>
            </a:r>
            <a:r>
              <a:rPr dirty="0" sz="1800" spc="-1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Handler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(on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parent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component)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  <p:sp>
        <p:nvSpPr>
          <p:cNvPr id="20" name="object 20" descr=""/>
          <p:cNvSpPr txBox="1"/>
          <p:nvPr/>
        </p:nvSpPr>
        <p:spPr>
          <a:xfrm>
            <a:off x="1146759" y="2617089"/>
            <a:ext cx="19621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1775" marR="5080" indent="-21971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Child</a:t>
            </a: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selector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inside Parent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template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ANGULAR:</a:t>
            </a:r>
            <a:r>
              <a:rPr dirty="0" spc="450"/>
              <a:t> </a:t>
            </a:r>
            <a:r>
              <a:rPr dirty="0" spc="-10"/>
              <a:t>ROUTING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365615" cy="335978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Applications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deal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client-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r>
              <a:rPr dirty="0" sz="2800" spc="-1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routing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Router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support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task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1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Router</a:t>
            </a:r>
            <a:r>
              <a:rPr dirty="0" sz="2800" spc="-10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enables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navigation</a:t>
            </a:r>
            <a:r>
              <a:rPr dirty="0" sz="2800" spc="-9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between</a:t>
            </a:r>
            <a:r>
              <a:rPr dirty="0" sz="2800" spc="-1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views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does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so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interpreting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URL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instruction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change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view</a:t>
            </a:r>
            <a:endParaRPr sz="2400">
              <a:latin typeface="Calibri"/>
              <a:cs typeface="Calibri"/>
            </a:endParaRPr>
          </a:p>
          <a:p>
            <a:pPr marL="240029" marR="58419" indent="-227329">
              <a:lnSpc>
                <a:spcPts val="302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created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ng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command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already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have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configured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ready-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go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over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steps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configure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next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slides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85"/>
              <a:t> </a:t>
            </a:r>
            <a:r>
              <a:rPr dirty="0" spc="-65"/>
              <a:t>ROUTER</a:t>
            </a:r>
            <a:r>
              <a:rPr dirty="0" spc="-80"/>
              <a:t> </a:t>
            </a:r>
            <a:r>
              <a:rPr dirty="0" spc="-70"/>
              <a:t>SETUP:</a:t>
            </a:r>
            <a:r>
              <a:rPr dirty="0" spc="-80"/>
              <a:t> </a:t>
            </a:r>
            <a:r>
              <a:rPr dirty="0" spc="-10"/>
              <a:t>BOOTSTRAP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977120" cy="224345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A21515"/>
                </a:solidFill>
                <a:latin typeface="Calibri"/>
                <a:cs typeface="Calibri"/>
              </a:rPr>
              <a:t>./src/main.ts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entry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point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take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care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loading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root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(AppComponent)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19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configuration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object,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dirty="0" sz="2800" spc="-10" b="1">
                <a:solidFill>
                  <a:srgbClr val="A21515"/>
                </a:solidFill>
                <a:latin typeface="Calibri"/>
                <a:cs typeface="Calibri"/>
              </a:rPr>
              <a:t>./app/app.config.ts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app.config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object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specifies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application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Routing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4422647"/>
            <a:ext cx="10427335" cy="1754505"/>
          </a:xfrm>
          <a:custGeom>
            <a:avLst/>
            <a:gdLst/>
            <a:ahLst/>
            <a:cxnLst/>
            <a:rect l="l" t="t" r="r" b="b"/>
            <a:pathLst>
              <a:path w="10427335" h="1754504">
                <a:moveTo>
                  <a:pt x="0" y="1754124"/>
                </a:moveTo>
                <a:lnTo>
                  <a:pt x="10427208" y="1754124"/>
                </a:lnTo>
                <a:lnTo>
                  <a:pt x="10427208" y="0"/>
                </a:lnTo>
                <a:lnTo>
                  <a:pt x="0" y="0"/>
                </a:lnTo>
                <a:lnTo>
                  <a:pt x="0" y="1754124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882396" y="4422647"/>
          <a:ext cx="8347709" cy="868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6780"/>
                <a:gridCol w="250825"/>
                <a:gridCol w="7114540"/>
              </a:tblGrid>
              <a:tr h="342900">
                <a:tc>
                  <a:txBody>
                    <a:bodyPr/>
                    <a:lstStyle/>
                    <a:p>
                      <a:pPr algn="ctr" marL="2984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bootstrapApplication</a:t>
                      </a:r>
                      <a:r>
                        <a:rPr dirty="0" sz="1800" spc="-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'@angular/platform-browser'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3019"/>
                </a:tc>
              </a:tr>
              <a:tr h="274320">
                <a:tc>
                  <a:txBody>
                    <a:bodyPr/>
                    <a:lstStyle/>
                    <a:p>
                      <a:pPr algn="ctr" marL="29845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8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appConfig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'./app/app.config'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51460">
                <a:tc>
                  <a:txBody>
                    <a:bodyPr/>
                    <a:lstStyle/>
                    <a:p>
                      <a:pPr algn="ctr" marL="29845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8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AppComponent</a:t>
                      </a:r>
                      <a:r>
                        <a:rPr dirty="0"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2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'./app/app.component'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5540450"/>
            <a:ext cx="56673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bootstrapApplication(AppComponent,</a:t>
            </a:r>
            <a:r>
              <a:rPr dirty="0" sz="1800" spc="-15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appConfig)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.catch((err)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console.error(err));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85"/>
              <a:t> </a:t>
            </a:r>
            <a:r>
              <a:rPr dirty="0" spc="-65"/>
              <a:t>ROUTER</a:t>
            </a:r>
            <a:r>
              <a:rPr dirty="0" spc="-80"/>
              <a:t> </a:t>
            </a:r>
            <a:r>
              <a:rPr dirty="0" spc="-70"/>
              <a:t>SETUP:</a:t>
            </a:r>
            <a:r>
              <a:rPr dirty="0" spc="-80"/>
              <a:t> </a:t>
            </a:r>
            <a:r>
              <a:rPr dirty="0" spc="-10"/>
              <a:t>APP.CONFIG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19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The</a:t>
            </a:r>
            <a:r>
              <a:rPr dirty="0" spc="-65"/>
              <a:t> </a:t>
            </a:r>
            <a:r>
              <a:rPr dirty="0" spc="-25" b="1">
                <a:solidFill>
                  <a:srgbClr val="A21515"/>
                </a:solidFill>
                <a:latin typeface="Calibri"/>
                <a:cs typeface="Calibri"/>
              </a:rPr>
              <a:t>./src/app.config.ts</a:t>
            </a:r>
            <a:r>
              <a:rPr dirty="0" spc="-20" b="1">
                <a:solidFill>
                  <a:srgbClr val="A21515"/>
                </a:solidFill>
                <a:latin typeface="Calibri"/>
                <a:cs typeface="Calibri"/>
              </a:rPr>
              <a:t> </a:t>
            </a:r>
            <a:r>
              <a:rPr dirty="0"/>
              <a:t>exports</a:t>
            </a:r>
            <a:r>
              <a:rPr dirty="0" spc="-40"/>
              <a:t> </a:t>
            </a:r>
            <a:r>
              <a:rPr dirty="0"/>
              <a:t>an</a:t>
            </a:r>
            <a:r>
              <a:rPr dirty="0" spc="-60"/>
              <a:t> </a:t>
            </a:r>
            <a:r>
              <a:rPr dirty="0"/>
              <a:t>appConfig</a:t>
            </a:r>
            <a:r>
              <a:rPr dirty="0" spc="-45"/>
              <a:t> </a:t>
            </a:r>
            <a:r>
              <a:rPr dirty="0"/>
              <a:t>object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type</a:t>
            </a:r>
          </a:p>
          <a:p>
            <a:pPr marL="241300">
              <a:lnSpc>
                <a:spcPts val="3195"/>
              </a:lnSpc>
            </a:pPr>
            <a:r>
              <a:rPr dirty="0" spc="-10" b="1">
                <a:latin typeface="Calibri"/>
                <a:cs typeface="Calibri"/>
              </a:rPr>
              <a:t>ApplicationConfig</a:t>
            </a:r>
          </a:p>
          <a:p>
            <a:pPr marL="240029" marR="5080" indent="-227329">
              <a:lnSpc>
                <a:spcPts val="303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dirty="0" spc="-90"/>
              <a:t> </a:t>
            </a:r>
            <a:r>
              <a:rPr dirty="0" spc="-10" b="1">
                <a:latin typeface="Calibri"/>
                <a:cs typeface="Calibri"/>
              </a:rPr>
              <a:t>provideRouter()</a:t>
            </a:r>
            <a:r>
              <a:rPr dirty="0" spc="-35" b="1">
                <a:latin typeface="Calibri"/>
                <a:cs typeface="Calibri"/>
              </a:rPr>
              <a:t> </a:t>
            </a:r>
            <a:r>
              <a:rPr dirty="0"/>
              <a:t>function</a:t>
            </a:r>
            <a:r>
              <a:rPr dirty="0" spc="-55"/>
              <a:t> </a:t>
            </a:r>
            <a:r>
              <a:rPr dirty="0" spc="-10"/>
              <a:t>takes</a:t>
            </a:r>
            <a:r>
              <a:rPr dirty="0" spc="-85"/>
              <a:t> </a:t>
            </a:r>
            <a:r>
              <a:rPr dirty="0"/>
              <a:t>as</a:t>
            </a:r>
            <a:r>
              <a:rPr dirty="0" spc="-90"/>
              <a:t> </a:t>
            </a:r>
            <a:r>
              <a:rPr dirty="0"/>
              <a:t>input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80"/>
              <a:t> </a:t>
            </a:r>
            <a:r>
              <a:rPr dirty="0"/>
              <a:t>description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90"/>
              <a:t> </a:t>
            </a:r>
            <a:r>
              <a:rPr dirty="0" spc="-25"/>
              <a:t>the </a:t>
            </a:r>
            <a:r>
              <a:rPr dirty="0" spc="-25"/>
              <a:t>	</a:t>
            </a:r>
            <a:r>
              <a:rPr dirty="0" spc="-10"/>
              <a:t>application</a:t>
            </a:r>
            <a:r>
              <a:rPr dirty="0" spc="-70"/>
              <a:t> </a:t>
            </a:r>
            <a:r>
              <a:rPr dirty="0"/>
              <a:t>routes</a:t>
            </a:r>
            <a:r>
              <a:rPr dirty="0" spc="-70"/>
              <a:t> </a:t>
            </a:r>
            <a:r>
              <a:rPr dirty="0"/>
              <a:t>of</a:t>
            </a:r>
            <a:r>
              <a:rPr dirty="0" spc="-80"/>
              <a:t> </a:t>
            </a:r>
            <a:r>
              <a:rPr dirty="0"/>
              <a:t>type</a:t>
            </a:r>
            <a:r>
              <a:rPr dirty="0" spc="-65"/>
              <a:t> </a:t>
            </a:r>
            <a:r>
              <a:rPr dirty="0" spc="-10" b="1">
                <a:latin typeface="Calibri"/>
                <a:cs typeface="Calibri"/>
              </a:rPr>
              <a:t>Routes</a:t>
            </a:r>
            <a:r>
              <a:rPr dirty="0" spc="-10"/>
              <a:t>,</a:t>
            </a:r>
            <a:r>
              <a:rPr dirty="0" spc="-60"/>
              <a:t> </a:t>
            </a:r>
            <a:r>
              <a:rPr dirty="0"/>
              <a:t>defined</a:t>
            </a:r>
            <a:r>
              <a:rPr dirty="0" spc="-65"/>
              <a:t> </a:t>
            </a:r>
            <a:r>
              <a:rPr dirty="0"/>
              <a:t>in</a:t>
            </a:r>
            <a:r>
              <a:rPr dirty="0" spc="-75"/>
              <a:t> </a:t>
            </a:r>
            <a:r>
              <a:rPr dirty="0" spc="-25" b="1">
                <a:solidFill>
                  <a:srgbClr val="A21515"/>
                </a:solidFill>
                <a:latin typeface="Calibri"/>
                <a:cs typeface="Calibri"/>
              </a:rPr>
              <a:t>./src/app.routes.ts</a:t>
            </a:r>
            <a:r>
              <a:rPr dirty="0" spc="-25"/>
              <a:t>,</a:t>
            </a:r>
            <a:r>
              <a:rPr dirty="0" spc="-45"/>
              <a:t> </a:t>
            </a:r>
            <a:r>
              <a:rPr dirty="0" spc="-25"/>
              <a:t>and </a:t>
            </a:r>
            <a:r>
              <a:rPr dirty="0" spc="-25"/>
              <a:t>	</a:t>
            </a:r>
            <a:r>
              <a:rPr dirty="0"/>
              <a:t>sets</a:t>
            </a:r>
            <a:r>
              <a:rPr dirty="0" spc="-75"/>
              <a:t> </a:t>
            </a:r>
            <a:r>
              <a:rPr dirty="0"/>
              <a:t>up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/>
              <a:t>necessary</a:t>
            </a:r>
            <a:r>
              <a:rPr dirty="0" spc="-70"/>
              <a:t> </a:t>
            </a:r>
            <a:r>
              <a:rPr dirty="0" spc="-10"/>
              <a:t>providers</a:t>
            </a:r>
            <a:r>
              <a:rPr dirty="0" spc="-35"/>
              <a:t> </a:t>
            </a:r>
            <a:r>
              <a:rPr dirty="0"/>
              <a:t>for</a:t>
            </a:r>
            <a:r>
              <a:rPr dirty="0" spc="-80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/>
              <a:t>Router</a:t>
            </a:r>
            <a:r>
              <a:rPr dirty="0" spc="-85"/>
              <a:t> </a:t>
            </a:r>
            <a:r>
              <a:rPr dirty="0"/>
              <a:t>module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80"/>
              <a:t> </a:t>
            </a:r>
            <a:r>
              <a:rPr dirty="0" spc="-20"/>
              <a:t>work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882396" y="3867911"/>
            <a:ext cx="10427335" cy="2308860"/>
          </a:xfrm>
          <a:custGeom>
            <a:avLst/>
            <a:gdLst/>
            <a:ahLst/>
            <a:cxnLst/>
            <a:rect l="l" t="t" r="r" b="b"/>
            <a:pathLst>
              <a:path w="10427335" h="2308860">
                <a:moveTo>
                  <a:pt x="0" y="2308860"/>
                </a:moveTo>
                <a:lnTo>
                  <a:pt x="10427208" y="2308860"/>
                </a:lnTo>
                <a:lnTo>
                  <a:pt x="10427208" y="0"/>
                </a:lnTo>
                <a:lnTo>
                  <a:pt x="0" y="0"/>
                </a:lnTo>
                <a:lnTo>
                  <a:pt x="0" y="2308860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882396" y="3867911"/>
          <a:ext cx="6468745" cy="1143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6780"/>
                <a:gridCol w="250825"/>
                <a:gridCol w="5234940"/>
              </a:tblGrid>
              <a:tr h="343535">
                <a:tc>
                  <a:txBody>
                    <a:bodyPr/>
                    <a:lstStyle/>
                    <a:p>
                      <a:pPr algn="ctr" marL="298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ApplicationConfig</a:t>
                      </a:r>
                      <a:r>
                        <a:rPr dirty="0"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3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'@angular/core'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3020"/>
                </a:tc>
              </a:tr>
              <a:tr h="411480">
                <a:tc>
                  <a:txBody>
                    <a:bodyPr/>
                    <a:lstStyle/>
                    <a:p>
                      <a:pPr algn="ctr" marL="29845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88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provideRouter</a:t>
                      </a:r>
                      <a:r>
                        <a:rPr dirty="0" sz="1800" spc="-6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3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'@angular/router'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388620">
                <a:tc>
                  <a:txBody>
                    <a:bodyPr/>
                    <a:lstStyle/>
                    <a:p>
                      <a:pPr algn="ctr" marL="2984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096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0965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routes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2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'./app.routes'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0965"/>
                </a:tc>
              </a:tr>
            </a:tbl>
          </a:graphicData>
        </a:graphic>
      </p:graphicFrame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5260594"/>
            <a:ext cx="566737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appConfig: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ApplicationConfig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providers: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[provideRouter(routes)]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908240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85"/>
              <a:t> </a:t>
            </a:r>
            <a:r>
              <a:rPr dirty="0" spc="-65"/>
              <a:t>ROUTER</a:t>
            </a:r>
            <a:r>
              <a:rPr dirty="0" spc="-80"/>
              <a:t> </a:t>
            </a:r>
            <a:r>
              <a:rPr dirty="0" spc="-70"/>
              <a:t>SETUP:</a:t>
            </a:r>
            <a:r>
              <a:rPr dirty="0" spc="-80"/>
              <a:t> </a:t>
            </a:r>
            <a:r>
              <a:rPr dirty="0" spc="-10"/>
              <a:t>APP.ROUTES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7501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Routes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object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A21515"/>
                </a:solidFill>
                <a:latin typeface="Calibri"/>
                <a:cs typeface="Calibri"/>
              </a:rPr>
              <a:t>./src/app.routes.ts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2151888"/>
            <a:ext cx="10427335" cy="4247515"/>
          </a:xfrm>
          <a:custGeom>
            <a:avLst/>
            <a:gdLst/>
            <a:ahLst/>
            <a:cxnLst/>
            <a:rect l="l" t="t" r="r" b="b"/>
            <a:pathLst>
              <a:path w="10427335" h="4247515">
                <a:moveTo>
                  <a:pt x="0" y="4247388"/>
                </a:moveTo>
                <a:lnTo>
                  <a:pt x="10427208" y="4247388"/>
                </a:lnTo>
                <a:lnTo>
                  <a:pt x="10427208" y="0"/>
                </a:lnTo>
                <a:lnTo>
                  <a:pt x="0" y="0"/>
                </a:lnTo>
                <a:lnTo>
                  <a:pt x="0" y="4247388"/>
                </a:lnTo>
                <a:close/>
              </a:path>
            </a:pathLst>
          </a:custGeom>
          <a:ln w="12699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62050" y="2171776"/>
            <a:ext cx="9677400" cy="849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Routes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'@angular/router'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CounterPageComponent</a:t>
            </a:r>
            <a:r>
              <a:rPr dirty="0" sz="1800" spc="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'./counter-page/counter-page.component'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HomePageComponent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'./home-page/home-page.component'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5348478" y="3269741"/>
            <a:ext cx="5792470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//Routes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Route[]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//Each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Route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has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many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properties: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//-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path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URL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associated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with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Route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//-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title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title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HTML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page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//-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component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component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associated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with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513715" algn="l"/>
              </a:tabLst>
            </a:pP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	the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Route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62050" y="3269741"/>
            <a:ext cx="4411980" cy="3043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routes: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Routes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[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path: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""</a:t>
            </a:r>
            <a:r>
              <a:rPr dirty="0" sz="1800" spc="-25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512445" marR="3810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title: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"Home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Page"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component: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HomePageComponent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},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path: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"counter"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title: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"Counter"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component: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CounterPageComponent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];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80"/>
              <a:t> </a:t>
            </a:r>
            <a:r>
              <a:rPr dirty="0" spc="-65"/>
              <a:t>ROUTER</a:t>
            </a:r>
            <a:r>
              <a:rPr dirty="0" spc="-80"/>
              <a:t> </a:t>
            </a:r>
            <a:r>
              <a:rPr dirty="0" spc="-70"/>
              <a:t>SETUP:</a:t>
            </a:r>
            <a:r>
              <a:rPr dirty="0" spc="-75"/>
              <a:t> </a:t>
            </a:r>
            <a:r>
              <a:rPr dirty="0" spc="114"/>
              <a:t>ROUTER-</a:t>
            </a:r>
            <a:r>
              <a:rPr dirty="0" spc="-10"/>
              <a:t>OUTLET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10470" cy="262763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setup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place,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RouterOutlet</a:t>
            </a:r>
            <a:r>
              <a:rPr dirty="0" sz="2800" spc="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templates</a:t>
            </a:r>
            <a:endParaRPr sz="2800">
              <a:latin typeface="Calibri"/>
              <a:cs typeface="Calibri"/>
            </a:endParaRPr>
          </a:p>
          <a:p>
            <a:pPr marL="240029" marR="698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RouterOutlet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analyzes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current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URL,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renders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associated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matching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path</a:t>
            </a:r>
            <a:endParaRPr sz="2800">
              <a:latin typeface="Calibri"/>
              <a:cs typeface="Calibri"/>
            </a:endParaRPr>
          </a:p>
          <a:p>
            <a:pPr marL="240029" marR="44323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root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look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similar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one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shown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below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489703"/>
            <a:ext cx="10427335" cy="119951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&lt;nav&gt;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&lt;a</a:t>
            </a:r>
            <a:r>
              <a:rPr dirty="0" sz="1800" spc="-4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href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"/"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>
                <a:latin typeface="Consolas"/>
                <a:cs typeface="Consolas"/>
              </a:rPr>
              <a:t>Home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&lt;/a&gt;</a:t>
            </a:r>
            <a:r>
              <a:rPr dirty="0" sz="1800" spc="-4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&lt;a</a:t>
            </a:r>
            <a:r>
              <a:rPr dirty="0" sz="1800" spc="-4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href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"/counter"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 spc="-10">
                <a:latin typeface="Consolas"/>
                <a:cs typeface="Consolas"/>
              </a:rPr>
              <a:t>Counter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&lt;/a&gt;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&lt;/nav&gt;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&lt;router-outlet&gt;&lt;/router-outlet&gt;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80"/>
              <a:t> </a:t>
            </a:r>
            <a:r>
              <a:rPr dirty="0" spc="-65"/>
              <a:t>ROUTER</a:t>
            </a:r>
            <a:r>
              <a:rPr dirty="0" spc="-80"/>
              <a:t> </a:t>
            </a:r>
            <a:r>
              <a:rPr dirty="0" spc="-70"/>
              <a:t>SETUP:</a:t>
            </a:r>
            <a:r>
              <a:rPr dirty="0" spc="-75"/>
              <a:t> </a:t>
            </a:r>
            <a:r>
              <a:rPr dirty="0" spc="114"/>
              <a:t>ROUTER-</a:t>
            </a:r>
            <a:r>
              <a:rPr dirty="0" spc="-10"/>
              <a:t>OUTLET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470660"/>
            <a:ext cx="10427335" cy="4800600"/>
          </a:xfrm>
          <a:custGeom>
            <a:avLst/>
            <a:gdLst/>
            <a:ahLst/>
            <a:cxnLst/>
            <a:rect l="l" t="t" r="r" b="b"/>
            <a:pathLst>
              <a:path w="10427335" h="4800600">
                <a:moveTo>
                  <a:pt x="0" y="4800600"/>
                </a:moveTo>
                <a:lnTo>
                  <a:pt x="10427208" y="4800600"/>
                </a:lnTo>
                <a:lnTo>
                  <a:pt x="10427208" y="0"/>
                </a:lnTo>
                <a:lnTo>
                  <a:pt x="0" y="0"/>
                </a:lnTo>
                <a:lnTo>
                  <a:pt x="0" y="4800600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82396" y="1470660"/>
          <a:ext cx="6092190" cy="8680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6780"/>
                <a:gridCol w="250825"/>
                <a:gridCol w="4858385"/>
              </a:tblGrid>
              <a:tr h="342265">
                <a:tc>
                  <a:txBody>
                    <a:bodyPr/>
                    <a:lstStyle/>
                    <a:p>
                      <a:pPr algn="ctr" marL="298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Component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3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'@angular/core'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1750"/>
                </a:tc>
              </a:tr>
              <a:tr h="274320">
                <a:tc>
                  <a:txBody>
                    <a:bodyPr/>
                    <a:lstStyle/>
                    <a:p>
                      <a:pPr algn="ctr" marL="29845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8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CommonModule</a:t>
                      </a:r>
                      <a:r>
                        <a:rPr dirty="0"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2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'@angular/common'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51460">
                <a:tc>
                  <a:txBody>
                    <a:bodyPr/>
                    <a:lstStyle/>
                    <a:p>
                      <a:pPr algn="ctr" marL="29845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75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RouterOutlet</a:t>
                      </a:r>
                      <a:r>
                        <a:rPr dirty="0"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2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'@angular/router'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962050" y="2587878"/>
            <a:ext cx="7421245" cy="35928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onsolas"/>
                <a:cs typeface="Consolas"/>
              </a:rPr>
              <a:t>@Component({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selector: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'app-root'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standalone: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262255" marR="23869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imports: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[CommonModule,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RouterOutlet], </a:t>
            </a:r>
            <a:r>
              <a:rPr dirty="0" sz="1800">
                <a:latin typeface="Consolas"/>
                <a:cs typeface="Consolas"/>
              </a:rPr>
              <a:t>template: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&lt;nav&gt;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&lt;a</a:t>
            </a:r>
            <a:r>
              <a:rPr dirty="0" sz="1800" spc="-3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href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"/"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>
                <a:latin typeface="Consolas"/>
                <a:cs typeface="Consolas"/>
              </a:rPr>
              <a:t>Home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&lt;/a&gt;</a:t>
            </a:r>
            <a:r>
              <a:rPr dirty="0" sz="1800" spc="-3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&lt;a</a:t>
            </a: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href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"/counter"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 spc="-10">
                <a:latin typeface="Consolas"/>
                <a:cs typeface="Consolas"/>
              </a:rPr>
              <a:t>Counter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&lt;/a&gt;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&lt;/nav&gt;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&lt;router-outlet&gt;&lt;/router-outlet&gt;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25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styleUrl: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"./app.component.scss"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AppComponent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{}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0413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60"/>
              <a:t> </a:t>
            </a:r>
            <a:r>
              <a:rPr dirty="0" spc="-55"/>
              <a:t>ROUTER: </a:t>
            </a:r>
            <a:r>
              <a:rPr dirty="0" spc="-35"/>
              <a:t>LINKS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5824220" cy="3780154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0029" marR="26670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traditional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links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our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templates,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href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attribute,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we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cause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perform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new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re-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load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Router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analyzes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URL,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and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loads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appropriate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in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place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800000"/>
                </a:solidFill>
                <a:latin typeface="Consolas"/>
                <a:cs typeface="Consolas"/>
              </a:rPr>
              <a:t>&lt;router-</a:t>
            </a:r>
            <a:r>
              <a:rPr dirty="0" sz="2400" spc="-10" b="1">
                <a:solidFill>
                  <a:srgbClr val="800000"/>
                </a:solidFill>
                <a:latin typeface="Consolas"/>
                <a:cs typeface="Consolas"/>
              </a:rPr>
              <a:t>outlet/&gt;</a:t>
            </a:r>
            <a:endParaRPr sz="2400">
              <a:latin typeface="Consolas"/>
              <a:cs typeface="Consolas"/>
            </a:endParaRPr>
          </a:p>
          <a:p>
            <a:pPr marL="240029" marR="180975" indent="-227329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very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sleek,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defeats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very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purpose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244651" y="1613535"/>
            <a:ext cx="4074795" cy="4573270"/>
            <a:chOff x="7244651" y="1613535"/>
            <a:chExt cx="4074795" cy="457327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4240" y="1623060"/>
              <a:ext cx="4055363" cy="4553712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7249414" y="1618297"/>
              <a:ext cx="4065270" cy="4563745"/>
            </a:xfrm>
            <a:custGeom>
              <a:avLst/>
              <a:gdLst/>
              <a:ahLst/>
              <a:cxnLst/>
              <a:rect l="l" t="t" r="r" b="b"/>
              <a:pathLst>
                <a:path w="4065270" h="4563745">
                  <a:moveTo>
                    <a:pt x="0" y="4563237"/>
                  </a:moveTo>
                  <a:lnTo>
                    <a:pt x="4064889" y="4563237"/>
                  </a:lnTo>
                  <a:lnTo>
                    <a:pt x="4064889" y="0"/>
                  </a:lnTo>
                  <a:lnTo>
                    <a:pt x="0" y="0"/>
                  </a:lnTo>
                  <a:lnTo>
                    <a:pt x="0" y="4563237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0413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60"/>
              <a:t> </a:t>
            </a:r>
            <a:r>
              <a:rPr dirty="0" spc="-55"/>
              <a:t>ROUTER: </a:t>
            </a:r>
            <a:r>
              <a:rPr dirty="0" spc="-35"/>
              <a:t>LINKS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859645" cy="83629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properly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navigate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between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views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SPAs,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1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RouterLink</a:t>
            </a:r>
            <a:r>
              <a:rPr dirty="0" sz="2800" spc="-30" b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directive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elements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trigger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navigation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2484120"/>
            <a:ext cx="10427335" cy="3693160"/>
          </a:xfrm>
          <a:custGeom>
            <a:avLst/>
            <a:gdLst/>
            <a:ahLst/>
            <a:cxnLst/>
            <a:rect l="l" t="t" r="r" b="b"/>
            <a:pathLst>
              <a:path w="10427335" h="3693160">
                <a:moveTo>
                  <a:pt x="0" y="3692652"/>
                </a:moveTo>
                <a:lnTo>
                  <a:pt x="10427208" y="3692652"/>
                </a:lnTo>
                <a:lnTo>
                  <a:pt x="10427208" y="0"/>
                </a:lnTo>
                <a:lnTo>
                  <a:pt x="0" y="0"/>
                </a:lnTo>
                <a:lnTo>
                  <a:pt x="0" y="3692652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882396" y="2484120"/>
          <a:ext cx="7596505" cy="8680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6780"/>
                <a:gridCol w="250825"/>
                <a:gridCol w="6362700"/>
              </a:tblGrid>
              <a:tr h="342265">
                <a:tc>
                  <a:txBody>
                    <a:bodyPr/>
                    <a:lstStyle/>
                    <a:p>
                      <a:pPr algn="ctr" marL="298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Component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3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'@angular/core'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1750"/>
                </a:tc>
              </a:tr>
              <a:tr h="274320">
                <a:tc>
                  <a:txBody>
                    <a:bodyPr/>
                    <a:lstStyle/>
                    <a:p>
                      <a:pPr algn="ctr" marL="29845">
                        <a:lnSpc>
                          <a:spcPts val="188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8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CommonModule</a:t>
                      </a:r>
                      <a:r>
                        <a:rPr dirty="0"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2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'@angular/common'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51460">
                <a:tc>
                  <a:txBody>
                    <a:bodyPr/>
                    <a:lstStyle/>
                    <a:p>
                      <a:pPr algn="ctr" marL="29845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import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75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RouterLink,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RouterOutlet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'@angular/router'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3600957"/>
            <a:ext cx="10053320" cy="2495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@Component</a:t>
            </a:r>
            <a:r>
              <a:rPr dirty="0" sz="1800" spc="-10">
                <a:latin typeface="Consolas"/>
                <a:cs typeface="Consolas"/>
              </a:rPr>
              <a:t>({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selector: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'app-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root'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standalone: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262255" marR="351536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imports: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[CommonModule,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RouterOutlet,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RouterLink], </a:t>
            </a:r>
            <a:r>
              <a:rPr dirty="0" sz="1800">
                <a:latin typeface="Consolas"/>
                <a:cs typeface="Consolas"/>
              </a:rPr>
              <a:t>template: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&lt;nav&gt;&lt;a</a:t>
            </a:r>
            <a:r>
              <a:rPr dirty="0" sz="1800" spc="-4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routerLink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"/"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>
                <a:latin typeface="Consolas"/>
                <a:cs typeface="Consolas"/>
              </a:rPr>
              <a:t>Home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&lt;/a&gt;</a:t>
            </a:r>
            <a:r>
              <a:rPr dirty="0" sz="1800" spc="-3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&lt;a</a:t>
            </a:r>
            <a:r>
              <a:rPr dirty="0" sz="1800" spc="-3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routerLink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"/counter"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 spc="-10">
                <a:latin typeface="Consolas"/>
                <a:cs typeface="Consolas"/>
              </a:rPr>
              <a:t>Counter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&lt;/a&gt;&lt;/nav&gt;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&lt;router-outlet&gt;&lt;/router-outlet&gt;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25">
                <a:latin typeface="Consolas"/>
                <a:cs typeface="Consolas"/>
              </a:rPr>
              <a:t>,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AppComponent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{}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244651" y="1613535"/>
            <a:ext cx="4074795" cy="4573270"/>
            <a:chOff x="7244651" y="1613535"/>
            <a:chExt cx="4074795" cy="457327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4240" y="1623060"/>
              <a:ext cx="4055363" cy="455371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7249414" y="1618297"/>
              <a:ext cx="4065270" cy="4563745"/>
            </a:xfrm>
            <a:custGeom>
              <a:avLst/>
              <a:gdLst/>
              <a:ahLst/>
              <a:cxnLst/>
              <a:rect l="l" t="t" r="r" b="b"/>
              <a:pathLst>
                <a:path w="4065270" h="4563745">
                  <a:moveTo>
                    <a:pt x="0" y="4563237"/>
                  </a:moveTo>
                  <a:lnTo>
                    <a:pt x="4064889" y="4563237"/>
                  </a:lnTo>
                  <a:lnTo>
                    <a:pt x="4064889" y="0"/>
                  </a:lnTo>
                  <a:lnTo>
                    <a:pt x="0" y="0"/>
                  </a:lnTo>
                  <a:lnTo>
                    <a:pt x="0" y="4563237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0413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60"/>
              <a:t> </a:t>
            </a:r>
            <a:r>
              <a:rPr dirty="0" spc="-55"/>
              <a:t>ROUTER: </a:t>
            </a:r>
            <a:r>
              <a:rPr dirty="0" spc="-35"/>
              <a:t>LINKS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1533220"/>
            <a:ext cx="5722620" cy="416369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0029" marR="23622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RouterLink,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can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trigger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Router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load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views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without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reloading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endParaRPr sz="2800">
              <a:latin typeface="Calibri"/>
              <a:cs typeface="Calibri"/>
            </a:endParaRPr>
          </a:p>
          <a:p>
            <a:pPr marL="240029" marR="1014094" indent="-227329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how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SPAs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handle 	routing!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94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Notice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manually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inserts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localhost:4200/counter</a:t>
            </a:r>
            <a:r>
              <a:rPr dirty="0" sz="2800" spc="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URL,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they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would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trigger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load,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and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Router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would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still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properly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render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Counter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923988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60"/>
              <a:t> </a:t>
            </a:r>
            <a:r>
              <a:rPr dirty="0" spc="-55"/>
              <a:t>ROUTER: </a:t>
            </a:r>
            <a:r>
              <a:rPr dirty="0" spc="-75"/>
              <a:t>ROUTERLINKACTIVE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22230" cy="262763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Sometimes,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style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links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currently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active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differently,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remind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which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endParaRPr sz="2800">
              <a:latin typeface="Calibri"/>
              <a:cs typeface="Calibri"/>
            </a:endParaRPr>
          </a:p>
          <a:p>
            <a:pPr marL="240029" marR="10922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RouterLinkActive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directive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CSS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classes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applied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RouterLinks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correspond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currently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directives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follows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77012" y="4276344"/>
            <a:ext cx="11238230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60"/>
              </a:spcBef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&lt;nav&gt;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&lt;a</a:t>
            </a:r>
            <a:r>
              <a:rPr dirty="0" sz="1800" spc="-8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routerLink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"/"</a:t>
            </a:r>
            <a:r>
              <a:rPr dirty="0" sz="1800" spc="-7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routerLinkActive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"active"</a:t>
            </a:r>
            <a:r>
              <a:rPr dirty="0" sz="1800" spc="-7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[routerLinkActiveOptions]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>
                <a:latin typeface="Consolas"/>
                <a:cs typeface="Consolas"/>
              </a:rPr>
              <a:t>{exact: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algn="r" marR="10136505">
              <a:lnSpc>
                <a:spcPct val="100000"/>
              </a:lnSpc>
            </a:pPr>
            <a:r>
              <a:rPr dirty="0" sz="1800" spc="-20">
                <a:latin typeface="Consolas"/>
                <a:cs typeface="Consolas"/>
              </a:rPr>
              <a:t>Home</a:t>
            </a:r>
            <a:endParaRPr sz="1800">
              <a:latin typeface="Consolas"/>
              <a:cs typeface="Consolas"/>
            </a:endParaRPr>
          </a:p>
          <a:p>
            <a:pPr algn="r" marR="1013650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&lt;/a&gt;</a:t>
            </a:r>
            <a:r>
              <a:rPr dirty="0" sz="1800" spc="-2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|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&lt;a</a:t>
            </a:r>
            <a:r>
              <a:rPr dirty="0" sz="1800" spc="-6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routerLink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"/counter"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routerLinkActive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"active"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r>
              <a:rPr dirty="0" sz="1800" spc="-10">
                <a:latin typeface="Consolas"/>
                <a:cs typeface="Consolas"/>
              </a:rPr>
              <a:t>Counter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&lt;/a&gt;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&lt;/nav&gt;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&lt;router-outlet&gt;&lt;/router-outlet&gt;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244651" y="1613535"/>
            <a:ext cx="4074795" cy="4573270"/>
            <a:chOff x="7244651" y="1613535"/>
            <a:chExt cx="4074795" cy="457327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4240" y="1623060"/>
              <a:ext cx="4055363" cy="455371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7249414" y="1618297"/>
              <a:ext cx="4065270" cy="4563745"/>
            </a:xfrm>
            <a:custGeom>
              <a:avLst/>
              <a:gdLst/>
              <a:ahLst/>
              <a:cxnLst/>
              <a:rect l="l" t="t" r="r" b="b"/>
              <a:pathLst>
                <a:path w="4065270" h="4563745">
                  <a:moveTo>
                    <a:pt x="0" y="4563237"/>
                  </a:moveTo>
                  <a:lnTo>
                    <a:pt x="4064889" y="4563237"/>
                  </a:lnTo>
                  <a:lnTo>
                    <a:pt x="4064889" y="0"/>
                  </a:lnTo>
                  <a:lnTo>
                    <a:pt x="0" y="0"/>
                  </a:lnTo>
                  <a:lnTo>
                    <a:pt x="0" y="4563237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78022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ANGULAR</a:t>
            </a:r>
            <a:r>
              <a:rPr dirty="0" spc="-85"/>
              <a:t> </a:t>
            </a:r>
            <a:r>
              <a:rPr dirty="0" spc="-55"/>
              <a:t>ROUTER:</a:t>
            </a:r>
            <a:r>
              <a:rPr dirty="0" spc="-85"/>
              <a:t> </a:t>
            </a:r>
            <a:r>
              <a:rPr dirty="0" spc="-100"/>
              <a:t>ACTIVE</a:t>
            </a:r>
            <a:r>
              <a:rPr dirty="0" spc="-80"/>
              <a:t> </a:t>
            </a:r>
            <a:r>
              <a:rPr dirty="0" spc="-10"/>
              <a:t>LINKS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1533220"/>
            <a:ext cx="5844540" cy="160464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shown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previous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slide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little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bit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CSS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(shown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below),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highlight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active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links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bold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82396" y="3409188"/>
            <a:ext cx="6017260" cy="92392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nav</a:t>
            </a:r>
            <a:r>
              <a:rPr dirty="0" sz="1800" spc="-4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.active</a:t>
            </a: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font-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weight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451A4"/>
                </a:solidFill>
                <a:latin typeface="Consolas"/>
                <a:cs typeface="Consolas"/>
              </a:rPr>
              <a:t>bold</a:t>
            </a:r>
            <a:r>
              <a:rPr dirty="0" sz="1800" spc="-2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606028" y="710691"/>
            <a:ext cx="2734310" cy="2474595"/>
          </a:xfrm>
          <a:custGeom>
            <a:avLst/>
            <a:gdLst/>
            <a:ahLst/>
            <a:cxnLst/>
            <a:rect l="l" t="t" r="r" b="b"/>
            <a:pathLst>
              <a:path w="2734309" h="2474595">
                <a:moveTo>
                  <a:pt x="371856" y="2255774"/>
                </a:moveTo>
                <a:lnTo>
                  <a:pt x="328142" y="2238514"/>
                </a:lnTo>
                <a:lnTo>
                  <a:pt x="290258" y="2206929"/>
                </a:lnTo>
                <a:lnTo>
                  <a:pt x="257644" y="2166010"/>
                </a:lnTo>
                <a:lnTo>
                  <a:pt x="229755" y="2120735"/>
                </a:lnTo>
                <a:lnTo>
                  <a:pt x="206032" y="2076107"/>
                </a:lnTo>
                <a:lnTo>
                  <a:pt x="185928" y="2037080"/>
                </a:lnTo>
                <a:lnTo>
                  <a:pt x="170675" y="2078062"/>
                </a:lnTo>
                <a:lnTo>
                  <a:pt x="147231" y="2117179"/>
                </a:lnTo>
                <a:lnTo>
                  <a:pt x="117005" y="2154478"/>
                </a:lnTo>
                <a:lnTo>
                  <a:pt x="81445" y="2189988"/>
                </a:lnTo>
                <a:lnTo>
                  <a:pt x="41960" y="2223744"/>
                </a:lnTo>
                <a:lnTo>
                  <a:pt x="0" y="2255774"/>
                </a:lnTo>
                <a:lnTo>
                  <a:pt x="45173" y="2279789"/>
                </a:lnTo>
                <a:lnTo>
                  <a:pt x="85877" y="2308021"/>
                </a:lnTo>
                <a:lnTo>
                  <a:pt x="121196" y="2341029"/>
                </a:lnTo>
                <a:lnTo>
                  <a:pt x="150253" y="2379395"/>
                </a:lnTo>
                <a:lnTo>
                  <a:pt x="172123" y="2423680"/>
                </a:lnTo>
                <a:lnTo>
                  <a:pt x="185928" y="2474468"/>
                </a:lnTo>
                <a:lnTo>
                  <a:pt x="202577" y="2429141"/>
                </a:lnTo>
                <a:lnTo>
                  <a:pt x="227939" y="2383294"/>
                </a:lnTo>
                <a:lnTo>
                  <a:pt x="259791" y="2339987"/>
                </a:lnTo>
                <a:lnTo>
                  <a:pt x="295871" y="2302256"/>
                </a:lnTo>
                <a:lnTo>
                  <a:pt x="333971" y="2273173"/>
                </a:lnTo>
                <a:lnTo>
                  <a:pt x="371856" y="2255774"/>
                </a:lnTo>
                <a:close/>
              </a:path>
              <a:path w="2734309" h="2474595">
                <a:moveTo>
                  <a:pt x="2734056" y="393700"/>
                </a:moveTo>
                <a:lnTo>
                  <a:pt x="2698051" y="381000"/>
                </a:lnTo>
                <a:lnTo>
                  <a:pt x="2660510" y="381000"/>
                </a:lnTo>
                <a:lnTo>
                  <a:pt x="2621305" y="368300"/>
                </a:lnTo>
                <a:lnTo>
                  <a:pt x="2580360" y="342900"/>
                </a:lnTo>
                <a:lnTo>
                  <a:pt x="2537536" y="330200"/>
                </a:lnTo>
                <a:lnTo>
                  <a:pt x="2492756" y="304800"/>
                </a:lnTo>
                <a:lnTo>
                  <a:pt x="2466695" y="290677"/>
                </a:lnTo>
                <a:lnTo>
                  <a:pt x="2466695" y="1524000"/>
                </a:lnTo>
                <a:lnTo>
                  <a:pt x="2462606" y="1574800"/>
                </a:lnTo>
                <a:lnTo>
                  <a:pt x="2456904" y="1625600"/>
                </a:lnTo>
                <a:lnTo>
                  <a:pt x="2452903" y="1663700"/>
                </a:lnTo>
                <a:lnTo>
                  <a:pt x="2453894" y="1701800"/>
                </a:lnTo>
                <a:lnTo>
                  <a:pt x="2391003" y="1727200"/>
                </a:lnTo>
                <a:lnTo>
                  <a:pt x="2334247" y="1752600"/>
                </a:lnTo>
                <a:lnTo>
                  <a:pt x="2282660" y="1765300"/>
                </a:lnTo>
                <a:lnTo>
                  <a:pt x="2235301" y="1790700"/>
                </a:lnTo>
                <a:lnTo>
                  <a:pt x="2191245" y="1803400"/>
                </a:lnTo>
                <a:lnTo>
                  <a:pt x="2149551" y="1816100"/>
                </a:lnTo>
                <a:lnTo>
                  <a:pt x="2109266" y="1828800"/>
                </a:lnTo>
                <a:lnTo>
                  <a:pt x="1988794" y="1905000"/>
                </a:lnTo>
                <a:lnTo>
                  <a:pt x="1907755" y="1930400"/>
                </a:lnTo>
                <a:lnTo>
                  <a:pt x="1865503" y="1943100"/>
                </a:lnTo>
                <a:lnTo>
                  <a:pt x="1821014" y="1955800"/>
                </a:lnTo>
                <a:lnTo>
                  <a:pt x="1773491" y="1968500"/>
                </a:lnTo>
                <a:lnTo>
                  <a:pt x="1722132" y="1993900"/>
                </a:lnTo>
                <a:lnTo>
                  <a:pt x="1666113" y="2019300"/>
                </a:lnTo>
                <a:lnTo>
                  <a:pt x="1604645" y="2057400"/>
                </a:lnTo>
                <a:lnTo>
                  <a:pt x="1538236" y="2082800"/>
                </a:lnTo>
                <a:lnTo>
                  <a:pt x="1482686" y="2120900"/>
                </a:lnTo>
                <a:lnTo>
                  <a:pt x="1435760" y="2133600"/>
                </a:lnTo>
                <a:lnTo>
                  <a:pt x="1395222" y="2146300"/>
                </a:lnTo>
                <a:lnTo>
                  <a:pt x="1358811" y="2159000"/>
                </a:lnTo>
                <a:lnTo>
                  <a:pt x="1289494" y="2184400"/>
                </a:lnTo>
                <a:lnTo>
                  <a:pt x="1252093" y="2197100"/>
                </a:lnTo>
                <a:lnTo>
                  <a:pt x="1213586" y="2184400"/>
                </a:lnTo>
                <a:lnTo>
                  <a:pt x="1168273" y="2171700"/>
                </a:lnTo>
                <a:lnTo>
                  <a:pt x="1118184" y="2146300"/>
                </a:lnTo>
                <a:lnTo>
                  <a:pt x="959739" y="2070100"/>
                </a:lnTo>
                <a:lnTo>
                  <a:pt x="910983" y="2057400"/>
                </a:lnTo>
                <a:lnTo>
                  <a:pt x="867676" y="2044700"/>
                </a:lnTo>
                <a:lnTo>
                  <a:pt x="831850" y="2032000"/>
                </a:lnTo>
                <a:lnTo>
                  <a:pt x="798512" y="2019300"/>
                </a:lnTo>
                <a:lnTo>
                  <a:pt x="761441" y="2006600"/>
                </a:lnTo>
                <a:lnTo>
                  <a:pt x="720801" y="1993900"/>
                </a:lnTo>
                <a:lnTo>
                  <a:pt x="676770" y="1968500"/>
                </a:lnTo>
                <a:lnTo>
                  <a:pt x="629513" y="1943100"/>
                </a:lnTo>
                <a:lnTo>
                  <a:pt x="579196" y="1917700"/>
                </a:lnTo>
                <a:lnTo>
                  <a:pt x="525995" y="1892300"/>
                </a:lnTo>
                <a:lnTo>
                  <a:pt x="411607" y="1866900"/>
                </a:lnTo>
                <a:lnTo>
                  <a:pt x="409181" y="1816100"/>
                </a:lnTo>
                <a:lnTo>
                  <a:pt x="409295" y="1765300"/>
                </a:lnTo>
                <a:lnTo>
                  <a:pt x="410616" y="1727200"/>
                </a:lnTo>
                <a:lnTo>
                  <a:pt x="411822" y="1689100"/>
                </a:lnTo>
                <a:lnTo>
                  <a:pt x="411734" y="1663700"/>
                </a:lnTo>
                <a:lnTo>
                  <a:pt x="411645" y="1638300"/>
                </a:lnTo>
                <a:lnTo>
                  <a:pt x="411607" y="1625600"/>
                </a:lnTo>
                <a:lnTo>
                  <a:pt x="452335" y="1651000"/>
                </a:lnTo>
                <a:lnTo>
                  <a:pt x="499732" y="1663700"/>
                </a:lnTo>
                <a:lnTo>
                  <a:pt x="551472" y="1689100"/>
                </a:lnTo>
                <a:lnTo>
                  <a:pt x="658710" y="1739900"/>
                </a:lnTo>
                <a:lnTo>
                  <a:pt x="709561" y="1752600"/>
                </a:lnTo>
                <a:lnTo>
                  <a:pt x="755472" y="1778000"/>
                </a:lnTo>
                <a:lnTo>
                  <a:pt x="794131" y="1790700"/>
                </a:lnTo>
                <a:lnTo>
                  <a:pt x="829818" y="1803400"/>
                </a:lnTo>
                <a:lnTo>
                  <a:pt x="868426" y="1816100"/>
                </a:lnTo>
                <a:lnTo>
                  <a:pt x="909955" y="1841500"/>
                </a:lnTo>
                <a:lnTo>
                  <a:pt x="954417" y="1854200"/>
                </a:lnTo>
                <a:lnTo>
                  <a:pt x="1001801" y="1879600"/>
                </a:lnTo>
                <a:lnTo>
                  <a:pt x="1052144" y="1892300"/>
                </a:lnTo>
                <a:lnTo>
                  <a:pt x="1105420" y="1917700"/>
                </a:lnTo>
                <a:lnTo>
                  <a:pt x="1161669" y="1943100"/>
                </a:lnTo>
                <a:lnTo>
                  <a:pt x="1218158" y="1905000"/>
                </a:lnTo>
                <a:lnTo>
                  <a:pt x="1288796" y="1879600"/>
                </a:lnTo>
                <a:lnTo>
                  <a:pt x="1328813" y="1866900"/>
                </a:lnTo>
                <a:lnTo>
                  <a:pt x="1371638" y="1866900"/>
                </a:lnTo>
                <a:lnTo>
                  <a:pt x="1417027" y="1854200"/>
                </a:lnTo>
                <a:lnTo>
                  <a:pt x="1464741" y="1841500"/>
                </a:lnTo>
                <a:lnTo>
                  <a:pt x="1514538" y="1816100"/>
                </a:lnTo>
                <a:lnTo>
                  <a:pt x="1566151" y="1790700"/>
                </a:lnTo>
                <a:lnTo>
                  <a:pt x="1619377" y="1752600"/>
                </a:lnTo>
                <a:lnTo>
                  <a:pt x="1647698" y="1739900"/>
                </a:lnTo>
                <a:lnTo>
                  <a:pt x="1676031" y="1727200"/>
                </a:lnTo>
                <a:lnTo>
                  <a:pt x="1727847" y="1701800"/>
                </a:lnTo>
                <a:lnTo>
                  <a:pt x="1775498" y="1676400"/>
                </a:lnTo>
                <a:lnTo>
                  <a:pt x="1819694" y="1663700"/>
                </a:lnTo>
                <a:lnTo>
                  <a:pt x="1861121" y="1663700"/>
                </a:lnTo>
                <a:lnTo>
                  <a:pt x="1900466" y="1651000"/>
                </a:lnTo>
                <a:lnTo>
                  <a:pt x="2013038" y="1612900"/>
                </a:lnTo>
                <a:lnTo>
                  <a:pt x="2051050" y="1587500"/>
                </a:lnTo>
                <a:lnTo>
                  <a:pt x="2136521" y="1536700"/>
                </a:lnTo>
                <a:lnTo>
                  <a:pt x="2267051" y="1498600"/>
                </a:lnTo>
                <a:lnTo>
                  <a:pt x="2358821" y="1473200"/>
                </a:lnTo>
                <a:lnTo>
                  <a:pt x="2406942" y="1447800"/>
                </a:lnTo>
                <a:lnTo>
                  <a:pt x="2456942" y="1422400"/>
                </a:lnTo>
                <a:lnTo>
                  <a:pt x="2465908" y="1473200"/>
                </a:lnTo>
                <a:lnTo>
                  <a:pt x="2466695" y="1524000"/>
                </a:lnTo>
                <a:lnTo>
                  <a:pt x="2466695" y="290677"/>
                </a:lnTo>
                <a:lnTo>
                  <a:pt x="2460904" y="287540"/>
                </a:lnTo>
                <a:lnTo>
                  <a:pt x="2460904" y="558800"/>
                </a:lnTo>
                <a:lnTo>
                  <a:pt x="2455634" y="596900"/>
                </a:lnTo>
                <a:lnTo>
                  <a:pt x="2449893" y="647700"/>
                </a:lnTo>
                <a:lnTo>
                  <a:pt x="2449792" y="660400"/>
                </a:lnTo>
                <a:lnTo>
                  <a:pt x="2449703" y="673100"/>
                </a:lnTo>
                <a:lnTo>
                  <a:pt x="2449614" y="685800"/>
                </a:lnTo>
                <a:lnTo>
                  <a:pt x="2449512" y="698500"/>
                </a:lnTo>
                <a:lnTo>
                  <a:pt x="2449423" y="711200"/>
                </a:lnTo>
                <a:lnTo>
                  <a:pt x="2459990" y="762000"/>
                </a:lnTo>
                <a:lnTo>
                  <a:pt x="2409482" y="787400"/>
                </a:lnTo>
                <a:lnTo>
                  <a:pt x="2382342" y="794016"/>
                </a:lnTo>
                <a:lnTo>
                  <a:pt x="2382342" y="1041400"/>
                </a:lnTo>
                <a:lnTo>
                  <a:pt x="2382266" y="1054100"/>
                </a:lnTo>
                <a:lnTo>
                  <a:pt x="2382189" y="1066800"/>
                </a:lnTo>
                <a:lnTo>
                  <a:pt x="2382113" y="1079500"/>
                </a:lnTo>
                <a:lnTo>
                  <a:pt x="2382050" y="1092200"/>
                </a:lnTo>
                <a:lnTo>
                  <a:pt x="2376881" y="1130300"/>
                </a:lnTo>
                <a:lnTo>
                  <a:pt x="2372017" y="1181100"/>
                </a:lnTo>
                <a:lnTo>
                  <a:pt x="2372144" y="1193800"/>
                </a:lnTo>
                <a:lnTo>
                  <a:pt x="2372258" y="1206500"/>
                </a:lnTo>
                <a:lnTo>
                  <a:pt x="2372372" y="1219200"/>
                </a:lnTo>
                <a:lnTo>
                  <a:pt x="2372487" y="1231900"/>
                </a:lnTo>
                <a:lnTo>
                  <a:pt x="2372614" y="1244600"/>
                </a:lnTo>
                <a:lnTo>
                  <a:pt x="2369566" y="1244600"/>
                </a:lnTo>
                <a:lnTo>
                  <a:pt x="2325395" y="1270000"/>
                </a:lnTo>
                <a:lnTo>
                  <a:pt x="2282342" y="1295400"/>
                </a:lnTo>
                <a:lnTo>
                  <a:pt x="2154644" y="1333500"/>
                </a:lnTo>
                <a:lnTo>
                  <a:pt x="2065705" y="1358900"/>
                </a:lnTo>
                <a:lnTo>
                  <a:pt x="2018576" y="1384300"/>
                </a:lnTo>
                <a:lnTo>
                  <a:pt x="1969008" y="1409700"/>
                </a:lnTo>
                <a:lnTo>
                  <a:pt x="1924989" y="1447800"/>
                </a:lnTo>
                <a:lnTo>
                  <a:pt x="1884095" y="1460500"/>
                </a:lnTo>
                <a:lnTo>
                  <a:pt x="1845284" y="1485900"/>
                </a:lnTo>
                <a:lnTo>
                  <a:pt x="1730870" y="1524000"/>
                </a:lnTo>
                <a:lnTo>
                  <a:pt x="1689950" y="1536700"/>
                </a:lnTo>
                <a:lnTo>
                  <a:pt x="1645920" y="1549400"/>
                </a:lnTo>
                <a:lnTo>
                  <a:pt x="1597710" y="1562100"/>
                </a:lnTo>
                <a:lnTo>
                  <a:pt x="1544320" y="1587500"/>
                </a:lnTo>
                <a:lnTo>
                  <a:pt x="1478978" y="1625600"/>
                </a:lnTo>
                <a:lnTo>
                  <a:pt x="1422679" y="1651000"/>
                </a:lnTo>
                <a:lnTo>
                  <a:pt x="1373505" y="1663700"/>
                </a:lnTo>
                <a:lnTo>
                  <a:pt x="1329537" y="1676400"/>
                </a:lnTo>
                <a:lnTo>
                  <a:pt x="1288884" y="1701800"/>
                </a:lnTo>
                <a:lnTo>
                  <a:pt x="1209840" y="1727200"/>
                </a:lnTo>
                <a:lnTo>
                  <a:pt x="1167638" y="1739900"/>
                </a:lnTo>
                <a:lnTo>
                  <a:pt x="1105052" y="1739900"/>
                </a:lnTo>
                <a:lnTo>
                  <a:pt x="1054709" y="1727200"/>
                </a:lnTo>
                <a:lnTo>
                  <a:pt x="1013269" y="1701800"/>
                </a:lnTo>
                <a:lnTo>
                  <a:pt x="977430" y="1689100"/>
                </a:lnTo>
                <a:lnTo>
                  <a:pt x="943864" y="1676400"/>
                </a:lnTo>
                <a:lnTo>
                  <a:pt x="909243" y="1651000"/>
                </a:lnTo>
                <a:lnTo>
                  <a:pt x="870229" y="1625600"/>
                </a:lnTo>
                <a:lnTo>
                  <a:pt x="823531" y="1612900"/>
                </a:lnTo>
                <a:lnTo>
                  <a:pt x="765810" y="1587500"/>
                </a:lnTo>
                <a:lnTo>
                  <a:pt x="704037" y="1562100"/>
                </a:lnTo>
                <a:lnTo>
                  <a:pt x="647090" y="1549400"/>
                </a:lnTo>
                <a:lnTo>
                  <a:pt x="594334" y="1524000"/>
                </a:lnTo>
                <a:lnTo>
                  <a:pt x="545147" y="1498600"/>
                </a:lnTo>
                <a:lnTo>
                  <a:pt x="498868" y="1485900"/>
                </a:lnTo>
                <a:lnTo>
                  <a:pt x="454875" y="1460500"/>
                </a:lnTo>
                <a:lnTo>
                  <a:pt x="371246" y="1435100"/>
                </a:lnTo>
                <a:lnTo>
                  <a:pt x="330327" y="1409700"/>
                </a:lnTo>
                <a:lnTo>
                  <a:pt x="327685" y="1371600"/>
                </a:lnTo>
                <a:lnTo>
                  <a:pt x="330263" y="1320800"/>
                </a:lnTo>
                <a:lnTo>
                  <a:pt x="334937" y="1270000"/>
                </a:lnTo>
                <a:lnTo>
                  <a:pt x="338594" y="1219200"/>
                </a:lnTo>
                <a:lnTo>
                  <a:pt x="338086" y="1181100"/>
                </a:lnTo>
                <a:lnTo>
                  <a:pt x="330327" y="1143000"/>
                </a:lnTo>
                <a:lnTo>
                  <a:pt x="394131" y="1168400"/>
                </a:lnTo>
                <a:lnTo>
                  <a:pt x="451319" y="1193800"/>
                </a:lnTo>
                <a:lnTo>
                  <a:pt x="502805" y="1219200"/>
                </a:lnTo>
                <a:lnTo>
                  <a:pt x="549516" y="1231900"/>
                </a:lnTo>
                <a:lnTo>
                  <a:pt x="592378" y="1257300"/>
                </a:lnTo>
                <a:lnTo>
                  <a:pt x="632307" y="1270000"/>
                </a:lnTo>
                <a:lnTo>
                  <a:pt x="670242" y="1295400"/>
                </a:lnTo>
                <a:lnTo>
                  <a:pt x="707110" y="1295400"/>
                </a:lnTo>
                <a:lnTo>
                  <a:pt x="780275" y="1320800"/>
                </a:lnTo>
                <a:lnTo>
                  <a:pt x="822159" y="1333500"/>
                </a:lnTo>
                <a:lnTo>
                  <a:pt x="868159" y="1346200"/>
                </a:lnTo>
                <a:lnTo>
                  <a:pt x="916914" y="1371600"/>
                </a:lnTo>
                <a:lnTo>
                  <a:pt x="1017308" y="1422400"/>
                </a:lnTo>
                <a:lnTo>
                  <a:pt x="1066228" y="1435100"/>
                </a:lnTo>
                <a:lnTo>
                  <a:pt x="1112520" y="1460500"/>
                </a:lnTo>
                <a:lnTo>
                  <a:pt x="1154811" y="1473200"/>
                </a:lnTo>
                <a:lnTo>
                  <a:pt x="1191768" y="1485900"/>
                </a:lnTo>
                <a:lnTo>
                  <a:pt x="1245527" y="1460500"/>
                </a:lnTo>
                <a:lnTo>
                  <a:pt x="1294053" y="1435100"/>
                </a:lnTo>
                <a:lnTo>
                  <a:pt x="1338656" y="1422400"/>
                </a:lnTo>
                <a:lnTo>
                  <a:pt x="1380655" y="1397000"/>
                </a:lnTo>
                <a:lnTo>
                  <a:pt x="1504010" y="1358900"/>
                </a:lnTo>
                <a:lnTo>
                  <a:pt x="1548612" y="1333500"/>
                </a:lnTo>
                <a:lnTo>
                  <a:pt x="1652879" y="1295400"/>
                </a:lnTo>
                <a:lnTo>
                  <a:pt x="1705546" y="1270000"/>
                </a:lnTo>
                <a:lnTo>
                  <a:pt x="1755317" y="1257300"/>
                </a:lnTo>
                <a:lnTo>
                  <a:pt x="1802384" y="1244600"/>
                </a:lnTo>
                <a:lnTo>
                  <a:pt x="1846910" y="1219200"/>
                </a:lnTo>
                <a:lnTo>
                  <a:pt x="1889112" y="1206500"/>
                </a:lnTo>
                <a:lnTo>
                  <a:pt x="1929155" y="1181100"/>
                </a:lnTo>
                <a:lnTo>
                  <a:pt x="1967230" y="1168400"/>
                </a:lnTo>
                <a:lnTo>
                  <a:pt x="2004529" y="1143000"/>
                </a:lnTo>
                <a:lnTo>
                  <a:pt x="2048941" y="1130300"/>
                </a:lnTo>
                <a:lnTo>
                  <a:pt x="2098230" y="1104900"/>
                </a:lnTo>
                <a:lnTo>
                  <a:pt x="2202611" y="1079500"/>
                </a:lnTo>
                <a:lnTo>
                  <a:pt x="2253284" y="1054100"/>
                </a:lnTo>
                <a:lnTo>
                  <a:pt x="2299982" y="1041400"/>
                </a:lnTo>
                <a:lnTo>
                  <a:pt x="2340495" y="1016000"/>
                </a:lnTo>
                <a:lnTo>
                  <a:pt x="2372614" y="990600"/>
                </a:lnTo>
                <a:lnTo>
                  <a:pt x="2382342" y="1041400"/>
                </a:lnTo>
                <a:lnTo>
                  <a:pt x="2382342" y="794016"/>
                </a:lnTo>
                <a:lnTo>
                  <a:pt x="2305113" y="812800"/>
                </a:lnTo>
                <a:lnTo>
                  <a:pt x="2253196" y="838200"/>
                </a:lnTo>
                <a:lnTo>
                  <a:pt x="2202751" y="850900"/>
                </a:lnTo>
                <a:lnTo>
                  <a:pt x="2154771" y="863600"/>
                </a:lnTo>
                <a:lnTo>
                  <a:pt x="2110206" y="889000"/>
                </a:lnTo>
                <a:lnTo>
                  <a:pt x="2070061" y="914400"/>
                </a:lnTo>
                <a:lnTo>
                  <a:pt x="2035302" y="939800"/>
                </a:lnTo>
                <a:lnTo>
                  <a:pt x="1995373" y="977900"/>
                </a:lnTo>
                <a:lnTo>
                  <a:pt x="1948611" y="1003300"/>
                </a:lnTo>
                <a:lnTo>
                  <a:pt x="1897430" y="1016000"/>
                </a:lnTo>
                <a:lnTo>
                  <a:pt x="1844205" y="1041400"/>
                </a:lnTo>
                <a:lnTo>
                  <a:pt x="1791335" y="1054100"/>
                </a:lnTo>
                <a:lnTo>
                  <a:pt x="1741208" y="1066800"/>
                </a:lnTo>
                <a:lnTo>
                  <a:pt x="1696212" y="1079500"/>
                </a:lnTo>
                <a:lnTo>
                  <a:pt x="1658747" y="1092200"/>
                </a:lnTo>
                <a:lnTo>
                  <a:pt x="1624723" y="1117600"/>
                </a:lnTo>
                <a:lnTo>
                  <a:pt x="1582788" y="1130300"/>
                </a:lnTo>
                <a:lnTo>
                  <a:pt x="1535188" y="1143000"/>
                </a:lnTo>
                <a:lnTo>
                  <a:pt x="1484210" y="1168400"/>
                </a:lnTo>
                <a:lnTo>
                  <a:pt x="1432115" y="1181100"/>
                </a:lnTo>
                <a:lnTo>
                  <a:pt x="1381188" y="1206500"/>
                </a:lnTo>
                <a:lnTo>
                  <a:pt x="1333677" y="1219200"/>
                </a:lnTo>
                <a:lnTo>
                  <a:pt x="1291882" y="1244600"/>
                </a:lnTo>
                <a:lnTo>
                  <a:pt x="1258062" y="1270000"/>
                </a:lnTo>
                <a:lnTo>
                  <a:pt x="1216863" y="1244600"/>
                </a:lnTo>
                <a:lnTo>
                  <a:pt x="1172552" y="1231900"/>
                </a:lnTo>
                <a:lnTo>
                  <a:pt x="1126185" y="1206500"/>
                </a:lnTo>
                <a:lnTo>
                  <a:pt x="1078839" y="1181100"/>
                </a:lnTo>
                <a:lnTo>
                  <a:pt x="1031570" y="1168400"/>
                </a:lnTo>
                <a:lnTo>
                  <a:pt x="985431" y="1143000"/>
                </a:lnTo>
                <a:lnTo>
                  <a:pt x="941489" y="1130300"/>
                </a:lnTo>
                <a:lnTo>
                  <a:pt x="900823" y="1117600"/>
                </a:lnTo>
                <a:lnTo>
                  <a:pt x="864489" y="1104900"/>
                </a:lnTo>
                <a:lnTo>
                  <a:pt x="833285" y="1104900"/>
                </a:lnTo>
                <a:lnTo>
                  <a:pt x="800290" y="1092200"/>
                </a:lnTo>
                <a:lnTo>
                  <a:pt x="765073" y="1079500"/>
                </a:lnTo>
                <a:lnTo>
                  <a:pt x="727202" y="1066800"/>
                </a:lnTo>
                <a:lnTo>
                  <a:pt x="686269" y="1041400"/>
                </a:lnTo>
                <a:lnTo>
                  <a:pt x="641832" y="1028700"/>
                </a:lnTo>
                <a:lnTo>
                  <a:pt x="593483" y="1003300"/>
                </a:lnTo>
                <a:lnTo>
                  <a:pt x="540778" y="977900"/>
                </a:lnTo>
                <a:lnTo>
                  <a:pt x="483298" y="952500"/>
                </a:lnTo>
                <a:lnTo>
                  <a:pt x="420624" y="927100"/>
                </a:lnTo>
                <a:lnTo>
                  <a:pt x="415404" y="876300"/>
                </a:lnTo>
                <a:lnTo>
                  <a:pt x="415302" y="863600"/>
                </a:lnTo>
                <a:lnTo>
                  <a:pt x="415213" y="850900"/>
                </a:lnTo>
                <a:lnTo>
                  <a:pt x="415112" y="838200"/>
                </a:lnTo>
                <a:lnTo>
                  <a:pt x="417614" y="800100"/>
                </a:lnTo>
                <a:lnTo>
                  <a:pt x="420789" y="762000"/>
                </a:lnTo>
                <a:lnTo>
                  <a:pt x="422490" y="711200"/>
                </a:lnTo>
                <a:lnTo>
                  <a:pt x="420624" y="660400"/>
                </a:lnTo>
                <a:lnTo>
                  <a:pt x="463423" y="673100"/>
                </a:lnTo>
                <a:lnTo>
                  <a:pt x="502818" y="685800"/>
                </a:lnTo>
                <a:lnTo>
                  <a:pt x="540664" y="698500"/>
                </a:lnTo>
                <a:lnTo>
                  <a:pt x="578815" y="723900"/>
                </a:lnTo>
                <a:lnTo>
                  <a:pt x="619137" y="749300"/>
                </a:lnTo>
                <a:lnTo>
                  <a:pt x="663498" y="762000"/>
                </a:lnTo>
                <a:lnTo>
                  <a:pt x="713740" y="787400"/>
                </a:lnTo>
                <a:lnTo>
                  <a:pt x="771740" y="812800"/>
                </a:lnTo>
                <a:lnTo>
                  <a:pt x="839343" y="825500"/>
                </a:lnTo>
                <a:lnTo>
                  <a:pt x="899134" y="838200"/>
                </a:lnTo>
                <a:lnTo>
                  <a:pt x="948601" y="863600"/>
                </a:lnTo>
                <a:lnTo>
                  <a:pt x="990104" y="876300"/>
                </a:lnTo>
                <a:lnTo>
                  <a:pt x="1026045" y="889000"/>
                </a:lnTo>
                <a:lnTo>
                  <a:pt x="1090726" y="927100"/>
                </a:lnTo>
                <a:lnTo>
                  <a:pt x="1124242" y="952500"/>
                </a:lnTo>
                <a:lnTo>
                  <a:pt x="1161719" y="965200"/>
                </a:lnTo>
                <a:lnTo>
                  <a:pt x="1205522" y="977900"/>
                </a:lnTo>
                <a:lnTo>
                  <a:pt x="1258062" y="990600"/>
                </a:lnTo>
                <a:lnTo>
                  <a:pt x="1297228" y="965200"/>
                </a:lnTo>
                <a:lnTo>
                  <a:pt x="1377784" y="939800"/>
                </a:lnTo>
                <a:lnTo>
                  <a:pt x="1420431" y="914400"/>
                </a:lnTo>
                <a:lnTo>
                  <a:pt x="1465516" y="901700"/>
                </a:lnTo>
                <a:lnTo>
                  <a:pt x="1513649" y="889000"/>
                </a:lnTo>
                <a:lnTo>
                  <a:pt x="1565478" y="863600"/>
                </a:lnTo>
                <a:lnTo>
                  <a:pt x="1621637" y="838200"/>
                </a:lnTo>
                <a:lnTo>
                  <a:pt x="1682750" y="812800"/>
                </a:lnTo>
                <a:lnTo>
                  <a:pt x="1750364" y="787400"/>
                </a:lnTo>
                <a:lnTo>
                  <a:pt x="1810461" y="774700"/>
                </a:lnTo>
                <a:lnTo>
                  <a:pt x="1864067" y="749300"/>
                </a:lnTo>
                <a:lnTo>
                  <a:pt x="1912251" y="736600"/>
                </a:lnTo>
                <a:lnTo>
                  <a:pt x="1956028" y="723900"/>
                </a:lnTo>
                <a:lnTo>
                  <a:pt x="1996440" y="711200"/>
                </a:lnTo>
                <a:lnTo>
                  <a:pt x="2034540" y="685800"/>
                </a:lnTo>
                <a:lnTo>
                  <a:pt x="2071370" y="660400"/>
                </a:lnTo>
                <a:lnTo>
                  <a:pt x="2110714" y="635000"/>
                </a:lnTo>
                <a:lnTo>
                  <a:pt x="2155037" y="609600"/>
                </a:lnTo>
                <a:lnTo>
                  <a:pt x="2203158" y="596900"/>
                </a:lnTo>
                <a:lnTo>
                  <a:pt x="2253907" y="584200"/>
                </a:lnTo>
                <a:lnTo>
                  <a:pt x="2306142" y="558800"/>
                </a:lnTo>
                <a:lnTo>
                  <a:pt x="2410333" y="533400"/>
                </a:lnTo>
                <a:lnTo>
                  <a:pt x="2459990" y="508000"/>
                </a:lnTo>
                <a:lnTo>
                  <a:pt x="2460904" y="558800"/>
                </a:lnTo>
                <a:lnTo>
                  <a:pt x="2460904" y="287540"/>
                </a:lnTo>
                <a:lnTo>
                  <a:pt x="2445905" y="279400"/>
                </a:lnTo>
                <a:lnTo>
                  <a:pt x="2396883" y="266700"/>
                </a:lnTo>
                <a:lnTo>
                  <a:pt x="2345575" y="241300"/>
                </a:lnTo>
                <a:lnTo>
                  <a:pt x="2291880" y="228600"/>
                </a:lnTo>
                <a:lnTo>
                  <a:pt x="2235708" y="203200"/>
                </a:lnTo>
                <a:lnTo>
                  <a:pt x="2183790" y="190500"/>
                </a:lnTo>
                <a:lnTo>
                  <a:pt x="2133295" y="165100"/>
                </a:lnTo>
                <a:lnTo>
                  <a:pt x="2084070" y="152400"/>
                </a:lnTo>
                <a:lnTo>
                  <a:pt x="2035962" y="127000"/>
                </a:lnTo>
                <a:lnTo>
                  <a:pt x="1942528" y="76200"/>
                </a:lnTo>
                <a:lnTo>
                  <a:pt x="1896897" y="63500"/>
                </a:lnTo>
                <a:lnTo>
                  <a:pt x="1851799" y="38100"/>
                </a:lnTo>
                <a:lnTo>
                  <a:pt x="1718195" y="0"/>
                </a:lnTo>
                <a:lnTo>
                  <a:pt x="1673733" y="0"/>
                </a:lnTo>
                <a:lnTo>
                  <a:pt x="1637220" y="25400"/>
                </a:lnTo>
                <a:lnTo>
                  <a:pt x="1594637" y="50800"/>
                </a:lnTo>
                <a:lnTo>
                  <a:pt x="1547495" y="63500"/>
                </a:lnTo>
                <a:lnTo>
                  <a:pt x="1343926" y="114300"/>
                </a:lnTo>
                <a:lnTo>
                  <a:pt x="1296898" y="127000"/>
                </a:lnTo>
                <a:lnTo>
                  <a:pt x="1254480" y="139700"/>
                </a:lnTo>
                <a:lnTo>
                  <a:pt x="1218184" y="152400"/>
                </a:lnTo>
                <a:lnTo>
                  <a:pt x="1181176" y="177800"/>
                </a:lnTo>
                <a:lnTo>
                  <a:pt x="1142682" y="190500"/>
                </a:lnTo>
                <a:lnTo>
                  <a:pt x="1102321" y="190500"/>
                </a:lnTo>
                <a:lnTo>
                  <a:pt x="1059764" y="203200"/>
                </a:lnTo>
                <a:lnTo>
                  <a:pt x="1014628" y="215900"/>
                </a:lnTo>
                <a:lnTo>
                  <a:pt x="966571" y="228600"/>
                </a:lnTo>
                <a:lnTo>
                  <a:pt x="915250" y="241300"/>
                </a:lnTo>
                <a:lnTo>
                  <a:pt x="860298" y="266700"/>
                </a:lnTo>
                <a:lnTo>
                  <a:pt x="742276" y="342900"/>
                </a:lnTo>
                <a:lnTo>
                  <a:pt x="686943" y="368300"/>
                </a:lnTo>
                <a:lnTo>
                  <a:pt x="635139" y="381000"/>
                </a:lnTo>
                <a:lnTo>
                  <a:pt x="586600" y="406400"/>
                </a:lnTo>
                <a:lnTo>
                  <a:pt x="541083" y="406400"/>
                </a:lnTo>
                <a:lnTo>
                  <a:pt x="498373" y="419100"/>
                </a:lnTo>
                <a:lnTo>
                  <a:pt x="458203" y="431800"/>
                </a:lnTo>
                <a:lnTo>
                  <a:pt x="420344" y="444500"/>
                </a:lnTo>
                <a:lnTo>
                  <a:pt x="384556" y="444500"/>
                </a:lnTo>
                <a:lnTo>
                  <a:pt x="347726" y="469900"/>
                </a:lnTo>
                <a:lnTo>
                  <a:pt x="316763" y="508000"/>
                </a:lnTo>
                <a:lnTo>
                  <a:pt x="291617" y="546100"/>
                </a:lnTo>
                <a:lnTo>
                  <a:pt x="272173" y="584200"/>
                </a:lnTo>
                <a:lnTo>
                  <a:pt x="258381" y="622300"/>
                </a:lnTo>
                <a:lnTo>
                  <a:pt x="250151" y="673100"/>
                </a:lnTo>
                <a:lnTo>
                  <a:pt x="247408" y="723900"/>
                </a:lnTo>
                <a:lnTo>
                  <a:pt x="250075" y="762000"/>
                </a:lnTo>
                <a:lnTo>
                  <a:pt x="258064" y="812800"/>
                </a:lnTo>
                <a:lnTo>
                  <a:pt x="258127" y="825500"/>
                </a:lnTo>
                <a:lnTo>
                  <a:pt x="258203" y="838200"/>
                </a:lnTo>
                <a:lnTo>
                  <a:pt x="258279" y="850900"/>
                </a:lnTo>
                <a:lnTo>
                  <a:pt x="259981" y="876300"/>
                </a:lnTo>
                <a:lnTo>
                  <a:pt x="264464" y="914400"/>
                </a:lnTo>
                <a:lnTo>
                  <a:pt x="273050" y="939800"/>
                </a:lnTo>
                <a:lnTo>
                  <a:pt x="244233" y="977900"/>
                </a:lnTo>
                <a:lnTo>
                  <a:pt x="219100" y="1016000"/>
                </a:lnTo>
                <a:lnTo>
                  <a:pt x="198056" y="1054100"/>
                </a:lnTo>
                <a:lnTo>
                  <a:pt x="181483" y="1104900"/>
                </a:lnTo>
                <a:lnTo>
                  <a:pt x="169748" y="1143000"/>
                </a:lnTo>
                <a:lnTo>
                  <a:pt x="163283" y="1193800"/>
                </a:lnTo>
                <a:lnTo>
                  <a:pt x="162445" y="1244600"/>
                </a:lnTo>
                <a:lnTo>
                  <a:pt x="167640" y="1295400"/>
                </a:lnTo>
                <a:lnTo>
                  <a:pt x="166903" y="1346200"/>
                </a:lnTo>
                <a:lnTo>
                  <a:pt x="174345" y="1384300"/>
                </a:lnTo>
                <a:lnTo>
                  <a:pt x="188556" y="1435100"/>
                </a:lnTo>
                <a:lnTo>
                  <a:pt x="208165" y="1473200"/>
                </a:lnTo>
                <a:lnTo>
                  <a:pt x="231800" y="1524000"/>
                </a:lnTo>
                <a:lnTo>
                  <a:pt x="258064" y="1562100"/>
                </a:lnTo>
                <a:lnTo>
                  <a:pt x="252552" y="1600200"/>
                </a:lnTo>
                <a:lnTo>
                  <a:pt x="252501" y="1612900"/>
                </a:lnTo>
                <a:lnTo>
                  <a:pt x="252387" y="1638300"/>
                </a:lnTo>
                <a:lnTo>
                  <a:pt x="253542" y="1689100"/>
                </a:lnTo>
                <a:lnTo>
                  <a:pt x="251968" y="1739900"/>
                </a:lnTo>
                <a:lnTo>
                  <a:pt x="250177" y="1803400"/>
                </a:lnTo>
                <a:lnTo>
                  <a:pt x="252742" y="1854200"/>
                </a:lnTo>
                <a:lnTo>
                  <a:pt x="260540" y="1892300"/>
                </a:lnTo>
                <a:lnTo>
                  <a:pt x="274434" y="1943100"/>
                </a:lnTo>
                <a:lnTo>
                  <a:pt x="295313" y="1981200"/>
                </a:lnTo>
                <a:lnTo>
                  <a:pt x="324040" y="2006600"/>
                </a:lnTo>
                <a:lnTo>
                  <a:pt x="361492" y="2032000"/>
                </a:lnTo>
                <a:lnTo>
                  <a:pt x="408559" y="2044700"/>
                </a:lnTo>
                <a:lnTo>
                  <a:pt x="469341" y="2057400"/>
                </a:lnTo>
                <a:lnTo>
                  <a:pt x="519252" y="2082800"/>
                </a:lnTo>
                <a:lnTo>
                  <a:pt x="560832" y="2095500"/>
                </a:lnTo>
                <a:lnTo>
                  <a:pt x="596696" y="2120900"/>
                </a:lnTo>
                <a:lnTo>
                  <a:pt x="629386" y="2133600"/>
                </a:lnTo>
                <a:lnTo>
                  <a:pt x="661504" y="2159000"/>
                </a:lnTo>
                <a:lnTo>
                  <a:pt x="695604" y="2171700"/>
                </a:lnTo>
                <a:lnTo>
                  <a:pt x="734288" y="2197100"/>
                </a:lnTo>
                <a:lnTo>
                  <a:pt x="780110" y="2209800"/>
                </a:lnTo>
                <a:lnTo>
                  <a:pt x="835660" y="2222500"/>
                </a:lnTo>
                <a:lnTo>
                  <a:pt x="900087" y="2247900"/>
                </a:lnTo>
                <a:lnTo>
                  <a:pt x="957757" y="2260600"/>
                </a:lnTo>
                <a:lnTo>
                  <a:pt x="1009548" y="2286000"/>
                </a:lnTo>
                <a:lnTo>
                  <a:pt x="1056322" y="2324100"/>
                </a:lnTo>
                <a:lnTo>
                  <a:pt x="1098981" y="2349500"/>
                </a:lnTo>
                <a:lnTo>
                  <a:pt x="1138389" y="2362200"/>
                </a:lnTo>
                <a:lnTo>
                  <a:pt x="1175448" y="2387600"/>
                </a:lnTo>
                <a:lnTo>
                  <a:pt x="1245997" y="2387600"/>
                </a:lnTo>
                <a:lnTo>
                  <a:pt x="1406906" y="2336800"/>
                </a:lnTo>
                <a:lnTo>
                  <a:pt x="1449133" y="2324100"/>
                </a:lnTo>
                <a:lnTo>
                  <a:pt x="1493075" y="2298700"/>
                </a:lnTo>
                <a:lnTo>
                  <a:pt x="1539214" y="2286000"/>
                </a:lnTo>
                <a:lnTo>
                  <a:pt x="1587995" y="2273300"/>
                </a:lnTo>
                <a:lnTo>
                  <a:pt x="1639887" y="2247900"/>
                </a:lnTo>
                <a:lnTo>
                  <a:pt x="1695361" y="2222500"/>
                </a:lnTo>
                <a:lnTo>
                  <a:pt x="1735035" y="2197100"/>
                </a:lnTo>
                <a:lnTo>
                  <a:pt x="1754886" y="2184400"/>
                </a:lnTo>
                <a:lnTo>
                  <a:pt x="1815680" y="2146300"/>
                </a:lnTo>
                <a:lnTo>
                  <a:pt x="1874583" y="2120900"/>
                </a:lnTo>
                <a:lnTo>
                  <a:pt x="1931225" y="2095500"/>
                </a:lnTo>
                <a:lnTo>
                  <a:pt x="1985302" y="2070100"/>
                </a:lnTo>
                <a:lnTo>
                  <a:pt x="2036457" y="2057400"/>
                </a:lnTo>
                <a:lnTo>
                  <a:pt x="2084374" y="2044700"/>
                </a:lnTo>
                <a:lnTo>
                  <a:pt x="2128710" y="2032000"/>
                </a:lnTo>
                <a:lnTo>
                  <a:pt x="2169134" y="2019300"/>
                </a:lnTo>
                <a:lnTo>
                  <a:pt x="2205317" y="2006600"/>
                </a:lnTo>
                <a:lnTo>
                  <a:pt x="2263648" y="1968500"/>
                </a:lnTo>
                <a:lnTo>
                  <a:pt x="2293150" y="1955800"/>
                </a:lnTo>
                <a:lnTo>
                  <a:pt x="2328151" y="1930400"/>
                </a:lnTo>
                <a:lnTo>
                  <a:pt x="2367978" y="1917700"/>
                </a:lnTo>
                <a:lnTo>
                  <a:pt x="2411996" y="1905000"/>
                </a:lnTo>
                <a:lnTo>
                  <a:pt x="2459571" y="1892300"/>
                </a:lnTo>
                <a:lnTo>
                  <a:pt x="2510040" y="1879600"/>
                </a:lnTo>
                <a:lnTo>
                  <a:pt x="2562783" y="1854200"/>
                </a:lnTo>
                <a:lnTo>
                  <a:pt x="2617127" y="1841500"/>
                </a:lnTo>
                <a:lnTo>
                  <a:pt x="2672435" y="1816100"/>
                </a:lnTo>
                <a:lnTo>
                  <a:pt x="2728087" y="1778000"/>
                </a:lnTo>
                <a:lnTo>
                  <a:pt x="2689999" y="1778000"/>
                </a:lnTo>
                <a:lnTo>
                  <a:pt x="2651772" y="1752600"/>
                </a:lnTo>
                <a:lnTo>
                  <a:pt x="2612517" y="1739900"/>
                </a:lnTo>
                <a:lnTo>
                  <a:pt x="2571369" y="1727200"/>
                </a:lnTo>
                <a:lnTo>
                  <a:pt x="2570022" y="1676400"/>
                </a:lnTo>
                <a:lnTo>
                  <a:pt x="2570708" y="1625600"/>
                </a:lnTo>
                <a:lnTo>
                  <a:pt x="2572474" y="1574800"/>
                </a:lnTo>
                <a:lnTo>
                  <a:pt x="2574366" y="1524000"/>
                </a:lnTo>
                <a:lnTo>
                  <a:pt x="2575433" y="1473200"/>
                </a:lnTo>
                <a:lnTo>
                  <a:pt x="2574760" y="1435100"/>
                </a:lnTo>
                <a:lnTo>
                  <a:pt x="2573909" y="1422400"/>
                </a:lnTo>
                <a:lnTo>
                  <a:pt x="2571369" y="1384300"/>
                </a:lnTo>
                <a:lnTo>
                  <a:pt x="2616911" y="1371600"/>
                </a:lnTo>
                <a:lnTo>
                  <a:pt x="2684322" y="1346200"/>
                </a:lnTo>
                <a:lnTo>
                  <a:pt x="2728087" y="1320800"/>
                </a:lnTo>
                <a:lnTo>
                  <a:pt x="2680347" y="1308100"/>
                </a:lnTo>
                <a:lnTo>
                  <a:pt x="2585656" y="1257300"/>
                </a:lnTo>
                <a:lnTo>
                  <a:pt x="2487041" y="1231900"/>
                </a:lnTo>
                <a:lnTo>
                  <a:pt x="2484526" y="1193800"/>
                </a:lnTo>
                <a:lnTo>
                  <a:pt x="2485288" y="1155700"/>
                </a:lnTo>
                <a:lnTo>
                  <a:pt x="2487612" y="1117600"/>
                </a:lnTo>
                <a:lnTo>
                  <a:pt x="2489797" y="1066800"/>
                </a:lnTo>
                <a:lnTo>
                  <a:pt x="2489898" y="1054100"/>
                </a:lnTo>
                <a:lnTo>
                  <a:pt x="2489987" y="1041400"/>
                </a:lnTo>
                <a:lnTo>
                  <a:pt x="2490076" y="1028700"/>
                </a:lnTo>
                <a:lnTo>
                  <a:pt x="2490178" y="1016000"/>
                </a:lnTo>
                <a:lnTo>
                  <a:pt x="2489123" y="990600"/>
                </a:lnTo>
                <a:lnTo>
                  <a:pt x="2487041" y="939800"/>
                </a:lnTo>
                <a:lnTo>
                  <a:pt x="2533497" y="914400"/>
                </a:lnTo>
                <a:lnTo>
                  <a:pt x="2576030" y="901700"/>
                </a:lnTo>
                <a:lnTo>
                  <a:pt x="2693619" y="863600"/>
                </a:lnTo>
                <a:lnTo>
                  <a:pt x="2734056" y="838200"/>
                </a:lnTo>
                <a:lnTo>
                  <a:pt x="2701950" y="825500"/>
                </a:lnTo>
                <a:lnTo>
                  <a:pt x="2666187" y="812800"/>
                </a:lnTo>
                <a:lnTo>
                  <a:pt x="2625191" y="800100"/>
                </a:lnTo>
                <a:lnTo>
                  <a:pt x="2577465" y="787400"/>
                </a:lnTo>
                <a:lnTo>
                  <a:pt x="2572410" y="723900"/>
                </a:lnTo>
                <a:lnTo>
                  <a:pt x="2571292" y="673100"/>
                </a:lnTo>
                <a:lnTo>
                  <a:pt x="2572753" y="622300"/>
                </a:lnTo>
                <a:lnTo>
                  <a:pt x="2575445" y="571500"/>
                </a:lnTo>
                <a:lnTo>
                  <a:pt x="2578023" y="533400"/>
                </a:lnTo>
                <a:lnTo>
                  <a:pt x="2578773" y="508000"/>
                </a:lnTo>
                <a:lnTo>
                  <a:pt x="2579141" y="495300"/>
                </a:lnTo>
                <a:lnTo>
                  <a:pt x="2577465" y="457200"/>
                </a:lnTo>
                <a:lnTo>
                  <a:pt x="2617851" y="431800"/>
                </a:lnTo>
                <a:lnTo>
                  <a:pt x="2653563" y="431800"/>
                </a:lnTo>
                <a:lnTo>
                  <a:pt x="2690368" y="419100"/>
                </a:lnTo>
                <a:lnTo>
                  <a:pt x="2734056" y="3937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71259" y="3549396"/>
            <a:ext cx="372110" cy="439420"/>
          </a:xfrm>
          <a:custGeom>
            <a:avLst/>
            <a:gdLst/>
            <a:ahLst/>
            <a:cxnLst/>
            <a:rect l="l" t="t" r="r" b="b"/>
            <a:pathLst>
              <a:path w="372109" h="439420">
                <a:moveTo>
                  <a:pt x="185927" y="0"/>
                </a:moveTo>
                <a:lnTo>
                  <a:pt x="161730" y="38869"/>
                </a:lnTo>
                <a:lnTo>
                  <a:pt x="134168" y="79050"/>
                </a:lnTo>
                <a:lnTo>
                  <a:pt x="103727" y="118871"/>
                </a:lnTo>
                <a:lnTo>
                  <a:pt x="70894" y="156661"/>
                </a:lnTo>
                <a:lnTo>
                  <a:pt x="36156" y="190746"/>
                </a:lnTo>
                <a:lnTo>
                  <a:pt x="0" y="219455"/>
                </a:lnTo>
                <a:lnTo>
                  <a:pt x="46986" y="253289"/>
                </a:lnTo>
                <a:lnTo>
                  <a:pt x="87601" y="286032"/>
                </a:lnTo>
                <a:lnTo>
                  <a:pt x="121824" y="319325"/>
                </a:lnTo>
                <a:lnTo>
                  <a:pt x="149634" y="354809"/>
                </a:lnTo>
                <a:lnTo>
                  <a:pt x="171009" y="394125"/>
                </a:lnTo>
                <a:lnTo>
                  <a:pt x="185927" y="438911"/>
                </a:lnTo>
                <a:lnTo>
                  <a:pt x="206597" y="392731"/>
                </a:lnTo>
                <a:lnTo>
                  <a:pt x="232748" y="349588"/>
                </a:lnTo>
                <a:lnTo>
                  <a:pt x="263366" y="310086"/>
                </a:lnTo>
                <a:lnTo>
                  <a:pt x="297433" y="274827"/>
                </a:lnTo>
                <a:lnTo>
                  <a:pt x="333935" y="244416"/>
                </a:lnTo>
                <a:lnTo>
                  <a:pt x="371856" y="219455"/>
                </a:lnTo>
                <a:lnTo>
                  <a:pt x="329861" y="187439"/>
                </a:lnTo>
                <a:lnTo>
                  <a:pt x="291676" y="154798"/>
                </a:lnTo>
                <a:lnTo>
                  <a:pt x="257746" y="120634"/>
                </a:lnTo>
                <a:lnTo>
                  <a:pt x="228515" y="84045"/>
                </a:lnTo>
                <a:lnTo>
                  <a:pt x="204427" y="44134"/>
                </a:lnTo>
                <a:lnTo>
                  <a:pt x="185927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664452" y="2820923"/>
            <a:ext cx="307975" cy="364490"/>
          </a:xfrm>
          <a:custGeom>
            <a:avLst/>
            <a:gdLst/>
            <a:ahLst/>
            <a:cxnLst/>
            <a:rect l="l" t="t" r="r" b="b"/>
            <a:pathLst>
              <a:path w="307975" h="364489">
                <a:moveTo>
                  <a:pt x="153924" y="0"/>
                </a:moveTo>
                <a:lnTo>
                  <a:pt x="137233" y="52785"/>
                </a:lnTo>
                <a:lnTo>
                  <a:pt x="111959" y="95963"/>
                </a:lnTo>
                <a:lnTo>
                  <a:pt x="79638" y="130960"/>
                </a:lnTo>
                <a:lnTo>
                  <a:pt x="41806" y="159203"/>
                </a:lnTo>
                <a:lnTo>
                  <a:pt x="0" y="182117"/>
                </a:lnTo>
                <a:lnTo>
                  <a:pt x="43866" y="212165"/>
                </a:lnTo>
                <a:lnTo>
                  <a:pt x="79784" y="240773"/>
                </a:lnTo>
                <a:lnTo>
                  <a:pt x="109161" y="272570"/>
                </a:lnTo>
                <a:lnTo>
                  <a:pt x="133404" y="312182"/>
                </a:lnTo>
                <a:lnTo>
                  <a:pt x="153924" y="364236"/>
                </a:lnTo>
                <a:lnTo>
                  <a:pt x="168639" y="313657"/>
                </a:lnTo>
                <a:lnTo>
                  <a:pt x="190146" y="272149"/>
                </a:lnTo>
                <a:lnTo>
                  <a:pt x="219687" y="237719"/>
                </a:lnTo>
                <a:lnTo>
                  <a:pt x="258506" y="208373"/>
                </a:lnTo>
                <a:lnTo>
                  <a:pt x="307848" y="182117"/>
                </a:lnTo>
                <a:lnTo>
                  <a:pt x="263993" y="155472"/>
                </a:lnTo>
                <a:lnTo>
                  <a:pt x="226545" y="120225"/>
                </a:lnTo>
                <a:lnTo>
                  <a:pt x="195632" y="80089"/>
                </a:lnTo>
                <a:lnTo>
                  <a:pt x="171382" y="38776"/>
                </a:lnTo>
                <a:lnTo>
                  <a:pt x="153924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073895" y="3404615"/>
            <a:ext cx="306705" cy="364490"/>
          </a:xfrm>
          <a:custGeom>
            <a:avLst/>
            <a:gdLst/>
            <a:ahLst/>
            <a:cxnLst/>
            <a:rect l="l" t="t" r="r" b="b"/>
            <a:pathLst>
              <a:path w="306704" h="364489">
                <a:moveTo>
                  <a:pt x="153161" y="0"/>
                </a:moveTo>
                <a:lnTo>
                  <a:pt x="126577" y="50651"/>
                </a:lnTo>
                <a:lnTo>
                  <a:pt x="98554" y="92762"/>
                </a:lnTo>
                <a:lnTo>
                  <a:pt x="68506" y="127759"/>
                </a:lnTo>
                <a:lnTo>
                  <a:pt x="35850" y="157069"/>
                </a:lnTo>
                <a:lnTo>
                  <a:pt x="0" y="182118"/>
                </a:lnTo>
                <a:lnTo>
                  <a:pt x="49981" y="205337"/>
                </a:lnTo>
                <a:lnTo>
                  <a:pt x="87032" y="238030"/>
                </a:lnTo>
                <a:lnTo>
                  <a:pt x="114409" y="277325"/>
                </a:lnTo>
                <a:lnTo>
                  <a:pt x="135367" y="320350"/>
                </a:lnTo>
                <a:lnTo>
                  <a:pt x="153161" y="364236"/>
                </a:lnTo>
                <a:lnTo>
                  <a:pt x="171248" y="315388"/>
                </a:lnTo>
                <a:lnTo>
                  <a:pt x="191786" y="274966"/>
                </a:lnTo>
                <a:lnTo>
                  <a:pt x="218596" y="240755"/>
                </a:lnTo>
                <a:lnTo>
                  <a:pt x="255501" y="210543"/>
                </a:lnTo>
                <a:lnTo>
                  <a:pt x="306324" y="182118"/>
                </a:lnTo>
                <a:lnTo>
                  <a:pt x="258878" y="160117"/>
                </a:lnTo>
                <a:lnTo>
                  <a:pt x="217480" y="131600"/>
                </a:lnTo>
                <a:lnTo>
                  <a:pt x="184489" y="95871"/>
                </a:lnTo>
                <a:lnTo>
                  <a:pt x="162263" y="52236"/>
                </a:lnTo>
                <a:lnTo>
                  <a:pt x="15316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87568" y="3640835"/>
            <a:ext cx="118110" cy="474345"/>
          </a:xfrm>
          <a:custGeom>
            <a:avLst/>
            <a:gdLst/>
            <a:ahLst/>
            <a:cxnLst/>
            <a:rect l="l" t="t" r="r" b="b"/>
            <a:pathLst>
              <a:path w="118109" h="474345">
                <a:moveTo>
                  <a:pt x="59507" y="0"/>
                </a:moveTo>
                <a:lnTo>
                  <a:pt x="39879" y="2998"/>
                </a:lnTo>
                <a:lnTo>
                  <a:pt x="21549" y="16367"/>
                </a:lnTo>
                <a:lnTo>
                  <a:pt x="8482" y="35236"/>
                </a:lnTo>
                <a:lnTo>
                  <a:pt x="4643" y="54737"/>
                </a:lnTo>
                <a:lnTo>
                  <a:pt x="5429" y="116628"/>
                </a:lnTo>
                <a:lnTo>
                  <a:pt x="4465" y="167952"/>
                </a:lnTo>
                <a:lnTo>
                  <a:pt x="857" y="256401"/>
                </a:lnTo>
                <a:lnTo>
                  <a:pt x="0" y="302279"/>
                </a:lnTo>
                <a:lnTo>
                  <a:pt x="964" y="355096"/>
                </a:lnTo>
                <a:lnTo>
                  <a:pt x="4643" y="419226"/>
                </a:lnTo>
                <a:lnTo>
                  <a:pt x="21883" y="460216"/>
                </a:lnTo>
                <a:lnTo>
                  <a:pt x="59507" y="473963"/>
                </a:lnTo>
                <a:lnTo>
                  <a:pt x="81366" y="466143"/>
                </a:lnTo>
                <a:lnTo>
                  <a:pt x="98654" y="454739"/>
                </a:lnTo>
                <a:lnTo>
                  <a:pt x="110084" y="439263"/>
                </a:lnTo>
                <a:lnTo>
                  <a:pt x="114371" y="419226"/>
                </a:lnTo>
                <a:lnTo>
                  <a:pt x="108346" y="354136"/>
                </a:lnTo>
                <a:lnTo>
                  <a:pt x="107506" y="300246"/>
                </a:lnTo>
                <a:lnTo>
                  <a:pt x="109945" y="253442"/>
                </a:lnTo>
                <a:lnTo>
                  <a:pt x="113757" y="209605"/>
                </a:lnTo>
                <a:lnTo>
                  <a:pt x="117036" y="164619"/>
                </a:lnTo>
                <a:lnTo>
                  <a:pt x="117876" y="114369"/>
                </a:lnTo>
                <a:lnTo>
                  <a:pt x="114371" y="54737"/>
                </a:lnTo>
                <a:lnTo>
                  <a:pt x="98607" y="18605"/>
                </a:lnTo>
                <a:lnTo>
                  <a:pt x="81206" y="6731"/>
                </a:lnTo>
                <a:lnTo>
                  <a:pt x="59507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88208" y="3130295"/>
            <a:ext cx="114300" cy="401320"/>
          </a:xfrm>
          <a:custGeom>
            <a:avLst/>
            <a:gdLst/>
            <a:ahLst/>
            <a:cxnLst/>
            <a:rect l="l" t="t" r="r" b="b"/>
            <a:pathLst>
              <a:path w="114300" h="401320">
                <a:moveTo>
                  <a:pt x="58868" y="0"/>
                </a:moveTo>
                <a:lnTo>
                  <a:pt x="37401" y="5925"/>
                </a:lnTo>
                <a:lnTo>
                  <a:pt x="20958" y="19018"/>
                </a:lnTo>
                <a:lnTo>
                  <a:pt x="9754" y="36254"/>
                </a:lnTo>
                <a:lnTo>
                  <a:pt x="4004" y="54609"/>
                </a:lnTo>
                <a:lnTo>
                  <a:pt x="9807" y="105198"/>
                </a:lnTo>
                <a:lnTo>
                  <a:pt x="9366" y="152531"/>
                </a:lnTo>
                <a:lnTo>
                  <a:pt x="5623" y="198453"/>
                </a:lnTo>
                <a:lnTo>
                  <a:pt x="1520" y="244808"/>
                </a:lnTo>
                <a:lnTo>
                  <a:pt x="0" y="293443"/>
                </a:lnTo>
                <a:lnTo>
                  <a:pt x="4004" y="346201"/>
                </a:lnTo>
                <a:lnTo>
                  <a:pt x="20101" y="384651"/>
                </a:lnTo>
                <a:lnTo>
                  <a:pt x="58868" y="400812"/>
                </a:lnTo>
                <a:lnTo>
                  <a:pt x="76477" y="395547"/>
                </a:lnTo>
                <a:lnTo>
                  <a:pt x="94586" y="382127"/>
                </a:lnTo>
                <a:lnTo>
                  <a:pt x="108552" y="364396"/>
                </a:lnTo>
                <a:lnTo>
                  <a:pt x="113732" y="346201"/>
                </a:lnTo>
                <a:lnTo>
                  <a:pt x="106085" y="286811"/>
                </a:lnTo>
                <a:lnTo>
                  <a:pt x="104757" y="238995"/>
                </a:lnTo>
                <a:lnTo>
                  <a:pt x="107302" y="197310"/>
                </a:lnTo>
                <a:lnTo>
                  <a:pt x="111276" y="156313"/>
                </a:lnTo>
                <a:lnTo>
                  <a:pt x="114234" y="110561"/>
                </a:lnTo>
                <a:lnTo>
                  <a:pt x="113732" y="54609"/>
                </a:lnTo>
                <a:lnTo>
                  <a:pt x="112499" y="35254"/>
                </a:lnTo>
                <a:lnTo>
                  <a:pt x="100539" y="18446"/>
                </a:lnTo>
                <a:lnTo>
                  <a:pt x="81460" y="6068"/>
                </a:lnTo>
                <a:lnTo>
                  <a:pt x="58868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791140" y="2766060"/>
            <a:ext cx="115570" cy="254635"/>
          </a:xfrm>
          <a:custGeom>
            <a:avLst/>
            <a:gdLst/>
            <a:ahLst/>
            <a:cxnLst/>
            <a:rect l="l" t="t" r="r" b="b"/>
            <a:pathLst>
              <a:path w="115570" h="254635">
                <a:moveTo>
                  <a:pt x="55935" y="0"/>
                </a:moveTo>
                <a:lnTo>
                  <a:pt x="33397" y="2905"/>
                </a:lnTo>
                <a:lnTo>
                  <a:pt x="15835" y="15430"/>
                </a:lnTo>
                <a:lnTo>
                  <a:pt x="4607" y="33861"/>
                </a:lnTo>
                <a:lnTo>
                  <a:pt x="1071" y="54482"/>
                </a:lnTo>
                <a:lnTo>
                  <a:pt x="1714" y="95190"/>
                </a:lnTo>
                <a:lnTo>
                  <a:pt x="0" y="158317"/>
                </a:lnTo>
                <a:lnTo>
                  <a:pt x="1071" y="200025"/>
                </a:lnTo>
                <a:lnTo>
                  <a:pt x="15882" y="237553"/>
                </a:lnTo>
                <a:lnTo>
                  <a:pt x="55935" y="254507"/>
                </a:lnTo>
                <a:lnTo>
                  <a:pt x="75241" y="248281"/>
                </a:lnTo>
                <a:lnTo>
                  <a:pt x="92178" y="237077"/>
                </a:lnTo>
                <a:lnTo>
                  <a:pt x="104709" y="220968"/>
                </a:lnTo>
                <a:lnTo>
                  <a:pt x="110799" y="200025"/>
                </a:lnTo>
                <a:lnTo>
                  <a:pt x="110085" y="153906"/>
                </a:lnTo>
                <a:lnTo>
                  <a:pt x="113085" y="117109"/>
                </a:lnTo>
                <a:lnTo>
                  <a:pt x="110799" y="54482"/>
                </a:lnTo>
                <a:lnTo>
                  <a:pt x="96273" y="18192"/>
                </a:lnTo>
                <a:lnTo>
                  <a:pt x="79063" y="4548"/>
                </a:lnTo>
                <a:lnTo>
                  <a:pt x="55935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196276" y="3469489"/>
            <a:ext cx="170180" cy="391160"/>
          </a:xfrm>
          <a:custGeom>
            <a:avLst/>
            <a:gdLst/>
            <a:ahLst/>
            <a:cxnLst/>
            <a:rect l="l" t="t" r="r" b="b"/>
            <a:pathLst>
              <a:path w="170179" h="391160">
                <a:moveTo>
                  <a:pt x="107801" y="0"/>
                </a:moveTo>
                <a:lnTo>
                  <a:pt x="88917" y="7929"/>
                </a:lnTo>
                <a:lnTo>
                  <a:pt x="73606" y="22288"/>
                </a:lnTo>
                <a:lnTo>
                  <a:pt x="63295" y="40790"/>
                </a:lnTo>
                <a:lnTo>
                  <a:pt x="57505" y="101550"/>
                </a:lnTo>
                <a:lnTo>
                  <a:pt x="44240" y="151200"/>
                </a:lnTo>
                <a:lnTo>
                  <a:pt x="12288" y="234461"/>
                </a:lnTo>
                <a:lnTo>
                  <a:pt x="2103" y="276713"/>
                </a:lnTo>
                <a:lnTo>
                  <a:pt x="1446" y="325143"/>
                </a:lnTo>
                <a:lnTo>
                  <a:pt x="0" y="346225"/>
                </a:lnTo>
                <a:lnTo>
                  <a:pt x="7209" y="365593"/>
                </a:lnTo>
                <a:lnTo>
                  <a:pt x="21538" y="381150"/>
                </a:lnTo>
                <a:lnTo>
                  <a:pt x="41451" y="390802"/>
                </a:lnTo>
                <a:lnTo>
                  <a:pt x="44499" y="389786"/>
                </a:lnTo>
                <a:lnTo>
                  <a:pt x="47928" y="390929"/>
                </a:lnTo>
                <a:lnTo>
                  <a:pt x="52373" y="390802"/>
                </a:lnTo>
                <a:lnTo>
                  <a:pt x="69300" y="390425"/>
                </a:lnTo>
                <a:lnTo>
                  <a:pt x="83774" y="382357"/>
                </a:lnTo>
                <a:lnTo>
                  <a:pt x="96200" y="368478"/>
                </a:lnTo>
                <a:lnTo>
                  <a:pt x="106983" y="350670"/>
                </a:lnTo>
                <a:lnTo>
                  <a:pt x="115542" y="299004"/>
                </a:lnTo>
                <a:lnTo>
                  <a:pt x="127110" y="252255"/>
                </a:lnTo>
                <a:lnTo>
                  <a:pt x="139955" y="208018"/>
                </a:lnTo>
                <a:lnTo>
                  <a:pt x="152346" y="163886"/>
                </a:lnTo>
                <a:lnTo>
                  <a:pt x="162549" y="117455"/>
                </a:lnTo>
                <a:lnTo>
                  <a:pt x="168832" y="66317"/>
                </a:lnTo>
                <a:lnTo>
                  <a:pt x="170082" y="41344"/>
                </a:lnTo>
                <a:lnTo>
                  <a:pt x="162831" y="21121"/>
                </a:lnTo>
                <a:lnTo>
                  <a:pt x="148580" y="7113"/>
                </a:lnTo>
                <a:lnTo>
                  <a:pt x="128827" y="785"/>
                </a:lnTo>
                <a:lnTo>
                  <a:pt x="10780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307451" y="3034815"/>
            <a:ext cx="156845" cy="327025"/>
          </a:xfrm>
          <a:custGeom>
            <a:avLst/>
            <a:gdLst/>
            <a:ahLst/>
            <a:cxnLst/>
            <a:rect l="l" t="t" r="r" b="b"/>
            <a:pathLst>
              <a:path w="156845" h="327025">
                <a:moveTo>
                  <a:pt x="53909" y="325096"/>
                </a:moveTo>
                <a:lnTo>
                  <a:pt x="45084" y="325096"/>
                </a:lnTo>
                <a:lnTo>
                  <a:pt x="47117" y="326874"/>
                </a:lnTo>
                <a:lnTo>
                  <a:pt x="50926" y="325604"/>
                </a:lnTo>
                <a:lnTo>
                  <a:pt x="53909" y="325096"/>
                </a:lnTo>
                <a:close/>
              </a:path>
              <a:path w="156845" h="327025">
                <a:moveTo>
                  <a:pt x="112826" y="0"/>
                </a:moveTo>
                <a:lnTo>
                  <a:pt x="89927" y="0"/>
                </a:lnTo>
                <a:lnTo>
                  <a:pt x="70865" y="8643"/>
                </a:lnTo>
                <a:lnTo>
                  <a:pt x="56372" y="23915"/>
                </a:lnTo>
                <a:lnTo>
                  <a:pt x="47244" y="43791"/>
                </a:lnTo>
                <a:lnTo>
                  <a:pt x="42915" y="90945"/>
                </a:lnTo>
                <a:lnTo>
                  <a:pt x="30815" y="128694"/>
                </a:lnTo>
                <a:lnTo>
                  <a:pt x="16154" y="164455"/>
                </a:lnTo>
                <a:lnTo>
                  <a:pt x="4145" y="205648"/>
                </a:lnTo>
                <a:lnTo>
                  <a:pt x="0" y="259691"/>
                </a:lnTo>
                <a:lnTo>
                  <a:pt x="1875" y="283920"/>
                </a:lnTo>
                <a:lnTo>
                  <a:pt x="10048" y="303791"/>
                </a:lnTo>
                <a:lnTo>
                  <a:pt x="23199" y="318091"/>
                </a:lnTo>
                <a:lnTo>
                  <a:pt x="40004" y="325604"/>
                </a:lnTo>
                <a:lnTo>
                  <a:pt x="45084" y="325096"/>
                </a:lnTo>
                <a:lnTo>
                  <a:pt x="53909" y="325096"/>
                </a:lnTo>
                <a:lnTo>
                  <a:pt x="100451" y="302315"/>
                </a:lnTo>
                <a:lnTo>
                  <a:pt x="114811" y="239921"/>
                </a:lnTo>
                <a:lnTo>
                  <a:pt x="127771" y="199783"/>
                </a:lnTo>
                <a:lnTo>
                  <a:pt x="142596" y="160767"/>
                </a:lnTo>
                <a:lnTo>
                  <a:pt x="153910" y="118708"/>
                </a:lnTo>
                <a:lnTo>
                  <a:pt x="156337" y="69445"/>
                </a:lnTo>
                <a:lnTo>
                  <a:pt x="156082" y="68556"/>
                </a:lnTo>
                <a:lnTo>
                  <a:pt x="156718" y="67413"/>
                </a:lnTo>
                <a:lnTo>
                  <a:pt x="156337" y="65762"/>
                </a:lnTo>
                <a:lnTo>
                  <a:pt x="151602" y="43981"/>
                </a:lnTo>
                <a:lnTo>
                  <a:pt x="143224" y="23915"/>
                </a:lnTo>
                <a:lnTo>
                  <a:pt x="130512" y="8326"/>
                </a:lnTo>
                <a:lnTo>
                  <a:pt x="11282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558783" y="3312588"/>
            <a:ext cx="355600" cy="474980"/>
          </a:xfrm>
          <a:custGeom>
            <a:avLst/>
            <a:gdLst/>
            <a:ahLst/>
            <a:cxnLst/>
            <a:rect l="l" t="t" r="r" b="b"/>
            <a:pathLst>
              <a:path w="355600" h="474979">
                <a:moveTo>
                  <a:pt x="295513" y="0"/>
                </a:moveTo>
                <a:lnTo>
                  <a:pt x="276461" y="7439"/>
                </a:lnTo>
                <a:lnTo>
                  <a:pt x="259207" y="25987"/>
                </a:lnTo>
                <a:lnTo>
                  <a:pt x="240641" y="72231"/>
                </a:lnTo>
                <a:lnTo>
                  <a:pt x="213437" y="116120"/>
                </a:lnTo>
                <a:lnTo>
                  <a:pt x="180330" y="158006"/>
                </a:lnTo>
                <a:lnTo>
                  <a:pt x="144056" y="198242"/>
                </a:lnTo>
                <a:lnTo>
                  <a:pt x="107351" y="237182"/>
                </a:lnTo>
                <a:lnTo>
                  <a:pt x="72949" y="275180"/>
                </a:lnTo>
                <a:lnTo>
                  <a:pt x="43587" y="312588"/>
                </a:lnTo>
                <a:lnTo>
                  <a:pt x="21999" y="349759"/>
                </a:lnTo>
                <a:lnTo>
                  <a:pt x="10922" y="387048"/>
                </a:lnTo>
                <a:lnTo>
                  <a:pt x="6322" y="395918"/>
                </a:lnTo>
                <a:lnTo>
                  <a:pt x="3175" y="403336"/>
                </a:lnTo>
                <a:lnTo>
                  <a:pt x="1170" y="410801"/>
                </a:lnTo>
                <a:lnTo>
                  <a:pt x="0" y="419814"/>
                </a:lnTo>
                <a:lnTo>
                  <a:pt x="480" y="439600"/>
                </a:lnTo>
                <a:lnTo>
                  <a:pt x="12223" y="455136"/>
                </a:lnTo>
                <a:lnTo>
                  <a:pt x="31539" y="466695"/>
                </a:lnTo>
                <a:lnTo>
                  <a:pt x="54737" y="474551"/>
                </a:lnTo>
                <a:lnTo>
                  <a:pt x="67730" y="473170"/>
                </a:lnTo>
                <a:lnTo>
                  <a:pt x="80105" y="468741"/>
                </a:lnTo>
                <a:lnTo>
                  <a:pt x="91670" y="460835"/>
                </a:lnTo>
                <a:lnTo>
                  <a:pt x="102235" y="449024"/>
                </a:lnTo>
                <a:lnTo>
                  <a:pt x="124743" y="392925"/>
                </a:lnTo>
                <a:lnTo>
                  <a:pt x="149753" y="346262"/>
                </a:lnTo>
                <a:lnTo>
                  <a:pt x="176736" y="306704"/>
                </a:lnTo>
                <a:lnTo>
                  <a:pt x="205165" y="271919"/>
                </a:lnTo>
                <a:lnTo>
                  <a:pt x="234512" y="239574"/>
                </a:lnTo>
                <a:lnTo>
                  <a:pt x="264249" y="207338"/>
                </a:lnTo>
                <a:lnTo>
                  <a:pt x="293848" y="172879"/>
                </a:lnTo>
                <a:lnTo>
                  <a:pt x="322780" y="133865"/>
                </a:lnTo>
                <a:lnTo>
                  <a:pt x="350520" y="87963"/>
                </a:lnTo>
                <a:lnTo>
                  <a:pt x="355274" y="67107"/>
                </a:lnTo>
                <a:lnTo>
                  <a:pt x="354933" y="47037"/>
                </a:lnTo>
                <a:lnTo>
                  <a:pt x="348734" y="29206"/>
                </a:lnTo>
                <a:lnTo>
                  <a:pt x="335915" y="15065"/>
                </a:lnTo>
                <a:lnTo>
                  <a:pt x="315589" y="2823"/>
                </a:lnTo>
                <a:lnTo>
                  <a:pt x="29551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315072" y="3389927"/>
            <a:ext cx="183515" cy="470534"/>
          </a:xfrm>
          <a:custGeom>
            <a:avLst/>
            <a:gdLst/>
            <a:ahLst/>
            <a:cxnLst/>
            <a:rect l="l" t="t" r="r" b="b"/>
            <a:pathLst>
              <a:path w="183515" h="470535">
                <a:moveTo>
                  <a:pt x="63563" y="0"/>
                </a:moveTo>
                <a:lnTo>
                  <a:pt x="25288" y="11437"/>
                </a:lnTo>
                <a:lnTo>
                  <a:pt x="126" y="45021"/>
                </a:lnTo>
                <a:lnTo>
                  <a:pt x="0" y="68409"/>
                </a:lnTo>
                <a:lnTo>
                  <a:pt x="19116" y="123697"/>
                </a:lnTo>
                <a:lnTo>
                  <a:pt x="31324" y="176322"/>
                </a:lnTo>
                <a:lnTo>
                  <a:pt x="39121" y="227056"/>
                </a:lnTo>
                <a:lnTo>
                  <a:pt x="45009" y="276673"/>
                </a:lnTo>
                <a:lnTo>
                  <a:pt x="51484" y="325945"/>
                </a:lnTo>
                <a:lnTo>
                  <a:pt x="61048" y="375646"/>
                </a:lnTo>
                <a:lnTo>
                  <a:pt x="76200" y="426549"/>
                </a:lnTo>
                <a:lnTo>
                  <a:pt x="110811" y="466054"/>
                </a:lnTo>
                <a:lnTo>
                  <a:pt x="130555" y="470364"/>
                </a:lnTo>
                <a:lnTo>
                  <a:pt x="138049" y="470237"/>
                </a:lnTo>
                <a:lnTo>
                  <a:pt x="141477" y="466681"/>
                </a:lnTo>
                <a:lnTo>
                  <a:pt x="163014" y="459206"/>
                </a:lnTo>
                <a:lnTo>
                  <a:pt x="176895" y="444313"/>
                </a:lnTo>
                <a:lnTo>
                  <a:pt x="183036" y="424158"/>
                </a:lnTo>
                <a:lnTo>
                  <a:pt x="181355" y="400895"/>
                </a:lnTo>
                <a:lnTo>
                  <a:pt x="169797" y="350392"/>
                </a:lnTo>
                <a:lnTo>
                  <a:pt x="162708" y="303645"/>
                </a:lnTo>
                <a:lnTo>
                  <a:pt x="157546" y="258270"/>
                </a:lnTo>
                <a:lnTo>
                  <a:pt x="151766" y="211879"/>
                </a:lnTo>
                <a:lnTo>
                  <a:pt x="142824" y="162087"/>
                </a:lnTo>
                <a:lnTo>
                  <a:pt x="128178" y="106507"/>
                </a:lnTo>
                <a:lnTo>
                  <a:pt x="105282" y="42755"/>
                </a:lnTo>
                <a:lnTo>
                  <a:pt x="100282" y="20518"/>
                </a:lnTo>
                <a:lnTo>
                  <a:pt x="84423" y="6115"/>
                </a:lnTo>
                <a:lnTo>
                  <a:pt x="6356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237124" y="3037322"/>
            <a:ext cx="139065" cy="254635"/>
          </a:xfrm>
          <a:custGeom>
            <a:avLst/>
            <a:gdLst/>
            <a:ahLst/>
            <a:cxnLst/>
            <a:rect l="l" t="t" r="r" b="b"/>
            <a:pathLst>
              <a:path w="139065" h="254635">
                <a:moveTo>
                  <a:pt x="97192" y="252358"/>
                </a:moveTo>
                <a:lnTo>
                  <a:pt x="87219" y="252358"/>
                </a:lnTo>
                <a:lnTo>
                  <a:pt x="93315" y="254263"/>
                </a:lnTo>
                <a:lnTo>
                  <a:pt x="95601" y="252993"/>
                </a:lnTo>
                <a:lnTo>
                  <a:pt x="97192" y="252358"/>
                </a:lnTo>
                <a:close/>
              </a:path>
              <a:path w="139065" h="254635">
                <a:moveTo>
                  <a:pt x="62823" y="0"/>
                </a:moveTo>
                <a:lnTo>
                  <a:pt x="40737" y="1660"/>
                </a:lnTo>
                <a:lnTo>
                  <a:pt x="23284" y="9346"/>
                </a:lnTo>
                <a:lnTo>
                  <a:pt x="8653" y="24663"/>
                </a:lnTo>
                <a:lnTo>
                  <a:pt x="0" y="44862"/>
                </a:lnTo>
                <a:lnTo>
                  <a:pt x="478" y="67192"/>
                </a:lnTo>
                <a:lnTo>
                  <a:pt x="7685" y="106293"/>
                </a:lnTo>
                <a:lnTo>
                  <a:pt x="12606" y="141011"/>
                </a:lnTo>
                <a:lnTo>
                  <a:pt x="29688" y="209305"/>
                </a:lnTo>
                <a:lnTo>
                  <a:pt x="51325" y="243199"/>
                </a:lnTo>
                <a:lnTo>
                  <a:pt x="84679" y="252993"/>
                </a:lnTo>
                <a:lnTo>
                  <a:pt x="87219" y="252358"/>
                </a:lnTo>
                <a:lnTo>
                  <a:pt x="97192" y="252358"/>
                </a:lnTo>
                <a:lnTo>
                  <a:pt x="117054" y="244433"/>
                </a:lnTo>
                <a:lnTo>
                  <a:pt x="132161" y="229181"/>
                </a:lnTo>
                <a:lnTo>
                  <a:pt x="139053" y="209452"/>
                </a:lnTo>
                <a:lnTo>
                  <a:pt x="135860" y="187461"/>
                </a:lnTo>
                <a:lnTo>
                  <a:pt x="123795" y="149129"/>
                </a:lnTo>
                <a:lnTo>
                  <a:pt x="118302" y="108737"/>
                </a:lnTo>
                <a:lnTo>
                  <a:pt x="114286" y="72179"/>
                </a:lnTo>
                <a:lnTo>
                  <a:pt x="106650" y="45348"/>
                </a:lnTo>
                <a:lnTo>
                  <a:pt x="106269" y="43951"/>
                </a:lnTo>
                <a:lnTo>
                  <a:pt x="106777" y="43189"/>
                </a:lnTo>
                <a:lnTo>
                  <a:pt x="106650" y="41665"/>
                </a:lnTo>
                <a:lnTo>
                  <a:pt x="96565" y="21967"/>
                </a:lnTo>
                <a:lnTo>
                  <a:pt x="81694" y="7423"/>
                </a:lnTo>
                <a:lnTo>
                  <a:pt x="6282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782789" y="3318843"/>
            <a:ext cx="357505" cy="468630"/>
          </a:xfrm>
          <a:custGeom>
            <a:avLst/>
            <a:gdLst/>
            <a:ahLst/>
            <a:cxnLst/>
            <a:rect l="l" t="t" r="r" b="b"/>
            <a:pathLst>
              <a:path w="357504" h="468629">
                <a:moveTo>
                  <a:pt x="61636" y="0"/>
                </a:moveTo>
                <a:lnTo>
                  <a:pt x="9663" y="27636"/>
                </a:lnTo>
                <a:lnTo>
                  <a:pt x="0" y="65748"/>
                </a:lnTo>
                <a:lnTo>
                  <a:pt x="6502" y="85518"/>
                </a:lnTo>
                <a:lnTo>
                  <a:pt x="35361" y="119591"/>
                </a:lnTo>
                <a:lnTo>
                  <a:pt x="63338" y="159853"/>
                </a:lnTo>
                <a:lnTo>
                  <a:pt x="90670" y="204296"/>
                </a:lnTo>
                <a:lnTo>
                  <a:pt x="144349" y="297706"/>
                </a:lnTo>
                <a:lnTo>
                  <a:pt x="171170" y="342660"/>
                </a:lnTo>
                <a:lnTo>
                  <a:pt x="198295" y="383773"/>
                </a:lnTo>
                <a:lnTo>
                  <a:pt x="225961" y="419039"/>
                </a:lnTo>
                <a:lnTo>
                  <a:pt x="254406" y="446452"/>
                </a:lnTo>
                <a:lnTo>
                  <a:pt x="260840" y="455723"/>
                </a:lnTo>
                <a:lnTo>
                  <a:pt x="271583" y="462232"/>
                </a:lnTo>
                <a:lnTo>
                  <a:pt x="284660" y="466312"/>
                </a:lnTo>
                <a:lnTo>
                  <a:pt x="298094" y="468296"/>
                </a:lnTo>
                <a:lnTo>
                  <a:pt x="307304" y="468254"/>
                </a:lnTo>
                <a:lnTo>
                  <a:pt x="346840" y="444519"/>
                </a:lnTo>
                <a:lnTo>
                  <a:pt x="356989" y="403300"/>
                </a:lnTo>
                <a:lnTo>
                  <a:pt x="345465" y="384476"/>
                </a:lnTo>
                <a:lnTo>
                  <a:pt x="312195" y="352054"/>
                </a:lnTo>
                <a:lnTo>
                  <a:pt x="280895" y="313946"/>
                </a:lnTo>
                <a:lnTo>
                  <a:pt x="251335" y="271766"/>
                </a:lnTo>
                <a:lnTo>
                  <a:pt x="223283" y="227127"/>
                </a:lnTo>
                <a:lnTo>
                  <a:pt x="196508" y="181644"/>
                </a:lnTo>
                <a:lnTo>
                  <a:pt x="170779" y="136930"/>
                </a:lnTo>
                <a:lnTo>
                  <a:pt x="145866" y="94599"/>
                </a:lnTo>
                <a:lnTo>
                  <a:pt x="121537" y="56265"/>
                </a:lnTo>
                <a:lnTo>
                  <a:pt x="97561" y="23542"/>
                </a:lnTo>
                <a:lnTo>
                  <a:pt x="80010" y="6276"/>
                </a:lnTo>
                <a:lnTo>
                  <a:pt x="6163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6251684" y="3980403"/>
            <a:ext cx="3197225" cy="2133600"/>
          </a:xfrm>
          <a:custGeom>
            <a:avLst/>
            <a:gdLst/>
            <a:ahLst/>
            <a:cxnLst/>
            <a:rect l="l" t="t" r="r" b="b"/>
            <a:pathLst>
              <a:path w="3197225" h="2133600">
                <a:moveTo>
                  <a:pt x="1731551" y="2120900"/>
                </a:moveTo>
                <a:lnTo>
                  <a:pt x="1465010" y="2120900"/>
                </a:lnTo>
                <a:lnTo>
                  <a:pt x="1484594" y="2133600"/>
                </a:lnTo>
                <a:lnTo>
                  <a:pt x="1711031" y="2133600"/>
                </a:lnTo>
                <a:lnTo>
                  <a:pt x="1731551" y="2120900"/>
                </a:lnTo>
                <a:close/>
              </a:path>
              <a:path w="3197225" h="2133600">
                <a:moveTo>
                  <a:pt x="1180221" y="1739900"/>
                </a:moveTo>
                <a:lnTo>
                  <a:pt x="551551" y="1739900"/>
                </a:lnTo>
                <a:lnTo>
                  <a:pt x="595997" y="1752600"/>
                </a:lnTo>
                <a:lnTo>
                  <a:pt x="641239" y="1752600"/>
                </a:lnTo>
                <a:lnTo>
                  <a:pt x="734182" y="1778000"/>
                </a:lnTo>
                <a:lnTo>
                  <a:pt x="781919" y="1778000"/>
                </a:lnTo>
                <a:lnTo>
                  <a:pt x="830523" y="1803400"/>
                </a:lnTo>
                <a:lnTo>
                  <a:pt x="930404" y="1828800"/>
                </a:lnTo>
                <a:lnTo>
                  <a:pt x="981716" y="1854200"/>
                </a:lnTo>
                <a:lnTo>
                  <a:pt x="1087175" y="1905000"/>
                </a:lnTo>
                <a:lnTo>
                  <a:pt x="1196529" y="1955800"/>
                </a:lnTo>
                <a:lnTo>
                  <a:pt x="1252712" y="1993900"/>
                </a:lnTo>
                <a:lnTo>
                  <a:pt x="1309923" y="2032000"/>
                </a:lnTo>
                <a:lnTo>
                  <a:pt x="1368178" y="2070100"/>
                </a:lnTo>
                <a:lnTo>
                  <a:pt x="1427497" y="2108200"/>
                </a:lnTo>
                <a:lnTo>
                  <a:pt x="1446736" y="2120900"/>
                </a:lnTo>
                <a:lnTo>
                  <a:pt x="1750571" y="2120900"/>
                </a:lnTo>
                <a:lnTo>
                  <a:pt x="1766841" y="2108200"/>
                </a:lnTo>
                <a:lnTo>
                  <a:pt x="1826544" y="2082800"/>
                </a:lnTo>
                <a:lnTo>
                  <a:pt x="1885949" y="2044700"/>
                </a:lnTo>
                <a:lnTo>
                  <a:pt x="2119334" y="1943100"/>
                </a:lnTo>
                <a:lnTo>
                  <a:pt x="1690260" y="1943100"/>
                </a:lnTo>
                <a:lnTo>
                  <a:pt x="1701382" y="1930400"/>
                </a:lnTo>
                <a:lnTo>
                  <a:pt x="1500522" y="1930400"/>
                </a:lnTo>
                <a:lnTo>
                  <a:pt x="1324800" y="1816100"/>
                </a:lnTo>
                <a:lnTo>
                  <a:pt x="1266635" y="1790700"/>
                </a:lnTo>
                <a:lnTo>
                  <a:pt x="1208859" y="1752600"/>
                </a:lnTo>
                <a:lnTo>
                  <a:pt x="1180221" y="1739900"/>
                </a:lnTo>
                <a:close/>
              </a:path>
              <a:path w="3197225" h="2133600">
                <a:moveTo>
                  <a:pt x="2942977" y="368300"/>
                </a:moveTo>
                <a:lnTo>
                  <a:pt x="2799351" y="368300"/>
                </a:lnTo>
                <a:lnTo>
                  <a:pt x="2814534" y="419100"/>
                </a:lnTo>
                <a:lnTo>
                  <a:pt x="2825702" y="457200"/>
                </a:lnTo>
                <a:lnTo>
                  <a:pt x="2833479" y="508000"/>
                </a:lnTo>
                <a:lnTo>
                  <a:pt x="2838491" y="546100"/>
                </a:lnTo>
                <a:lnTo>
                  <a:pt x="2841364" y="584200"/>
                </a:lnTo>
                <a:lnTo>
                  <a:pt x="2842722" y="635000"/>
                </a:lnTo>
                <a:lnTo>
                  <a:pt x="2843191" y="673100"/>
                </a:lnTo>
                <a:lnTo>
                  <a:pt x="2843294" y="698500"/>
                </a:lnTo>
                <a:lnTo>
                  <a:pt x="2843397" y="723900"/>
                </a:lnTo>
                <a:lnTo>
                  <a:pt x="2843964" y="774700"/>
                </a:lnTo>
                <a:lnTo>
                  <a:pt x="2845518" y="825500"/>
                </a:lnTo>
                <a:lnTo>
                  <a:pt x="2848685" y="876300"/>
                </a:lnTo>
                <a:lnTo>
                  <a:pt x="2854088" y="939800"/>
                </a:lnTo>
                <a:lnTo>
                  <a:pt x="2860782" y="1003300"/>
                </a:lnTo>
                <a:lnTo>
                  <a:pt x="2866294" y="1054100"/>
                </a:lnTo>
                <a:lnTo>
                  <a:pt x="2870904" y="1104900"/>
                </a:lnTo>
                <a:lnTo>
                  <a:pt x="2874890" y="1155700"/>
                </a:lnTo>
                <a:lnTo>
                  <a:pt x="2882113" y="1244600"/>
                </a:lnTo>
                <a:lnTo>
                  <a:pt x="2885907" y="1295400"/>
                </a:lnTo>
                <a:lnTo>
                  <a:pt x="2890196" y="1346200"/>
                </a:lnTo>
                <a:lnTo>
                  <a:pt x="2895260" y="1397000"/>
                </a:lnTo>
                <a:lnTo>
                  <a:pt x="2901376" y="1447800"/>
                </a:lnTo>
                <a:lnTo>
                  <a:pt x="2908825" y="1511300"/>
                </a:lnTo>
                <a:lnTo>
                  <a:pt x="2885493" y="1524000"/>
                </a:lnTo>
                <a:lnTo>
                  <a:pt x="2858953" y="1536700"/>
                </a:lnTo>
                <a:lnTo>
                  <a:pt x="2829370" y="1536700"/>
                </a:lnTo>
                <a:lnTo>
                  <a:pt x="2796910" y="1549400"/>
                </a:lnTo>
                <a:lnTo>
                  <a:pt x="2761739" y="1562100"/>
                </a:lnTo>
                <a:lnTo>
                  <a:pt x="2724023" y="1574800"/>
                </a:lnTo>
                <a:lnTo>
                  <a:pt x="2683927" y="1587500"/>
                </a:lnTo>
                <a:lnTo>
                  <a:pt x="2641617" y="1587500"/>
                </a:lnTo>
                <a:lnTo>
                  <a:pt x="2551016" y="1612900"/>
                </a:lnTo>
                <a:lnTo>
                  <a:pt x="2503058" y="1625600"/>
                </a:lnTo>
                <a:lnTo>
                  <a:pt x="2402651" y="1651000"/>
                </a:lnTo>
                <a:lnTo>
                  <a:pt x="2350535" y="1676400"/>
                </a:lnTo>
                <a:lnTo>
                  <a:pt x="2188521" y="1714500"/>
                </a:lnTo>
                <a:lnTo>
                  <a:pt x="2133180" y="1739900"/>
                </a:lnTo>
                <a:lnTo>
                  <a:pt x="2077447" y="1752600"/>
                </a:lnTo>
                <a:lnTo>
                  <a:pt x="1744098" y="1905000"/>
                </a:lnTo>
                <a:lnTo>
                  <a:pt x="1690260" y="1943100"/>
                </a:lnTo>
                <a:lnTo>
                  <a:pt x="2119334" y="1943100"/>
                </a:lnTo>
                <a:lnTo>
                  <a:pt x="2176309" y="1917700"/>
                </a:lnTo>
                <a:lnTo>
                  <a:pt x="2288174" y="1892300"/>
                </a:lnTo>
                <a:lnTo>
                  <a:pt x="2342939" y="1866900"/>
                </a:lnTo>
                <a:lnTo>
                  <a:pt x="2449819" y="1841500"/>
                </a:lnTo>
                <a:lnTo>
                  <a:pt x="2501809" y="1841500"/>
                </a:lnTo>
                <a:lnTo>
                  <a:pt x="2651228" y="1803400"/>
                </a:lnTo>
                <a:lnTo>
                  <a:pt x="2744754" y="1803400"/>
                </a:lnTo>
                <a:lnTo>
                  <a:pt x="2789502" y="1790700"/>
                </a:lnTo>
                <a:lnTo>
                  <a:pt x="2874658" y="1790700"/>
                </a:lnTo>
                <a:lnTo>
                  <a:pt x="2914940" y="1778000"/>
                </a:lnTo>
                <a:lnTo>
                  <a:pt x="3148449" y="1778000"/>
                </a:lnTo>
                <a:lnTo>
                  <a:pt x="3172017" y="1752600"/>
                </a:lnTo>
                <a:lnTo>
                  <a:pt x="3188989" y="1727200"/>
                </a:lnTo>
                <a:lnTo>
                  <a:pt x="3197115" y="1701800"/>
                </a:lnTo>
                <a:lnTo>
                  <a:pt x="3193432" y="1689100"/>
                </a:lnTo>
                <a:lnTo>
                  <a:pt x="3182619" y="1651000"/>
                </a:lnTo>
                <a:lnTo>
                  <a:pt x="3175419" y="1600200"/>
                </a:lnTo>
                <a:lnTo>
                  <a:pt x="3171037" y="1549400"/>
                </a:lnTo>
                <a:lnTo>
                  <a:pt x="3168677" y="1498600"/>
                </a:lnTo>
                <a:lnTo>
                  <a:pt x="3167545" y="1435100"/>
                </a:lnTo>
                <a:lnTo>
                  <a:pt x="3166845" y="1371600"/>
                </a:lnTo>
                <a:lnTo>
                  <a:pt x="3165783" y="1320800"/>
                </a:lnTo>
                <a:lnTo>
                  <a:pt x="3163562" y="1257300"/>
                </a:lnTo>
                <a:lnTo>
                  <a:pt x="3159387" y="1206500"/>
                </a:lnTo>
                <a:lnTo>
                  <a:pt x="3152464" y="1168400"/>
                </a:lnTo>
                <a:lnTo>
                  <a:pt x="3141997" y="1130300"/>
                </a:lnTo>
                <a:lnTo>
                  <a:pt x="3133428" y="1104900"/>
                </a:lnTo>
                <a:lnTo>
                  <a:pt x="3128318" y="1066800"/>
                </a:lnTo>
                <a:lnTo>
                  <a:pt x="3125911" y="1028700"/>
                </a:lnTo>
                <a:lnTo>
                  <a:pt x="3125448" y="977900"/>
                </a:lnTo>
                <a:lnTo>
                  <a:pt x="3126174" y="927100"/>
                </a:lnTo>
                <a:lnTo>
                  <a:pt x="3127332" y="876300"/>
                </a:lnTo>
                <a:lnTo>
                  <a:pt x="3128165" y="812800"/>
                </a:lnTo>
                <a:lnTo>
                  <a:pt x="3128041" y="787400"/>
                </a:lnTo>
                <a:lnTo>
                  <a:pt x="3127917" y="762000"/>
                </a:lnTo>
                <a:lnTo>
                  <a:pt x="3125829" y="698500"/>
                </a:lnTo>
                <a:lnTo>
                  <a:pt x="3121147" y="647700"/>
                </a:lnTo>
                <a:lnTo>
                  <a:pt x="3113112" y="596900"/>
                </a:lnTo>
                <a:lnTo>
                  <a:pt x="3100968" y="546100"/>
                </a:lnTo>
                <a:lnTo>
                  <a:pt x="3083958" y="508000"/>
                </a:lnTo>
                <a:lnTo>
                  <a:pt x="3054605" y="457200"/>
                </a:lnTo>
                <a:lnTo>
                  <a:pt x="3033684" y="444500"/>
                </a:lnTo>
                <a:lnTo>
                  <a:pt x="2956323" y="444500"/>
                </a:lnTo>
                <a:lnTo>
                  <a:pt x="2944412" y="393700"/>
                </a:lnTo>
                <a:lnTo>
                  <a:pt x="2942977" y="368300"/>
                </a:lnTo>
                <a:close/>
              </a:path>
              <a:path w="3197225" h="2133600">
                <a:moveTo>
                  <a:pt x="920821" y="1384300"/>
                </a:moveTo>
                <a:lnTo>
                  <a:pt x="620674" y="1384300"/>
                </a:lnTo>
                <a:lnTo>
                  <a:pt x="657162" y="1397000"/>
                </a:lnTo>
                <a:lnTo>
                  <a:pt x="696128" y="1397000"/>
                </a:lnTo>
                <a:lnTo>
                  <a:pt x="737329" y="1409700"/>
                </a:lnTo>
                <a:lnTo>
                  <a:pt x="780520" y="1422400"/>
                </a:lnTo>
                <a:lnTo>
                  <a:pt x="825454" y="1435100"/>
                </a:lnTo>
                <a:lnTo>
                  <a:pt x="919577" y="1460500"/>
                </a:lnTo>
                <a:lnTo>
                  <a:pt x="968275" y="1485900"/>
                </a:lnTo>
                <a:lnTo>
                  <a:pt x="1117976" y="1562100"/>
                </a:lnTo>
                <a:lnTo>
                  <a:pt x="1267944" y="1676400"/>
                </a:lnTo>
                <a:lnTo>
                  <a:pt x="1316850" y="1714500"/>
                </a:lnTo>
                <a:lnTo>
                  <a:pt x="1364806" y="1765300"/>
                </a:lnTo>
                <a:lnTo>
                  <a:pt x="1411566" y="1816100"/>
                </a:lnTo>
                <a:lnTo>
                  <a:pt x="1456887" y="1866900"/>
                </a:lnTo>
                <a:lnTo>
                  <a:pt x="1500522" y="1930400"/>
                </a:lnTo>
                <a:lnTo>
                  <a:pt x="1701382" y="1930400"/>
                </a:lnTo>
                <a:lnTo>
                  <a:pt x="1745866" y="1879600"/>
                </a:lnTo>
                <a:lnTo>
                  <a:pt x="1802951" y="1841500"/>
                </a:lnTo>
                <a:lnTo>
                  <a:pt x="1861174" y="1790700"/>
                </a:lnTo>
                <a:lnTo>
                  <a:pt x="1920197" y="1752600"/>
                </a:lnTo>
                <a:lnTo>
                  <a:pt x="1522366" y="1752600"/>
                </a:lnTo>
                <a:lnTo>
                  <a:pt x="1465984" y="1714500"/>
                </a:lnTo>
                <a:lnTo>
                  <a:pt x="1410089" y="1663700"/>
                </a:lnTo>
                <a:lnTo>
                  <a:pt x="1300120" y="1587500"/>
                </a:lnTo>
                <a:lnTo>
                  <a:pt x="1246228" y="1562100"/>
                </a:lnTo>
                <a:lnTo>
                  <a:pt x="1193184" y="1524000"/>
                </a:lnTo>
                <a:lnTo>
                  <a:pt x="1141079" y="1498600"/>
                </a:lnTo>
                <a:lnTo>
                  <a:pt x="1090002" y="1460500"/>
                </a:lnTo>
                <a:lnTo>
                  <a:pt x="1040045" y="1435100"/>
                </a:lnTo>
                <a:lnTo>
                  <a:pt x="991297" y="1409700"/>
                </a:lnTo>
                <a:lnTo>
                  <a:pt x="943850" y="1397000"/>
                </a:lnTo>
                <a:lnTo>
                  <a:pt x="920821" y="1384300"/>
                </a:lnTo>
                <a:close/>
              </a:path>
              <a:path w="3197225" h="2133600">
                <a:moveTo>
                  <a:pt x="851294" y="12700"/>
                </a:moveTo>
                <a:lnTo>
                  <a:pt x="603188" y="12700"/>
                </a:lnTo>
                <a:lnTo>
                  <a:pt x="551832" y="25400"/>
                </a:lnTo>
                <a:lnTo>
                  <a:pt x="513863" y="25400"/>
                </a:lnTo>
                <a:lnTo>
                  <a:pt x="497095" y="38100"/>
                </a:lnTo>
                <a:lnTo>
                  <a:pt x="497006" y="63500"/>
                </a:lnTo>
                <a:lnTo>
                  <a:pt x="496917" y="88900"/>
                </a:lnTo>
                <a:lnTo>
                  <a:pt x="488047" y="139700"/>
                </a:lnTo>
                <a:lnTo>
                  <a:pt x="479129" y="177800"/>
                </a:lnTo>
                <a:lnTo>
                  <a:pt x="479048" y="190500"/>
                </a:lnTo>
                <a:lnTo>
                  <a:pt x="478968" y="203200"/>
                </a:lnTo>
                <a:lnTo>
                  <a:pt x="478888" y="215900"/>
                </a:lnTo>
                <a:lnTo>
                  <a:pt x="478807" y="228600"/>
                </a:lnTo>
                <a:lnTo>
                  <a:pt x="256303" y="228600"/>
                </a:lnTo>
                <a:lnTo>
                  <a:pt x="259179" y="279400"/>
                </a:lnTo>
                <a:lnTo>
                  <a:pt x="251207" y="317500"/>
                </a:lnTo>
                <a:lnTo>
                  <a:pt x="241212" y="381000"/>
                </a:lnTo>
                <a:lnTo>
                  <a:pt x="238015" y="444500"/>
                </a:lnTo>
                <a:lnTo>
                  <a:pt x="156922" y="444500"/>
                </a:lnTo>
                <a:lnTo>
                  <a:pt x="135495" y="457200"/>
                </a:lnTo>
                <a:lnTo>
                  <a:pt x="119735" y="482600"/>
                </a:lnTo>
                <a:lnTo>
                  <a:pt x="110380" y="508000"/>
                </a:lnTo>
                <a:lnTo>
                  <a:pt x="107760" y="558800"/>
                </a:lnTo>
                <a:lnTo>
                  <a:pt x="102464" y="622300"/>
                </a:lnTo>
                <a:lnTo>
                  <a:pt x="95200" y="673100"/>
                </a:lnTo>
                <a:lnTo>
                  <a:pt x="86674" y="723900"/>
                </a:lnTo>
                <a:lnTo>
                  <a:pt x="77592" y="774700"/>
                </a:lnTo>
                <a:lnTo>
                  <a:pt x="68661" y="825500"/>
                </a:lnTo>
                <a:lnTo>
                  <a:pt x="60587" y="876300"/>
                </a:lnTo>
                <a:lnTo>
                  <a:pt x="54077" y="927100"/>
                </a:lnTo>
                <a:lnTo>
                  <a:pt x="49837" y="965200"/>
                </a:lnTo>
                <a:lnTo>
                  <a:pt x="48574" y="1003300"/>
                </a:lnTo>
                <a:lnTo>
                  <a:pt x="50993" y="1041400"/>
                </a:lnTo>
                <a:lnTo>
                  <a:pt x="57802" y="1079500"/>
                </a:lnTo>
                <a:lnTo>
                  <a:pt x="64720" y="1104900"/>
                </a:lnTo>
                <a:lnTo>
                  <a:pt x="67417" y="1143000"/>
                </a:lnTo>
                <a:lnTo>
                  <a:pt x="66522" y="1193800"/>
                </a:lnTo>
                <a:lnTo>
                  <a:pt x="62666" y="1231900"/>
                </a:lnTo>
                <a:lnTo>
                  <a:pt x="56480" y="1295400"/>
                </a:lnTo>
                <a:lnTo>
                  <a:pt x="48595" y="1346200"/>
                </a:lnTo>
                <a:lnTo>
                  <a:pt x="39641" y="1397000"/>
                </a:lnTo>
                <a:lnTo>
                  <a:pt x="30248" y="1460500"/>
                </a:lnTo>
                <a:lnTo>
                  <a:pt x="21048" y="1511300"/>
                </a:lnTo>
                <a:lnTo>
                  <a:pt x="12670" y="1574800"/>
                </a:lnTo>
                <a:lnTo>
                  <a:pt x="5746" y="1638300"/>
                </a:lnTo>
                <a:lnTo>
                  <a:pt x="906" y="1689100"/>
                </a:lnTo>
                <a:lnTo>
                  <a:pt x="0" y="1714500"/>
                </a:lnTo>
                <a:lnTo>
                  <a:pt x="14606" y="1739900"/>
                </a:lnTo>
                <a:lnTo>
                  <a:pt x="37857" y="1765300"/>
                </a:lnTo>
                <a:lnTo>
                  <a:pt x="110087" y="1765300"/>
                </a:lnTo>
                <a:lnTo>
                  <a:pt x="146953" y="1752600"/>
                </a:lnTo>
                <a:lnTo>
                  <a:pt x="222502" y="1752600"/>
                </a:lnTo>
                <a:lnTo>
                  <a:pt x="261221" y="1739900"/>
                </a:lnTo>
                <a:lnTo>
                  <a:pt x="1180221" y="1739900"/>
                </a:lnTo>
                <a:lnTo>
                  <a:pt x="1038976" y="1676400"/>
                </a:lnTo>
                <a:lnTo>
                  <a:pt x="983866" y="1651000"/>
                </a:lnTo>
                <a:lnTo>
                  <a:pt x="929700" y="1638300"/>
                </a:lnTo>
                <a:lnTo>
                  <a:pt x="876588" y="1612900"/>
                </a:lnTo>
                <a:lnTo>
                  <a:pt x="773971" y="1587500"/>
                </a:lnTo>
                <a:lnTo>
                  <a:pt x="676903" y="1562100"/>
                </a:lnTo>
                <a:lnTo>
                  <a:pt x="630726" y="1549400"/>
                </a:lnTo>
                <a:lnTo>
                  <a:pt x="586269" y="1549400"/>
                </a:lnTo>
                <a:lnTo>
                  <a:pt x="543643" y="1536700"/>
                </a:lnTo>
                <a:lnTo>
                  <a:pt x="502957" y="1524000"/>
                </a:lnTo>
                <a:lnTo>
                  <a:pt x="427854" y="1524000"/>
                </a:lnTo>
                <a:lnTo>
                  <a:pt x="393658" y="1511300"/>
                </a:lnTo>
                <a:lnTo>
                  <a:pt x="281830" y="1511300"/>
                </a:lnTo>
                <a:lnTo>
                  <a:pt x="281005" y="1473200"/>
                </a:lnTo>
                <a:lnTo>
                  <a:pt x="284158" y="1435100"/>
                </a:lnTo>
                <a:lnTo>
                  <a:pt x="290399" y="1397000"/>
                </a:lnTo>
                <a:lnTo>
                  <a:pt x="298839" y="1358900"/>
                </a:lnTo>
                <a:lnTo>
                  <a:pt x="308588" y="1308100"/>
                </a:lnTo>
                <a:lnTo>
                  <a:pt x="318756" y="1257300"/>
                </a:lnTo>
                <a:lnTo>
                  <a:pt x="328452" y="1219200"/>
                </a:lnTo>
                <a:lnTo>
                  <a:pt x="336788" y="1155700"/>
                </a:lnTo>
                <a:lnTo>
                  <a:pt x="342874" y="1104900"/>
                </a:lnTo>
                <a:lnTo>
                  <a:pt x="345818" y="1041400"/>
                </a:lnTo>
                <a:lnTo>
                  <a:pt x="344733" y="977900"/>
                </a:lnTo>
                <a:lnTo>
                  <a:pt x="338726" y="914400"/>
                </a:lnTo>
                <a:lnTo>
                  <a:pt x="333350" y="850900"/>
                </a:lnTo>
                <a:lnTo>
                  <a:pt x="332806" y="800100"/>
                </a:lnTo>
                <a:lnTo>
                  <a:pt x="336204" y="762000"/>
                </a:lnTo>
                <a:lnTo>
                  <a:pt x="342655" y="723900"/>
                </a:lnTo>
                <a:lnTo>
                  <a:pt x="351270" y="685800"/>
                </a:lnTo>
                <a:lnTo>
                  <a:pt x="361158" y="647700"/>
                </a:lnTo>
                <a:lnTo>
                  <a:pt x="371430" y="622300"/>
                </a:lnTo>
                <a:lnTo>
                  <a:pt x="381196" y="584200"/>
                </a:lnTo>
                <a:lnTo>
                  <a:pt x="389567" y="546100"/>
                </a:lnTo>
                <a:lnTo>
                  <a:pt x="395653" y="508000"/>
                </a:lnTo>
                <a:lnTo>
                  <a:pt x="398564" y="469900"/>
                </a:lnTo>
                <a:lnTo>
                  <a:pt x="397411" y="419100"/>
                </a:lnTo>
                <a:lnTo>
                  <a:pt x="391304" y="368300"/>
                </a:lnTo>
                <a:lnTo>
                  <a:pt x="638537" y="368300"/>
                </a:lnTo>
                <a:lnTo>
                  <a:pt x="640298" y="342900"/>
                </a:lnTo>
                <a:lnTo>
                  <a:pt x="641085" y="292100"/>
                </a:lnTo>
                <a:lnTo>
                  <a:pt x="638547" y="228600"/>
                </a:lnTo>
                <a:lnTo>
                  <a:pt x="632096" y="165100"/>
                </a:lnTo>
                <a:lnTo>
                  <a:pt x="693304" y="152400"/>
                </a:lnTo>
                <a:lnTo>
                  <a:pt x="1219668" y="152400"/>
                </a:lnTo>
                <a:lnTo>
                  <a:pt x="1130742" y="101600"/>
                </a:lnTo>
                <a:lnTo>
                  <a:pt x="1085502" y="88900"/>
                </a:lnTo>
                <a:lnTo>
                  <a:pt x="1039737" y="63500"/>
                </a:lnTo>
                <a:lnTo>
                  <a:pt x="851294" y="12700"/>
                </a:lnTo>
                <a:close/>
              </a:path>
              <a:path w="3197225" h="2133600">
                <a:moveTo>
                  <a:pt x="1219668" y="152400"/>
                </a:moveTo>
                <a:lnTo>
                  <a:pt x="859272" y="152400"/>
                </a:lnTo>
                <a:lnTo>
                  <a:pt x="909450" y="165100"/>
                </a:lnTo>
                <a:lnTo>
                  <a:pt x="957427" y="177800"/>
                </a:lnTo>
                <a:lnTo>
                  <a:pt x="1003425" y="190500"/>
                </a:lnTo>
                <a:lnTo>
                  <a:pt x="1047665" y="203200"/>
                </a:lnTo>
                <a:lnTo>
                  <a:pt x="1090370" y="215900"/>
                </a:lnTo>
                <a:lnTo>
                  <a:pt x="1131762" y="241300"/>
                </a:lnTo>
                <a:lnTo>
                  <a:pt x="1172064" y="266700"/>
                </a:lnTo>
                <a:lnTo>
                  <a:pt x="1211497" y="279400"/>
                </a:lnTo>
                <a:lnTo>
                  <a:pt x="1326808" y="355600"/>
                </a:lnTo>
                <a:lnTo>
                  <a:pt x="1364990" y="393700"/>
                </a:lnTo>
                <a:lnTo>
                  <a:pt x="1442304" y="444500"/>
                </a:lnTo>
                <a:lnTo>
                  <a:pt x="1481880" y="482600"/>
                </a:lnTo>
                <a:lnTo>
                  <a:pt x="1522366" y="508000"/>
                </a:lnTo>
                <a:lnTo>
                  <a:pt x="1528203" y="571500"/>
                </a:lnTo>
                <a:lnTo>
                  <a:pt x="1530481" y="622300"/>
                </a:lnTo>
                <a:lnTo>
                  <a:pt x="1530404" y="635000"/>
                </a:lnTo>
                <a:lnTo>
                  <a:pt x="1530328" y="647700"/>
                </a:lnTo>
                <a:lnTo>
                  <a:pt x="1530252" y="660400"/>
                </a:lnTo>
                <a:lnTo>
                  <a:pt x="1530176" y="673100"/>
                </a:lnTo>
                <a:lnTo>
                  <a:pt x="1530099" y="685800"/>
                </a:lnTo>
                <a:lnTo>
                  <a:pt x="1527959" y="723900"/>
                </a:lnTo>
                <a:lnTo>
                  <a:pt x="1524959" y="774700"/>
                </a:lnTo>
                <a:lnTo>
                  <a:pt x="1521999" y="812800"/>
                </a:lnTo>
                <a:lnTo>
                  <a:pt x="1519981" y="850900"/>
                </a:lnTo>
                <a:lnTo>
                  <a:pt x="1519922" y="863600"/>
                </a:lnTo>
                <a:lnTo>
                  <a:pt x="1519803" y="889000"/>
                </a:lnTo>
                <a:lnTo>
                  <a:pt x="1522366" y="939800"/>
                </a:lnTo>
                <a:lnTo>
                  <a:pt x="1525898" y="977900"/>
                </a:lnTo>
                <a:lnTo>
                  <a:pt x="1527331" y="1028700"/>
                </a:lnTo>
                <a:lnTo>
                  <a:pt x="1527211" y="1066800"/>
                </a:lnTo>
                <a:lnTo>
                  <a:pt x="1526081" y="1117600"/>
                </a:lnTo>
                <a:lnTo>
                  <a:pt x="1524487" y="1168400"/>
                </a:lnTo>
                <a:lnTo>
                  <a:pt x="1522974" y="1219200"/>
                </a:lnTo>
                <a:lnTo>
                  <a:pt x="1522085" y="1270000"/>
                </a:lnTo>
                <a:lnTo>
                  <a:pt x="1522155" y="1282700"/>
                </a:lnTo>
                <a:lnTo>
                  <a:pt x="1522226" y="1295400"/>
                </a:lnTo>
                <a:lnTo>
                  <a:pt x="1522331" y="1435100"/>
                </a:lnTo>
                <a:lnTo>
                  <a:pt x="1521317" y="1485900"/>
                </a:lnTo>
                <a:lnTo>
                  <a:pt x="1520176" y="1536700"/>
                </a:lnTo>
                <a:lnTo>
                  <a:pt x="1519308" y="1587500"/>
                </a:lnTo>
                <a:lnTo>
                  <a:pt x="1519212" y="1612900"/>
                </a:lnTo>
                <a:lnTo>
                  <a:pt x="1519116" y="1638300"/>
                </a:lnTo>
                <a:lnTo>
                  <a:pt x="1520001" y="1689100"/>
                </a:lnTo>
                <a:lnTo>
                  <a:pt x="1522366" y="1752600"/>
                </a:lnTo>
                <a:lnTo>
                  <a:pt x="1668289" y="1752600"/>
                </a:lnTo>
                <a:lnTo>
                  <a:pt x="1663179" y="1714500"/>
                </a:lnTo>
                <a:lnTo>
                  <a:pt x="1663256" y="1701800"/>
                </a:lnTo>
                <a:lnTo>
                  <a:pt x="1663332" y="1689100"/>
                </a:lnTo>
                <a:lnTo>
                  <a:pt x="1663409" y="1676400"/>
                </a:lnTo>
                <a:lnTo>
                  <a:pt x="1663485" y="1663700"/>
                </a:lnTo>
                <a:lnTo>
                  <a:pt x="1667229" y="1625600"/>
                </a:lnTo>
                <a:lnTo>
                  <a:pt x="1672433" y="1574800"/>
                </a:lnTo>
                <a:lnTo>
                  <a:pt x="1677119" y="1536700"/>
                </a:lnTo>
                <a:lnTo>
                  <a:pt x="1679309" y="1473200"/>
                </a:lnTo>
                <a:lnTo>
                  <a:pt x="1677025" y="1409700"/>
                </a:lnTo>
                <a:lnTo>
                  <a:pt x="1668289" y="1346200"/>
                </a:lnTo>
                <a:lnTo>
                  <a:pt x="1660446" y="1282700"/>
                </a:lnTo>
                <a:lnTo>
                  <a:pt x="1658287" y="1231900"/>
                </a:lnTo>
                <a:lnTo>
                  <a:pt x="1660218" y="1181100"/>
                </a:lnTo>
                <a:lnTo>
                  <a:pt x="1664641" y="1130300"/>
                </a:lnTo>
                <a:lnTo>
                  <a:pt x="1669962" y="1092200"/>
                </a:lnTo>
                <a:lnTo>
                  <a:pt x="1674583" y="1054100"/>
                </a:lnTo>
                <a:lnTo>
                  <a:pt x="1676909" y="1003300"/>
                </a:lnTo>
                <a:lnTo>
                  <a:pt x="1675343" y="965200"/>
                </a:lnTo>
                <a:lnTo>
                  <a:pt x="1668289" y="914400"/>
                </a:lnTo>
                <a:lnTo>
                  <a:pt x="1660320" y="863600"/>
                </a:lnTo>
                <a:lnTo>
                  <a:pt x="1658395" y="812800"/>
                </a:lnTo>
                <a:lnTo>
                  <a:pt x="1660632" y="749300"/>
                </a:lnTo>
                <a:lnTo>
                  <a:pt x="1665146" y="685800"/>
                </a:lnTo>
                <a:lnTo>
                  <a:pt x="1670053" y="635000"/>
                </a:lnTo>
                <a:lnTo>
                  <a:pt x="1673469" y="584200"/>
                </a:lnTo>
                <a:lnTo>
                  <a:pt x="1673509" y="546100"/>
                </a:lnTo>
                <a:lnTo>
                  <a:pt x="1668289" y="508000"/>
                </a:lnTo>
                <a:lnTo>
                  <a:pt x="1706710" y="457200"/>
                </a:lnTo>
                <a:lnTo>
                  <a:pt x="1745362" y="419100"/>
                </a:lnTo>
                <a:lnTo>
                  <a:pt x="1784312" y="393700"/>
                </a:lnTo>
                <a:lnTo>
                  <a:pt x="1810524" y="368300"/>
                </a:lnTo>
                <a:lnTo>
                  <a:pt x="1595391" y="368300"/>
                </a:lnTo>
                <a:lnTo>
                  <a:pt x="1515228" y="317500"/>
                </a:lnTo>
                <a:lnTo>
                  <a:pt x="1433201" y="266700"/>
                </a:lnTo>
                <a:lnTo>
                  <a:pt x="1349264" y="215900"/>
                </a:lnTo>
                <a:lnTo>
                  <a:pt x="1263367" y="165100"/>
                </a:lnTo>
                <a:lnTo>
                  <a:pt x="1219668" y="152400"/>
                </a:lnTo>
                <a:close/>
              </a:path>
              <a:path w="3197225" h="2133600">
                <a:moveTo>
                  <a:pt x="2702079" y="152400"/>
                </a:moveTo>
                <a:lnTo>
                  <a:pt x="2558559" y="152400"/>
                </a:lnTo>
                <a:lnTo>
                  <a:pt x="2574390" y="190500"/>
                </a:lnTo>
                <a:lnTo>
                  <a:pt x="2584472" y="215900"/>
                </a:lnTo>
                <a:lnTo>
                  <a:pt x="2589948" y="254000"/>
                </a:lnTo>
                <a:lnTo>
                  <a:pt x="2591959" y="292100"/>
                </a:lnTo>
                <a:lnTo>
                  <a:pt x="2591881" y="304800"/>
                </a:lnTo>
                <a:lnTo>
                  <a:pt x="2591803" y="317500"/>
                </a:lnTo>
                <a:lnTo>
                  <a:pt x="2591725" y="330200"/>
                </a:lnTo>
                <a:lnTo>
                  <a:pt x="2591647" y="342900"/>
                </a:lnTo>
                <a:lnTo>
                  <a:pt x="2590153" y="393700"/>
                </a:lnTo>
                <a:lnTo>
                  <a:pt x="2588619" y="444500"/>
                </a:lnTo>
                <a:lnTo>
                  <a:pt x="2588511" y="457200"/>
                </a:lnTo>
                <a:lnTo>
                  <a:pt x="2588403" y="469900"/>
                </a:lnTo>
                <a:lnTo>
                  <a:pt x="2588295" y="482600"/>
                </a:lnTo>
                <a:lnTo>
                  <a:pt x="2588187" y="495300"/>
                </a:lnTo>
                <a:lnTo>
                  <a:pt x="2589997" y="558800"/>
                </a:lnTo>
                <a:lnTo>
                  <a:pt x="2595193" y="622300"/>
                </a:lnTo>
                <a:lnTo>
                  <a:pt x="2604914" y="685800"/>
                </a:lnTo>
                <a:lnTo>
                  <a:pt x="2614500" y="749300"/>
                </a:lnTo>
                <a:lnTo>
                  <a:pt x="2621013" y="812800"/>
                </a:lnTo>
                <a:lnTo>
                  <a:pt x="2625090" y="863600"/>
                </a:lnTo>
                <a:lnTo>
                  <a:pt x="2627365" y="914400"/>
                </a:lnTo>
                <a:lnTo>
                  <a:pt x="2628477" y="965200"/>
                </a:lnTo>
                <a:lnTo>
                  <a:pt x="2629060" y="1016000"/>
                </a:lnTo>
                <a:lnTo>
                  <a:pt x="2629752" y="1066800"/>
                </a:lnTo>
                <a:lnTo>
                  <a:pt x="2631189" y="1104900"/>
                </a:lnTo>
                <a:lnTo>
                  <a:pt x="2634007" y="1155700"/>
                </a:lnTo>
                <a:lnTo>
                  <a:pt x="2638843" y="1193800"/>
                </a:lnTo>
                <a:lnTo>
                  <a:pt x="2646332" y="1244600"/>
                </a:lnTo>
                <a:lnTo>
                  <a:pt x="2657111" y="1282700"/>
                </a:lnTo>
                <a:lnTo>
                  <a:pt x="2631236" y="1295400"/>
                </a:lnTo>
                <a:lnTo>
                  <a:pt x="2573977" y="1295400"/>
                </a:lnTo>
                <a:lnTo>
                  <a:pt x="2542599" y="1308100"/>
                </a:lnTo>
                <a:lnTo>
                  <a:pt x="2509394" y="1308100"/>
                </a:lnTo>
                <a:lnTo>
                  <a:pt x="2437512" y="1333500"/>
                </a:lnTo>
                <a:lnTo>
                  <a:pt x="2398842" y="1346200"/>
                </a:lnTo>
                <a:lnTo>
                  <a:pt x="2358356" y="1358900"/>
                </a:lnTo>
                <a:lnTo>
                  <a:pt x="2316059" y="1371600"/>
                </a:lnTo>
                <a:lnTo>
                  <a:pt x="2271952" y="1397000"/>
                </a:lnTo>
                <a:lnTo>
                  <a:pt x="2226040" y="1409700"/>
                </a:lnTo>
                <a:lnTo>
                  <a:pt x="2178325" y="1435100"/>
                </a:lnTo>
                <a:lnTo>
                  <a:pt x="2128810" y="1460500"/>
                </a:lnTo>
                <a:lnTo>
                  <a:pt x="2077499" y="1485900"/>
                </a:lnTo>
                <a:lnTo>
                  <a:pt x="2024395" y="1524000"/>
                </a:lnTo>
                <a:lnTo>
                  <a:pt x="1969501" y="1549400"/>
                </a:lnTo>
                <a:lnTo>
                  <a:pt x="1912820" y="1587500"/>
                </a:lnTo>
                <a:lnTo>
                  <a:pt x="1854355" y="1625600"/>
                </a:lnTo>
                <a:lnTo>
                  <a:pt x="1794110" y="1663700"/>
                </a:lnTo>
                <a:lnTo>
                  <a:pt x="1732087" y="1701800"/>
                </a:lnTo>
                <a:lnTo>
                  <a:pt x="1668289" y="1752600"/>
                </a:lnTo>
                <a:lnTo>
                  <a:pt x="1920197" y="1752600"/>
                </a:lnTo>
                <a:lnTo>
                  <a:pt x="2098657" y="1638300"/>
                </a:lnTo>
                <a:lnTo>
                  <a:pt x="2215391" y="1587500"/>
                </a:lnTo>
                <a:lnTo>
                  <a:pt x="2272066" y="1562100"/>
                </a:lnTo>
                <a:lnTo>
                  <a:pt x="2327159" y="1536700"/>
                </a:lnTo>
                <a:lnTo>
                  <a:pt x="2380331" y="1524000"/>
                </a:lnTo>
                <a:lnTo>
                  <a:pt x="2431241" y="1498600"/>
                </a:lnTo>
                <a:lnTo>
                  <a:pt x="2479550" y="1485900"/>
                </a:lnTo>
                <a:lnTo>
                  <a:pt x="2524917" y="1473200"/>
                </a:lnTo>
                <a:lnTo>
                  <a:pt x="2567003" y="1460500"/>
                </a:lnTo>
                <a:lnTo>
                  <a:pt x="2605466" y="1447800"/>
                </a:lnTo>
                <a:lnTo>
                  <a:pt x="2639968" y="1447800"/>
                </a:lnTo>
                <a:lnTo>
                  <a:pt x="2670169" y="1435100"/>
                </a:lnTo>
                <a:lnTo>
                  <a:pt x="2695727" y="1435100"/>
                </a:lnTo>
                <a:lnTo>
                  <a:pt x="2716304" y="1422400"/>
                </a:lnTo>
                <a:lnTo>
                  <a:pt x="2795444" y="1422400"/>
                </a:lnTo>
                <a:lnTo>
                  <a:pt x="2813956" y="1409700"/>
                </a:lnTo>
                <a:lnTo>
                  <a:pt x="2807069" y="1371600"/>
                </a:lnTo>
                <a:lnTo>
                  <a:pt x="2803056" y="1333500"/>
                </a:lnTo>
                <a:lnTo>
                  <a:pt x="2801055" y="1282700"/>
                </a:lnTo>
                <a:lnTo>
                  <a:pt x="2800208" y="1231900"/>
                </a:lnTo>
                <a:lnTo>
                  <a:pt x="2800097" y="1219200"/>
                </a:lnTo>
                <a:lnTo>
                  <a:pt x="2799986" y="1206500"/>
                </a:lnTo>
                <a:lnTo>
                  <a:pt x="2799875" y="1193800"/>
                </a:lnTo>
                <a:lnTo>
                  <a:pt x="2799764" y="1181100"/>
                </a:lnTo>
                <a:lnTo>
                  <a:pt x="2799653" y="1168400"/>
                </a:lnTo>
                <a:lnTo>
                  <a:pt x="2798530" y="1117600"/>
                </a:lnTo>
                <a:lnTo>
                  <a:pt x="2795980" y="1066800"/>
                </a:lnTo>
                <a:lnTo>
                  <a:pt x="2791141" y="1016000"/>
                </a:lnTo>
                <a:lnTo>
                  <a:pt x="2783154" y="965200"/>
                </a:lnTo>
                <a:lnTo>
                  <a:pt x="2771157" y="927100"/>
                </a:lnTo>
                <a:lnTo>
                  <a:pt x="2760627" y="889000"/>
                </a:lnTo>
                <a:lnTo>
                  <a:pt x="2754342" y="838200"/>
                </a:lnTo>
                <a:lnTo>
                  <a:pt x="2751297" y="787400"/>
                </a:lnTo>
                <a:lnTo>
                  <a:pt x="2750484" y="749300"/>
                </a:lnTo>
                <a:lnTo>
                  <a:pt x="2750650" y="723900"/>
                </a:lnTo>
                <a:lnTo>
                  <a:pt x="2750732" y="711200"/>
                </a:lnTo>
                <a:lnTo>
                  <a:pt x="2750815" y="698500"/>
                </a:lnTo>
                <a:lnTo>
                  <a:pt x="2750898" y="685800"/>
                </a:lnTo>
                <a:lnTo>
                  <a:pt x="2751531" y="635000"/>
                </a:lnTo>
                <a:lnTo>
                  <a:pt x="2751417" y="596900"/>
                </a:lnTo>
                <a:lnTo>
                  <a:pt x="2749432" y="533400"/>
                </a:lnTo>
                <a:lnTo>
                  <a:pt x="2744686" y="469900"/>
                </a:lnTo>
                <a:lnTo>
                  <a:pt x="2736135" y="419100"/>
                </a:lnTo>
                <a:lnTo>
                  <a:pt x="2722770" y="368300"/>
                </a:lnTo>
                <a:lnTo>
                  <a:pt x="2942977" y="368300"/>
                </a:lnTo>
                <a:lnTo>
                  <a:pt x="2942260" y="355600"/>
                </a:lnTo>
                <a:lnTo>
                  <a:pt x="2944235" y="317500"/>
                </a:lnTo>
                <a:lnTo>
                  <a:pt x="2944704" y="279400"/>
                </a:lnTo>
                <a:lnTo>
                  <a:pt x="2938035" y="228600"/>
                </a:lnTo>
                <a:lnTo>
                  <a:pt x="2711848" y="228600"/>
                </a:lnTo>
                <a:lnTo>
                  <a:pt x="2702597" y="177800"/>
                </a:lnTo>
                <a:lnTo>
                  <a:pt x="2702079" y="152400"/>
                </a:lnTo>
                <a:close/>
              </a:path>
              <a:path w="3197225" h="2133600">
                <a:moveTo>
                  <a:pt x="638537" y="368300"/>
                </a:moveTo>
                <a:lnTo>
                  <a:pt x="467885" y="368300"/>
                </a:lnTo>
                <a:lnTo>
                  <a:pt x="473495" y="419100"/>
                </a:lnTo>
                <a:lnTo>
                  <a:pt x="473562" y="469900"/>
                </a:lnTo>
                <a:lnTo>
                  <a:pt x="469231" y="520700"/>
                </a:lnTo>
                <a:lnTo>
                  <a:pt x="461648" y="558800"/>
                </a:lnTo>
                <a:lnTo>
                  <a:pt x="451960" y="596900"/>
                </a:lnTo>
                <a:lnTo>
                  <a:pt x="441311" y="635000"/>
                </a:lnTo>
                <a:lnTo>
                  <a:pt x="430847" y="685800"/>
                </a:lnTo>
                <a:lnTo>
                  <a:pt x="421714" y="723900"/>
                </a:lnTo>
                <a:lnTo>
                  <a:pt x="415057" y="762000"/>
                </a:lnTo>
                <a:lnTo>
                  <a:pt x="412023" y="812800"/>
                </a:lnTo>
                <a:lnTo>
                  <a:pt x="413756" y="850900"/>
                </a:lnTo>
                <a:lnTo>
                  <a:pt x="429622" y="952500"/>
                </a:lnTo>
                <a:lnTo>
                  <a:pt x="431234" y="1003300"/>
                </a:lnTo>
                <a:lnTo>
                  <a:pt x="427621" y="1054100"/>
                </a:lnTo>
                <a:lnTo>
                  <a:pt x="420168" y="1092200"/>
                </a:lnTo>
                <a:lnTo>
                  <a:pt x="410258" y="1130300"/>
                </a:lnTo>
                <a:lnTo>
                  <a:pt x="399275" y="1181100"/>
                </a:lnTo>
                <a:lnTo>
                  <a:pt x="388603" y="1219200"/>
                </a:lnTo>
                <a:lnTo>
                  <a:pt x="379626" y="1257300"/>
                </a:lnTo>
                <a:lnTo>
                  <a:pt x="373727" y="1308100"/>
                </a:lnTo>
                <a:lnTo>
                  <a:pt x="372290" y="1358900"/>
                </a:lnTo>
                <a:lnTo>
                  <a:pt x="376699" y="1409700"/>
                </a:lnTo>
                <a:lnTo>
                  <a:pt x="397785" y="1422400"/>
                </a:lnTo>
                <a:lnTo>
                  <a:pt x="446041" y="1422400"/>
                </a:lnTo>
                <a:lnTo>
                  <a:pt x="444265" y="1409700"/>
                </a:lnTo>
                <a:lnTo>
                  <a:pt x="447417" y="1409700"/>
                </a:lnTo>
                <a:lnTo>
                  <a:pt x="455253" y="1397000"/>
                </a:lnTo>
                <a:lnTo>
                  <a:pt x="483997" y="1397000"/>
                </a:lnTo>
                <a:lnTo>
                  <a:pt x="504414" y="1384300"/>
                </a:lnTo>
                <a:lnTo>
                  <a:pt x="920821" y="1384300"/>
                </a:lnTo>
                <a:lnTo>
                  <a:pt x="897792" y="1371600"/>
                </a:lnTo>
                <a:lnTo>
                  <a:pt x="853215" y="1358900"/>
                </a:lnTo>
                <a:lnTo>
                  <a:pt x="810209" y="1333500"/>
                </a:lnTo>
                <a:lnTo>
                  <a:pt x="768863" y="1320800"/>
                </a:lnTo>
                <a:lnTo>
                  <a:pt x="729270" y="1320800"/>
                </a:lnTo>
                <a:lnTo>
                  <a:pt x="691518" y="1308100"/>
                </a:lnTo>
                <a:lnTo>
                  <a:pt x="655698" y="1295400"/>
                </a:lnTo>
                <a:lnTo>
                  <a:pt x="533544" y="1295400"/>
                </a:lnTo>
                <a:lnTo>
                  <a:pt x="523212" y="1244600"/>
                </a:lnTo>
                <a:lnTo>
                  <a:pt x="518609" y="1193800"/>
                </a:lnTo>
                <a:lnTo>
                  <a:pt x="518673" y="1181100"/>
                </a:lnTo>
                <a:lnTo>
                  <a:pt x="518736" y="1168400"/>
                </a:lnTo>
                <a:lnTo>
                  <a:pt x="518800" y="1155700"/>
                </a:lnTo>
                <a:lnTo>
                  <a:pt x="522854" y="1104900"/>
                </a:lnTo>
                <a:lnTo>
                  <a:pt x="529835" y="1054100"/>
                </a:lnTo>
                <a:lnTo>
                  <a:pt x="538810" y="1003300"/>
                </a:lnTo>
                <a:lnTo>
                  <a:pt x="548846" y="952500"/>
                </a:lnTo>
                <a:lnTo>
                  <a:pt x="559008" y="901700"/>
                </a:lnTo>
                <a:lnTo>
                  <a:pt x="568362" y="850900"/>
                </a:lnTo>
                <a:lnTo>
                  <a:pt x="575976" y="800100"/>
                </a:lnTo>
                <a:lnTo>
                  <a:pt x="580915" y="749300"/>
                </a:lnTo>
                <a:lnTo>
                  <a:pt x="585087" y="711200"/>
                </a:lnTo>
                <a:lnTo>
                  <a:pt x="591242" y="660400"/>
                </a:lnTo>
                <a:lnTo>
                  <a:pt x="598789" y="622300"/>
                </a:lnTo>
                <a:lnTo>
                  <a:pt x="607139" y="584200"/>
                </a:lnTo>
                <a:lnTo>
                  <a:pt x="615702" y="533400"/>
                </a:lnTo>
                <a:lnTo>
                  <a:pt x="623889" y="495300"/>
                </a:lnTo>
                <a:lnTo>
                  <a:pt x="631110" y="444500"/>
                </a:lnTo>
                <a:lnTo>
                  <a:pt x="636777" y="393700"/>
                </a:lnTo>
                <a:lnTo>
                  <a:pt x="638537" y="368300"/>
                </a:lnTo>
                <a:close/>
              </a:path>
              <a:path w="3197225" h="2133600">
                <a:moveTo>
                  <a:pt x="2969894" y="431800"/>
                </a:moveTo>
                <a:lnTo>
                  <a:pt x="2956323" y="444500"/>
                </a:lnTo>
                <a:lnTo>
                  <a:pt x="2984025" y="444500"/>
                </a:lnTo>
                <a:lnTo>
                  <a:pt x="2969894" y="431800"/>
                </a:lnTo>
                <a:close/>
              </a:path>
              <a:path w="3197225" h="2133600">
                <a:moveTo>
                  <a:pt x="2682132" y="25400"/>
                </a:moveTo>
                <a:lnTo>
                  <a:pt x="2292410" y="25400"/>
                </a:lnTo>
                <a:lnTo>
                  <a:pt x="2155957" y="63500"/>
                </a:lnTo>
                <a:lnTo>
                  <a:pt x="2111591" y="88900"/>
                </a:lnTo>
                <a:lnTo>
                  <a:pt x="2024140" y="114300"/>
                </a:lnTo>
                <a:lnTo>
                  <a:pt x="1895180" y="190500"/>
                </a:lnTo>
                <a:lnTo>
                  <a:pt x="1852520" y="203200"/>
                </a:lnTo>
                <a:lnTo>
                  <a:pt x="1767298" y="254000"/>
                </a:lnTo>
                <a:lnTo>
                  <a:pt x="1724603" y="292100"/>
                </a:lnTo>
                <a:lnTo>
                  <a:pt x="1595391" y="368300"/>
                </a:lnTo>
                <a:lnTo>
                  <a:pt x="1810524" y="368300"/>
                </a:lnTo>
                <a:lnTo>
                  <a:pt x="1823630" y="355600"/>
                </a:lnTo>
                <a:lnTo>
                  <a:pt x="1863383" y="330200"/>
                </a:lnTo>
                <a:lnTo>
                  <a:pt x="1903641" y="292100"/>
                </a:lnTo>
                <a:lnTo>
                  <a:pt x="1944472" y="266700"/>
                </a:lnTo>
                <a:lnTo>
                  <a:pt x="1985944" y="254000"/>
                </a:lnTo>
                <a:lnTo>
                  <a:pt x="2028126" y="228600"/>
                </a:lnTo>
                <a:lnTo>
                  <a:pt x="2071086" y="215900"/>
                </a:lnTo>
                <a:lnTo>
                  <a:pt x="2114893" y="190500"/>
                </a:lnTo>
                <a:lnTo>
                  <a:pt x="2205321" y="165100"/>
                </a:lnTo>
                <a:lnTo>
                  <a:pt x="2252079" y="165100"/>
                </a:lnTo>
                <a:lnTo>
                  <a:pt x="2299958" y="152400"/>
                </a:lnTo>
                <a:lnTo>
                  <a:pt x="2702079" y="152400"/>
                </a:lnTo>
                <a:lnTo>
                  <a:pt x="2701561" y="127000"/>
                </a:lnTo>
                <a:lnTo>
                  <a:pt x="2701445" y="114300"/>
                </a:lnTo>
                <a:lnTo>
                  <a:pt x="2701329" y="101600"/>
                </a:lnTo>
                <a:lnTo>
                  <a:pt x="2701213" y="88900"/>
                </a:lnTo>
                <a:lnTo>
                  <a:pt x="2701097" y="76200"/>
                </a:lnTo>
                <a:lnTo>
                  <a:pt x="2693560" y="38100"/>
                </a:lnTo>
                <a:lnTo>
                  <a:pt x="2682132" y="25400"/>
                </a:lnTo>
                <a:close/>
              </a:path>
              <a:path w="3197225" h="2133600">
                <a:moveTo>
                  <a:pt x="400591" y="215900"/>
                </a:moveTo>
                <a:lnTo>
                  <a:pt x="360882" y="215900"/>
                </a:lnTo>
                <a:lnTo>
                  <a:pt x="318279" y="228600"/>
                </a:lnTo>
                <a:lnTo>
                  <a:pt x="439277" y="228600"/>
                </a:lnTo>
                <a:lnTo>
                  <a:pt x="400591" y="215900"/>
                </a:lnTo>
                <a:close/>
              </a:path>
              <a:path w="3197225" h="2133600">
                <a:moveTo>
                  <a:pt x="2586341" y="12700"/>
                </a:moveTo>
                <a:lnTo>
                  <a:pt x="2386833" y="12700"/>
                </a:lnTo>
                <a:lnTo>
                  <a:pt x="2339233" y="25400"/>
                </a:lnTo>
                <a:lnTo>
                  <a:pt x="2638823" y="25400"/>
                </a:lnTo>
                <a:lnTo>
                  <a:pt x="2586341" y="12700"/>
                </a:lnTo>
                <a:close/>
              </a:path>
              <a:path w="3197225" h="2133600">
                <a:moveTo>
                  <a:pt x="753762" y="0"/>
                </a:moveTo>
                <a:lnTo>
                  <a:pt x="704146" y="0"/>
                </a:lnTo>
                <a:lnTo>
                  <a:pt x="653957" y="12700"/>
                </a:lnTo>
                <a:lnTo>
                  <a:pt x="802809" y="12700"/>
                </a:lnTo>
                <a:lnTo>
                  <a:pt x="753762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REFERENCES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25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25"/>
              <a:t> </a:t>
            </a:r>
            <a:r>
              <a:rPr dirty="0"/>
              <a:t>Course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19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/>
              <a:t>Angular</a:t>
            </a:r>
            <a:r>
              <a:rPr dirty="0" spc="-50"/>
              <a:t> </a:t>
            </a:r>
            <a:r>
              <a:rPr dirty="0"/>
              <a:t>(Part</a:t>
            </a:r>
            <a:r>
              <a:rPr dirty="0" spc="-20"/>
              <a:t> </a:t>
            </a:r>
            <a:r>
              <a:rPr dirty="0" spc="-25"/>
              <a:t>I)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32</a:t>
            </a:fld>
          </a:p>
        </p:txBody>
      </p:sp>
      <p:sp>
        <p:nvSpPr>
          <p:cNvPr id="17" name="object 17" descr=""/>
          <p:cNvSpPr txBox="1"/>
          <p:nvPr/>
        </p:nvSpPr>
        <p:spPr>
          <a:xfrm>
            <a:off x="962050" y="1533220"/>
            <a:ext cx="9319260" cy="1201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28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10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Docs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1980"/>
              </a:lnSpc>
            </a:pP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https://angular.dev/overview</a:t>
            </a:r>
            <a:endParaRPr sz="1800">
              <a:latin typeface="Calibri"/>
              <a:cs typeface="Calibri"/>
            </a:endParaRPr>
          </a:p>
          <a:p>
            <a:pPr marL="241300" marR="5080">
              <a:lnSpc>
                <a:spcPts val="1939"/>
              </a:lnSpc>
              <a:spcBef>
                <a:spcPts val="140"/>
              </a:spcBef>
            </a:pPr>
            <a:r>
              <a:rPr dirty="0" sz="1800" spc="-10" b="1">
                <a:solidFill>
                  <a:srgbClr val="111F35"/>
                </a:solidFill>
                <a:latin typeface="Calibri"/>
                <a:cs typeface="Calibri"/>
              </a:rPr>
              <a:t>Relevant</a:t>
            </a:r>
            <a:r>
              <a:rPr dirty="0" sz="1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11F35"/>
                </a:solidFill>
                <a:latin typeface="Calibri"/>
                <a:cs typeface="Calibri"/>
              </a:rPr>
              <a:t>parts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Introduction: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Essentials;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In-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depth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Guides: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Components,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Template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Syntax,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Routing;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Developer</a:t>
            </a:r>
            <a:r>
              <a:rPr dirty="0" sz="1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Tools:</a:t>
            </a:r>
            <a:r>
              <a:rPr dirty="0" sz="1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1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CLI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LUIGI LIBERO LUCIO STARACE</dc:creator>
  <dc:title>PowerPoint Presentation</dc:title>
  <dcterms:created xsi:type="dcterms:W3CDTF">2025-04-12T10:12:30Z</dcterms:created>
  <dcterms:modified xsi:type="dcterms:W3CDTF">2025-04-12T10:12:30Z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2025-04-12T00:00:00Z</vt:filetime>
  </property>
  <property fmtid="{D5CDD505-2E9C-101B-9397-08002B2CF9AE}" pid="5" name="MSIP_Label_2ad0b24d-6422-44b0-b3de-abb3a9e8c81a_ActionId">
    <vt:lpwstr>9af74b0e-ab53-453f-acd9-6db9dfe131b8</vt:lpwstr>
  </property>
  <property fmtid="{D5CDD505-2E9C-101B-9397-08002B2CF9AE}" pid="6" name="MSIP_Label_2ad0b24d-6422-44b0-b3de-abb3a9e8c81a_ContentBits">
    <vt:lpwstr>0</vt:lpwstr>
  </property>
  <property fmtid="{D5CDD505-2E9C-101B-9397-08002B2CF9AE}" pid="7" name="MSIP_Label_2ad0b24d-6422-44b0-b3de-abb3a9e8c81a_Enabled">
    <vt:lpwstr>true</vt:lpwstr>
  </property>
  <property fmtid="{D5CDD505-2E9C-101B-9397-08002B2CF9AE}" pid="8" name="MSIP_Label_2ad0b24d-6422-44b0-b3de-abb3a9e8c81a_Method">
    <vt:lpwstr>Standard</vt:lpwstr>
  </property>
  <property fmtid="{D5CDD505-2E9C-101B-9397-08002B2CF9AE}" pid="9" name="MSIP_Label_2ad0b24d-6422-44b0-b3de-abb3a9e8c81a_Name">
    <vt:lpwstr>defa4170-0d19-0005-0004-bc88714345d2</vt:lpwstr>
  </property>
  <property fmtid="{D5CDD505-2E9C-101B-9397-08002B2CF9AE}" pid="10" name="MSIP_Label_2ad0b24d-6422-44b0-b3de-abb3a9e8c81a_SetDate">
    <vt:lpwstr>2023-05-27T10:34:22Z</vt:lpwstr>
  </property>
  <property fmtid="{D5CDD505-2E9C-101B-9397-08002B2CF9AE}" pid="11" name="MSIP_Label_2ad0b24d-6422-44b0-b3de-abb3a9e8c81a_SiteId">
    <vt:lpwstr>2fcfe26a-bb62-46b0-b1e3-28f9da0c45fd</vt:lpwstr>
  </property>
  <property fmtid="{D5CDD505-2E9C-101B-9397-08002B2CF9AE}" pid="12" name="Producer">
    <vt:lpwstr>Microsoft® PowerPoint® for Microsoft 365</vt:lpwstr>
  </property>
</Properties>
</file>