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62050" y="1533220"/>
            <a:ext cx="4672965" cy="3754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51828" y="1533220"/>
            <a:ext cx="4973320" cy="390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2050" y="557529"/>
            <a:ext cx="10418445" cy="5780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2050" y="1496596"/>
            <a:ext cx="9974580" cy="1670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62050" y="6465214"/>
            <a:ext cx="734695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24361" y="6465214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luigiliberolucio.starace@unina.it" TargetMode="External"/><Relationship Id="rId3" Type="http://schemas.openxmlformats.org/officeDocument/2006/relationships/hyperlink" Target="https://luistar.github.io/" TargetMode="External"/><Relationship Id="rId4" Type="http://schemas.openxmlformats.org/officeDocument/2006/relationships/hyperlink" Target="https://www.docenti.unina.it/luigiliberolucio.starace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jasmine.github.io/" TargetMode="Externa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karma-runner.github.io/latest/index.html" TargetMode="External"/><Relationship Id="rId3" Type="http://schemas.openxmlformats.org/officeDocument/2006/relationships/image" Target="../media/image1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ikulix.github.io/" TargetMode="External"/><Relationship Id="rId3" Type="http://schemas.openxmlformats.org/officeDocument/2006/relationships/image" Target="../media/image22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elenium.dev/" TargetMode="External"/><Relationship Id="rId3" Type="http://schemas.openxmlformats.org/officeDocument/2006/relationships/image" Target="../media/image32.png"/><Relationship Id="rId4" Type="http://schemas.openxmlformats.org/officeDocument/2006/relationships/hyperlink" Target="https://www.cypress.io/" TargetMode="External"/><Relationship Id="rId5" Type="http://schemas.openxmlformats.org/officeDocument/2006/relationships/image" Target="../media/image33.png"/><Relationship Id="rId6" Type="http://schemas.openxmlformats.org/officeDocument/2006/relationships/hyperlink" Target="https://pptr.dev/" TargetMode="External"/><Relationship Id="rId7" Type="http://schemas.openxmlformats.org/officeDocument/2006/relationships/image" Target="../media/image34.png"/><Relationship Id="rId8" Type="http://schemas.openxmlformats.org/officeDocument/2006/relationships/hyperlink" Target="https://playwright.dev/" TargetMode="External"/><Relationship Id="rId9" Type="http://schemas.openxmlformats.org/officeDocument/2006/relationships/image" Target="../media/image35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2022.stateofjs.com/en-US/libraries/testing/" TargetMode="External"/><Relationship Id="rId3" Type="http://schemas.openxmlformats.org/officeDocument/2006/relationships/image" Target="../media/image36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laywright.dev/docs/intro" TargetMode="External"/><Relationship Id="rId3" Type="http://schemas.openxmlformats.org/officeDocument/2006/relationships/hyperlink" Target="mailto:create-playwright@1.17.131" TargetMode="External"/><Relationship Id="rId4" Type="http://schemas.openxmlformats.org/officeDocument/2006/relationships/image" Target="../media/image37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Relationship Id="rId3" Type="http://schemas.openxmlformats.org/officeDocument/2006/relationships/hyperlink" Target="http://localhost:9323/" TargetMode="External"/><Relationship Id="rId4" Type="http://schemas.openxmlformats.org/officeDocument/2006/relationships/hyperlink" Target="https://playwright.dev/docs/browsers" TargetMode="Externa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laywright.dev/docs/browser-contexts" TargetMode="Externa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laywright.dev/docs/test-fixtures" TargetMode="Externa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laywright.dev/docs/locators" TargetMode="Externa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laywright.dev/docs/test-assertions" TargetMode="Externa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laywright.dev/docs/getting-started-vscode" TargetMode="External"/><Relationship Id="rId3" Type="http://schemas.openxmlformats.org/officeDocument/2006/relationships/image" Target="../media/image39.jpg"/><Relationship Id="rId4" Type="http://schemas.openxmlformats.org/officeDocument/2006/relationships/image" Target="../media/image40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localhost:4200/home%27)%3B" TargetMode="Externa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ngular.dev/guide/testing" TargetMode="External"/><Relationship Id="rId3" Type="http://schemas.openxmlformats.org/officeDocument/2006/relationships/hyperlink" Target="https://playwright.dev/docs/intro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62050" y="2642996"/>
            <a:ext cx="523684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85" b="1">
                <a:solidFill>
                  <a:srgbClr val="111F35"/>
                </a:solidFill>
                <a:latin typeface="Tahoma"/>
                <a:cs typeface="Tahoma"/>
              </a:rPr>
              <a:t>WEB</a:t>
            </a:r>
            <a:r>
              <a:rPr dirty="0" sz="6000" spc="-340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6000" spc="-135" b="1">
                <a:solidFill>
                  <a:srgbClr val="111F35"/>
                </a:solidFill>
                <a:latin typeface="Tahoma"/>
                <a:cs typeface="Tahoma"/>
              </a:rPr>
              <a:t>TESTING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61136" y="4469918"/>
            <a:ext cx="4638040" cy="1601470"/>
          </a:xfrm>
          <a:prstGeom prst="rect">
            <a:avLst/>
          </a:prstGeom>
        </p:spPr>
        <p:txBody>
          <a:bodyPr wrap="square" lIns="0" tIns="18161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430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Luigi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Libero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Lucio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Starace,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PhD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19100"/>
              </a:lnSpc>
              <a:spcBef>
                <a:spcPts val="425"/>
              </a:spcBef>
            </a:pP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luigiliberolucio.starace@unina.it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https://luistar.github.io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https://www.docenti.unina.it/luigiliberolucio.starace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589821"/>
            <a:ext cx="6421120" cy="82232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UNIVERSITÀ </a:t>
            </a:r>
            <a:r>
              <a:rPr dirty="0" sz="2000" spc="-10" b="1">
                <a:solidFill>
                  <a:srgbClr val="006379"/>
                </a:solidFill>
                <a:latin typeface="Tahoma"/>
                <a:cs typeface="Tahoma"/>
              </a:rPr>
              <a:t>DEGLI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STUDI</a:t>
            </a:r>
            <a:r>
              <a:rPr dirty="0" sz="2000" spc="-4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DI</a:t>
            </a:r>
            <a:r>
              <a:rPr dirty="0" sz="2000" spc="-5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006379"/>
                </a:solidFill>
                <a:latin typeface="Tahoma"/>
                <a:cs typeface="Tahoma"/>
              </a:rPr>
              <a:t>NAPOLI</a:t>
            </a:r>
            <a:r>
              <a:rPr dirty="0" sz="2000" spc="-6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75" b="1">
                <a:solidFill>
                  <a:srgbClr val="006379"/>
                </a:solidFill>
                <a:latin typeface="Tahoma"/>
                <a:cs typeface="Tahoma"/>
              </a:rPr>
              <a:t>FEDERICO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280" b="1">
                <a:solidFill>
                  <a:srgbClr val="006379"/>
                </a:solidFill>
                <a:latin typeface="Tahoma"/>
                <a:cs typeface="Tahoma"/>
              </a:rPr>
              <a:t>II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2800" spc="-70" b="1">
                <a:solidFill>
                  <a:srgbClr val="006379"/>
                </a:solidFill>
                <a:latin typeface="Tahoma"/>
                <a:cs typeface="Tahoma"/>
              </a:rPr>
              <a:t>WEB</a:t>
            </a:r>
            <a:r>
              <a:rPr dirty="0" sz="2800" spc="-7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6379"/>
                </a:solidFill>
                <a:latin typeface="Tahoma"/>
                <a:cs typeface="Tahoma"/>
              </a:rPr>
              <a:t>TECHNO</a:t>
            </a:r>
            <a:r>
              <a:rPr dirty="0" sz="2800" b="1">
                <a:solidFill>
                  <a:srgbClr val="396C77"/>
                </a:solidFill>
                <a:latin typeface="Tahoma"/>
                <a:cs typeface="Tahoma"/>
              </a:rPr>
              <a:t>L</a:t>
            </a:r>
            <a:r>
              <a:rPr dirty="0" sz="2800" b="1">
                <a:solidFill>
                  <a:srgbClr val="006379"/>
                </a:solidFill>
                <a:latin typeface="Tahoma"/>
                <a:cs typeface="Tahoma"/>
              </a:rPr>
              <a:t>OGIES</a:t>
            </a:r>
            <a:r>
              <a:rPr dirty="0" sz="2800" spc="-3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800" spc="1000" b="1">
                <a:solidFill>
                  <a:srgbClr val="006379"/>
                </a:solidFill>
                <a:latin typeface="Tahoma"/>
                <a:cs typeface="Tahoma"/>
              </a:rPr>
              <a:t>–</a:t>
            </a:r>
            <a:r>
              <a:rPr dirty="0" sz="2800" spc="-8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006379"/>
                </a:solidFill>
                <a:latin typeface="Tahoma"/>
                <a:cs typeface="Tahoma"/>
              </a:rPr>
              <a:t>LECTURE</a:t>
            </a:r>
            <a:r>
              <a:rPr dirty="0" sz="2800" spc="-5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800" spc="-25" b="1">
                <a:solidFill>
                  <a:srgbClr val="006379"/>
                </a:solidFill>
                <a:latin typeface="Tahoma"/>
                <a:cs typeface="Tahoma"/>
              </a:rPr>
              <a:t>24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210043" y="358140"/>
            <a:ext cx="4099560" cy="5907405"/>
            <a:chOff x="7210043" y="358140"/>
            <a:chExt cx="4099560" cy="5907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0043" y="358140"/>
              <a:ext cx="4099559" cy="59070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83195" y="914400"/>
              <a:ext cx="3957828" cy="52608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83195" y="4971287"/>
              <a:ext cx="3957828" cy="12283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7283195" y="914400"/>
              <a:ext cx="3957954" cy="5285740"/>
            </a:xfrm>
            <a:custGeom>
              <a:avLst/>
              <a:gdLst/>
              <a:ahLst/>
              <a:cxnLst/>
              <a:rect l="l" t="t" r="r" b="b"/>
              <a:pathLst>
                <a:path w="3957954" h="5285740">
                  <a:moveTo>
                    <a:pt x="3957828" y="0"/>
                  </a:moveTo>
                  <a:lnTo>
                    <a:pt x="0" y="0"/>
                  </a:lnTo>
                  <a:lnTo>
                    <a:pt x="0" y="5285232"/>
                  </a:lnTo>
                  <a:lnTo>
                    <a:pt x="3957828" y="5285232"/>
                  </a:lnTo>
                  <a:lnTo>
                    <a:pt x="3957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283195" y="914400"/>
            <a:ext cx="3957954" cy="5285740"/>
          </a:xfrm>
          <a:prstGeom prst="rect">
            <a:avLst/>
          </a:prstGeom>
        </p:spPr>
        <p:txBody>
          <a:bodyPr wrap="square" lIns="0" tIns="58864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4635"/>
              </a:spcBef>
            </a:pPr>
            <a:r>
              <a:rPr dirty="0" sz="5400" b="1">
                <a:solidFill>
                  <a:srgbClr val="D70031"/>
                </a:solidFill>
                <a:latin typeface="Calibri"/>
                <a:cs typeface="Calibri"/>
              </a:rPr>
              <a:t>Error</a:t>
            </a:r>
            <a:r>
              <a:rPr dirty="0" sz="5400" spc="-19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5400" spc="-25" b="1">
                <a:solidFill>
                  <a:srgbClr val="D70031"/>
                </a:solidFill>
                <a:latin typeface="Consolas"/>
                <a:cs typeface="Consolas"/>
              </a:rPr>
              <a:t>500</a:t>
            </a:r>
            <a:endParaRPr sz="5400">
              <a:latin typeface="Consolas"/>
              <a:cs typeface="Consolas"/>
            </a:endParaRPr>
          </a:p>
          <a:p>
            <a:pPr algn="ctr" marL="635">
              <a:lnSpc>
                <a:spcPct val="100000"/>
              </a:lnSpc>
              <a:spcBef>
                <a:spcPts val="140"/>
              </a:spcBef>
            </a:pPr>
            <a:r>
              <a:rPr dirty="0" sz="3200">
                <a:solidFill>
                  <a:srgbClr val="111F35"/>
                </a:solidFill>
                <a:latin typeface="Calibri"/>
                <a:cs typeface="Calibri"/>
              </a:rPr>
              <a:t>Internal</a:t>
            </a:r>
            <a:r>
              <a:rPr dirty="0" sz="32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111F35"/>
                </a:solidFill>
                <a:latin typeface="Calibri"/>
                <a:cs typeface="Calibri"/>
              </a:rPr>
              <a:t>Sever</a:t>
            </a:r>
            <a:r>
              <a:rPr dirty="0" sz="32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111F35"/>
                </a:solidFill>
                <a:latin typeface="Calibri"/>
                <a:cs typeface="Calibri"/>
              </a:rPr>
              <a:t>Error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59334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HIGH</a:t>
            </a:r>
            <a:r>
              <a:rPr dirty="0" spc="-60"/>
              <a:t> </a:t>
            </a:r>
            <a:r>
              <a:rPr dirty="0" spc="-50"/>
              <a:t>QUALITY</a:t>
            </a:r>
            <a:r>
              <a:rPr dirty="0" spc="-55"/>
              <a:t> </a:t>
            </a:r>
            <a:r>
              <a:rPr dirty="0" spc="-65"/>
              <a:t>WEB</a:t>
            </a:r>
            <a:r>
              <a:rPr dirty="0" spc="-60"/>
              <a:t> </a:t>
            </a:r>
            <a:r>
              <a:rPr dirty="0" spc="-20"/>
              <a:t>APPS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962050" y="1533220"/>
            <a:ext cx="5810885" cy="429958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18605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learned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design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and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implement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modern,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secure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1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apps</a:t>
            </a:r>
            <a:endParaRPr sz="2800">
              <a:latin typeface="Calibri"/>
              <a:cs typeface="Calibri"/>
            </a:endParaRPr>
          </a:p>
          <a:p>
            <a:pPr marL="240029" marR="79565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piece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missing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before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can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actually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deliver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high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quality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apps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Guess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what?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Testing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!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Testing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fundamental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catch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as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bugs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possible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before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they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reach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production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(where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cost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quite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$$$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!)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94776" y="3927347"/>
            <a:ext cx="2732531" cy="2260091"/>
          </a:xfrm>
          <a:prstGeom prst="rect">
            <a:avLst/>
          </a:prstGeom>
        </p:spPr>
      </p:pic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79806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0"/>
              <a:t>SOFTWARE</a:t>
            </a:r>
            <a:r>
              <a:rPr dirty="0" spc="-120"/>
              <a:t> </a:t>
            </a:r>
            <a:r>
              <a:rPr dirty="0" spc="-130"/>
              <a:t>VERIFICATION</a:t>
            </a:r>
            <a:r>
              <a:rPr dirty="0" spc="-120"/>
              <a:t> </a:t>
            </a:r>
            <a:r>
              <a:rPr dirty="0" spc="-70"/>
              <a:t>(REDUX)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703435" cy="3643629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Practices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aimed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ensuring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software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satisfies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specification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Dynamic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Verification</a:t>
            </a:r>
            <a:r>
              <a:rPr dirty="0" sz="2800" spc="-9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(involves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program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execution)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Software</a:t>
            </a:r>
            <a:r>
              <a:rPr dirty="0" sz="2400" spc="-12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Testing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Static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Verification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(does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involve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program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execution)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 Review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Static</a:t>
            </a:r>
            <a:r>
              <a:rPr dirty="0" sz="24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Analysis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Taint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Analysis)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Automated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Verification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(model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checking)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goal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catch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defects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bugs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before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product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released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0"/>
              <a:t>SOFTWARE</a:t>
            </a:r>
            <a:r>
              <a:rPr dirty="0" spc="-155"/>
              <a:t> </a:t>
            </a:r>
            <a:r>
              <a:rPr dirty="0" spc="-65"/>
              <a:t>TESTING</a:t>
            </a:r>
            <a:r>
              <a:rPr dirty="0" spc="-180"/>
              <a:t> </a:t>
            </a:r>
            <a:r>
              <a:rPr dirty="0" spc="-105"/>
              <a:t>(REDUX)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269095" cy="304101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software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sequence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actions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designed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evaluate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particular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aspect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functionality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software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Software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Under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often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called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SUT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generally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consists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in: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Ensuring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required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pre-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conditions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fulfilled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Arrange</a:t>
            </a:r>
            <a:r>
              <a:rPr dirty="0" sz="24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phase)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Executing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actions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Act</a:t>
            </a:r>
            <a:r>
              <a:rPr dirty="0" sz="24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phase)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Checking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SUT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behaved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intended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Assert</a:t>
            </a:r>
            <a:r>
              <a:rPr dirty="0" sz="24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phase)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TESTING</a:t>
            </a:r>
            <a:r>
              <a:rPr dirty="0" spc="-150"/>
              <a:t> </a:t>
            </a:r>
            <a:r>
              <a:rPr dirty="0" spc="-105"/>
              <a:t>LEVELS</a:t>
            </a:r>
            <a:r>
              <a:rPr dirty="0" spc="-130"/>
              <a:t> </a:t>
            </a:r>
            <a:r>
              <a:rPr dirty="0" spc="-95"/>
              <a:t>(REDUX)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8197215" cy="4157979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Testing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performed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levels: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Unit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testing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4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111F35"/>
                </a:solidFill>
                <a:latin typeface="Calibri"/>
                <a:cs typeface="Calibri"/>
              </a:rPr>
              <a:t>unit</a:t>
            </a:r>
            <a:r>
              <a:rPr dirty="0" sz="2400" spc="-25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(e.g.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class,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4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method)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Integration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testing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Checking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units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work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together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intended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System</a:t>
            </a:r>
            <a:r>
              <a:rPr dirty="0" sz="2800" spc="-1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testing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Targets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system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whole,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against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specification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End-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End</a:t>
            </a:r>
            <a:r>
              <a:rPr dirty="0" sz="2800" spc="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(E2E)</a:t>
            </a:r>
            <a:r>
              <a:rPr dirty="0" sz="2800" spc="-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testing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Targets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SUT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viewpoint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intended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end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52800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175"/>
              <a:t> </a:t>
            </a:r>
            <a:r>
              <a:rPr dirty="0" spc="-65"/>
              <a:t>TESTING</a:t>
            </a:r>
            <a:r>
              <a:rPr dirty="0" spc="-190"/>
              <a:t> </a:t>
            </a:r>
            <a:r>
              <a:rPr dirty="0" spc="-90"/>
              <a:t>PYRAMID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643629" y="2359151"/>
            <a:ext cx="4904740" cy="3173730"/>
            <a:chOff x="3643629" y="2359151"/>
            <a:chExt cx="4904740" cy="3173730"/>
          </a:xfrm>
        </p:grpSpPr>
        <p:sp>
          <p:nvSpPr>
            <p:cNvPr id="4" name="object 4" descr=""/>
            <p:cNvSpPr/>
            <p:nvPr/>
          </p:nvSpPr>
          <p:spPr>
            <a:xfrm>
              <a:off x="5341619" y="2359151"/>
              <a:ext cx="1508760" cy="975360"/>
            </a:xfrm>
            <a:custGeom>
              <a:avLst/>
              <a:gdLst/>
              <a:ahLst/>
              <a:cxnLst/>
              <a:rect l="l" t="t" r="r" b="b"/>
              <a:pathLst>
                <a:path w="1508759" h="975360">
                  <a:moveTo>
                    <a:pt x="755522" y="0"/>
                  </a:moveTo>
                  <a:lnTo>
                    <a:pt x="753237" y="0"/>
                  </a:lnTo>
                  <a:lnTo>
                    <a:pt x="0" y="975360"/>
                  </a:lnTo>
                  <a:lnTo>
                    <a:pt x="1508759" y="975360"/>
                  </a:lnTo>
                  <a:lnTo>
                    <a:pt x="755522" y="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919471" y="3334511"/>
              <a:ext cx="2353310" cy="548640"/>
            </a:xfrm>
            <a:custGeom>
              <a:avLst/>
              <a:gdLst/>
              <a:ahLst/>
              <a:cxnLst/>
              <a:rect l="l" t="t" r="r" b="b"/>
              <a:pathLst>
                <a:path w="2353309" h="548639">
                  <a:moveTo>
                    <a:pt x="1929383" y="0"/>
                  </a:moveTo>
                  <a:lnTo>
                    <a:pt x="423672" y="0"/>
                  </a:lnTo>
                  <a:lnTo>
                    <a:pt x="0" y="548639"/>
                  </a:lnTo>
                  <a:lnTo>
                    <a:pt x="2353055" y="548639"/>
                  </a:lnTo>
                  <a:lnTo>
                    <a:pt x="1929383" y="0"/>
                  </a:lnTo>
                  <a:close/>
                </a:path>
              </a:pathLst>
            </a:custGeom>
            <a:solidFill>
              <a:srgbClr val="EB4E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19471" y="3334511"/>
              <a:ext cx="2353310" cy="548640"/>
            </a:xfrm>
            <a:custGeom>
              <a:avLst/>
              <a:gdLst/>
              <a:ahLst/>
              <a:cxnLst/>
              <a:rect l="l" t="t" r="r" b="b"/>
              <a:pathLst>
                <a:path w="2353309" h="548639">
                  <a:moveTo>
                    <a:pt x="0" y="548639"/>
                  </a:moveTo>
                  <a:lnTo>
                    <a:pt x="423672" y="0"/>
                  </a:lnTo>
                  <a:lnTo>
                    <a:pt x="1929383" y="0"/>
                  </a:lnTo>
                  <a:lnTo>
                    <a:pt x="2353055" y="548639"/>
                  </a:lnTo>
                  <a:lnTo>
                    <a:pt x="0" y="5486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401311" y="3883151"/>
              <a:ext cx="3389629" cy="669290"/>
            </a:xfrm>
            <a:custGeom>
              <a:avLst/>
              <a:gdLst/>
              <a:ahLst/>
              <a:cxnLst/>
              <a:rect l="l" t="t" r="r" b="b"/>
              <a:pathLst>
                <a:path w="3389629" h="669289">
                  <a:moveTo>
                    <a:pt x="2872613" y="0"/>
                  </a:moveTo>
                  <a:lnTo>
                    <a:pt x="516763" y="0"/>
                  </a:lnTo>
                  <a:lnTo>
                    <a:pt x="0" y="669036"/>
                  </a:lnTo>
                  <a:lnTo>
                    <a:pt x="3389376" y="669036"/>
                  </a:lnTo>
                  <a:lnTo>
                    <a:pt x="2872613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401311" y="3883151"/>
              <a:ext cx="3389629" cy="669290"/>
            </a:xfrm>
            <a:custGeom>
              <a:avLst/>
              <a:gdLst/>
              <a:ahLst/>
              <a:cxnLst/>
              <a:rect l="l" t="t" r="r" b="b"/>
              <a:pathLst>
                <a:path w="3389629" h="669289">
                  <a:moveTo>
                    <a:pt x="0" y="669036"/>
                  </a:moveTo>
                  <a:lnTo>
                    <a:pt x="516763" y="0"/>
                  </a:lnTo>
                  <a:lnTo>
                    <a:pt x="2872613" y="0"/>
                  </a:lnTo>
                  <a:lnTo>
                    <a:pt x="3389376" y="669036"/>
                  </a:lnTo>
                  <a:lnTo>
                    <a:pt x="0" y="669036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649979" y="4552187"/>
              <a:ext cx="4892040" cy="974090"/>
            </a:xfrm>
            <a:custGeom>
              <a:avLst/>
              <a:gdLst/>
              <a:ahLst/>
              <a:cxnLst/>
              <a:rect l="l" t="t" r="r" b="b"/>
              <a:pathLst>
                <a:path w="4892040" h="974089">
                  <a:moveTo>
                    <a:pt x="4139946" y="0"/>
                  </a:moveTo>
                  <a:lnTo>
                    <a:pt x="752094" y="0"/>
                  </a:lnTo>
                  <a:lnTo>
                    <a:pt x="0" y="973836"/>
                  </a:lnTo>
                  <a:lnTo>
                    <a:pt x="4892040" y="973836"/>
                  </a:lnTo>
                  <a:lnTo>
                    <a:pt x="4139946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649979" y="4552187"/>
              <a:ext cx="4892040" cy="974090"/>
            </a:xfrm>
            <a:custGeom>
              <a:avLst/>
              <a:gdLst/>
              <a:ahLst/>
              <a:cxnLst/>
              <a:rect l="l" t="t" r="r" b="b"/>
              <a:pathLst>
                <a:path w="4892040" h="974089">
                  <a:moveTo>
                    <a:pt x="0" y="973836"/>
                  </a:moveTo>
                  <a:lnTo>
                    <a:pt x="752094" y="0"/>
                  </a:lnTo>
                  <a:lnTo>
                    <a:pt x="4139946" y="0"/>
                  </a:lnTo>
                  <a:lnTo>
                    <a:pt x="4892040" y="973836"/>
                  </a:lnTo>
                  <a:lnTo>
                    <a:pt x="0" y="97383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402326" y="2585999"/>
            <a:ext cx="1387475" cy="256540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615"/>
              </a:spcBef>
            </a:pP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E2E</a:t>
            </a:r>
            <a:endParaRPr sz="16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  <a:spcBef>
                <a:spcPts val="51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Tests</a:t>
            </a:r>
            <a:endParaRPr sz="16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194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6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Tests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Integration</a:t>
            </a:r>
            <a:r>
              <a:rPr dirty="0" sz="1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Tests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6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r>
              <a:rPr dirty="0" sz="16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Tests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675194" y="1663110"/>
            <a:ext cx="2842260" cy="909319"/>
            <a:chOff x="4675194" y="1663110"/>
            <a:chExt cx="2842260" cy="909319"/>
          </a:xfrm>
        </p:grpSpPr>
        <p:sp>
          <p:nvSpPr>
            <p:cNvPr id="13" name="object 13" descr=""/>
            <p:cNvSpPr/>
            <p:nvPr/>
          </p:nvSpPr>
          <p:spPr>
            <a:xfrm>
              <a:off x="4684719" y="1672635"/>
              <a:ext cx="2823210" cy="890269"/>
            </a:xfrm>
            <a:custGeom>
              <a:avLst/>
              <a:gdLst/>
              <a:ahLst/>
              <a:cxnLst/>
              <a:rect l="l" t="t" r="r" b="b"/>
              <a:pathLst>
                <a:path w="2823209" h="890269">
                  <a:moveTo>
                    <a:pt x="2192123" y="0"/>
                  </a:moveTo>
                  <a:lnTo>
                    <a:pt x="2138275" y="1903"/>
                  </a:lnTo>
                  <a:lnTo>
                    <a:pt x="2085815" y="7696"/>
                  </a:lnTo>
                  <a:lnTo>
                    <a:pt x="2036004" y="17334"/>
                  </a:lnTo>
                  <a:lnTo>
                    <a:pt x="1990105" y="30771"/>
                  </a:lnTo>
                  <a:lnTo>
                    <a:pt x="1949379" y="47960"/>
                  </a:lnTo>
                  <a:lnTo>
                    <a:pt x="1928180" y="37353"/>
                  </a:lnTo>
                  <a:lnTo>
                    <a:pt x="1878209" y="19617"/>
                  </a:lnTo>
                  <a:lnTo>
                    <a:pt x="1796003" y="3890"/>
                  </a:lnTo>
                  <a:lnTo>
                    <a:pt x="1740760" y="29"/>
                  </a:lnTo>
                  <a:lnTo>
                    <a:pt x="1685746" y="853"/>
                  </a:lnTo>
                  <a:lnTo>
                    <a:pt x="1632498" y="6145"/>
                  </a:lnTo>
                  <a:lnTo>
                    <a:pt x="1582555" y="15687"/>
                  </a:lnTo>
                  <a:lnTo>
                    <a:pt x="1537452" y="29263"/>
                  </a:lnTo>
                  <a:lnTo>
                    <a:pt x="1498729" y="46655"/>
                  </a:lnTo>
                  <a:lnTo>
                    <a:pt x="1467922" y="67645"/>
                  </a:lnTo>
                  <a:lnTo>
                    <a:pt x="1449334" y="60317"/>
                  </a:lnTo>
                  <a:lnTo>
                    <a:pt x="1408825" y="47517"/>
                  </a:lnTo>
                  <a:lnTo>
                    <a:pt x="1335018" y="32438"/>
                  </a:lnTo>
                  <a:lnTo>
                    <a:pt x="1281528" y="26630"/>
                  </a:lnTo>
                  <a:lnTo>
                    <a:pt x="1227521" y="24565"/>
                  </a:lnTo>
                  <a:lnTo>
                    <a:pt x="1173966" y="26114"/>
                  </a:lnTo>
                  <a:lnTo>
                    <a:pt x="1121831" y="31148"/>
                  </a:lnTo>
                  <a:lnTo>
                    <a:pt x="1072085" y="39539"/>
                  </a:lnTo>
                  <a:lnTo>
                    <a:pt x="1025697" y="51158"/>
                  </a:lnTo>
                  <a:lnTo>
                    <a:pt x="983634" y="65876"/>
                  </a:lnTo>
                  <a:lnTo>
                    <a:pt x="946866" y="83564"/>
                  </a:lnTo>
                  <a:lnTo>
                    <a:pt x="916361" y="104094"/>
                  </a:lnTo>
                  <a:lnTo>
                    <a:pt x="872704" y="94448"/>
                  </a:lnTo>
                  <a:lnTo>
                    <a:pt x="827113" y="86996"/>
                  </a:lnTo>
                  <a:lnTo>
                    <a:pt x="780026" y="81774"/>
                  </a:lnTo>
                  <a:lnTo>
                    <a:pt x="731882" y="78816"/>
                  </a:lnTo>
                  <a:lnTo>
                    <a:pt x="683116" y="78159"/>
                  </a:lnTo>
                  <a:lnTo>
                    <a:pt x="634167" y="79837"/>
                  </a:lnTo>
                  <a:lnTo>
                    <a:pt x="570281" y="85642"/>
                  </a:lnTo>
                  <a:lnTo>
                    <a:pt x="510562" y="95148"/>
                  </a:lnTo>
                  <a:lnTo>
                    <a:pt x="455594" y="108026"/>
                  </a:lnTo>
                  <a:lnTo>
                    <a:pt x="405958" y="123947"/>
                  </a:lnTo>
                  <a:lnTo>
                    <a:pt x="362240" y="142582"/>
                  </a:lnTo>
                  <a:lnTo>
                    <a:pt x="325021" y="163601"/>
                  </a:lnTo>
                  <a:lnTo>
                    <a:pt x="272418" y="211476"/>
                  </a:lnTo>
                  <a:lnTo>
                    <a:pt x="252817" y="264939"/>
                  </a:lnTo>
                  <a:lnTo>
                    <a:pt x="256850" y="292943"/>
                  </a:lnTo>
                  <a:lnTo>
                    <a:pt x="254437" y="295737"/>
                  </a:lnTo>
                  <a:lnTo>
                    <a:pt x="201921" y="300252"/>
                  </a:lnTo>
                  <a:lnTo>
                    <a:pt x="152916" y="308845"/>
                  </a:lnTo>
                  <a:lnTo>
                    <a:pt x="108618" y="321175"/>
                  </a:lnTo>
                  <a:lnTo>
                    <a:pt x="70220" y="336901"/>
                  </a:lnTo>
                  <a:lnTo>
                    <a:pt x="9569" y="386002"/>
                  </a:lnTo>
                  <a:lnTo>
                    <a:pt x="0" y="417483"/>
                  </a:lnTo>
                  <a:lnTo>
                    <a:pt x="9248" y="448534"/>
                  </a:lnTo>
                  <a:lnTo>
                    <a:pt x="36350" y="477563"/>
                  </a:lnTo>
                  <a:lnTo>
                    <a:pt x="80343" y="502980"/>
                  </a:lnTo>
                  <a:lnTo>
                    <a:pt x="140264" y="523194"/>
                  </a:lnTo>
                  <a:lnTo>
                    <a:pt x="103037" y="544524"/>
                  </a:lnTo>
                  <a:lnTo>
                    <a:pt x="77716" y="568485"/>
                  </a:lnTo>
                  <a:lnTo>
                    <a:pt x="64969" y="594185"/>
                  </a:lnTo>
                  <a:lnTo>
                    <a:pt x="65461" y="620730"/>
                  </a:lnTo>
                  <a:lnTo>
                    <a:pt x="108748" y="672576"/>
                  </a:lnTo>
                  <a:lnTo>
                    <a:pt x="148257" y="693395"/>
                  </a:lnTo>
                  <a:lnTo>
                    <a:pt x="197150" y="709956"/>
                  </a:lnTo>
                  <a:lnTo>
                    <a:pt x="253532" y="721615"/>
                  </a:lnTo>
                  <a:lnTo>
                    <a:pt x="315508" y="727732"/>
                  </a:lnTo>
                  <a:lnTo>
                    <a:pt x="381183" y="727664"/>
                  </a:lnTo>
                  <a:lnTo>
                    <a:pt x="384739" y="730331"/>
                  </a:lnTo>
                  <a:lnTo>
                    <a:pt x="419698" y="752545"/>
                  </a:lnTo>
                  <a:lnTo>
                    <a:pt x="457446" y="771306"/>
                  </a:lnTo>
                  <a:lnTo>
                    <a:pt x="499242" y="787829"/>
                  </a:lnTo>
                  <a:lnTo>
                    <a:pt x="544568" y="802058"/>
                  </a:lnTo>
                  <a:lnTo>
                    <a:pt x="592905" y="813937"/>
                  </a:lnTo>
                  <a:lnTo>
                    <a:pt x="643735" y="823411"/>
                  </a:lnTo>
                  <a:lnTo>
                    <a:pt x="696540" y="830423"/>
                  </a:lnTo>
                  <a:lnTo>
                    <a:pt x="750800" y="834917"/>
                  </a:lnTo>
                  <a:lnTo>
                    <a:pt x="805998" y="836839"/>
                  </a:lnTo>
                  <a:lnTo>
                    <a:pt x="861615" y="836131"/>
                  </a:lnTo>
                  <a:lnTo>
                    <a:pt x="917133" y="832739"/>
                  </a:lnTo>
                  <a:lnTo>
                    <a:pt x="972033" y="826606"/>
                  </a:lnTo>
                  <a:lnTo>
                    <a:pt x="1025796" y="817677"/>
                  </a:lnTo>
                  <a:lnTo>
                    <a:pt x="1077905" y="805896"/>
                  </a:lnTo>
                  <a:lnTo>
                    <a:pt x="1115110" y="826585"/>
                  </a:lnTo>
                  <a:lnTo>
                    <a:pt x="1158283" y="844762"/>
                  </a:lnTo>
                  <a:lnTo>
                    <a:pt x="1206716" y="860202"/>
                  </a:lnTo>
                  <a:lnTo>
                    <a:pt x="1259704" y="872680"/>
                  </a:lnTo>
                  <a:lnTo>
                    <a:pt x="1316538" y="881969"/>
                  </a:lnTo>
                  <a:lnTo>
                    <a:pt x="1374931" y="887796"/>
                  </a:lnTo>
                  <a:lnTo>
                    <a:pt x="1433214" y="890140"/>
                  </a:lnTo>
                  <a:lnTo>
                    <a:pt x="1490734" y="889152"/>
                  </a:lnTo>
                  <a:lnTo>
                    <a:pt x="1546836" y="884984"/>
                  </a:lnTo>
                  <a:lnTo>
                    <a:pt x="1600865" y="877787"/>
                  </a:lnTo>
                  <a:lnTo>
                    <a:pt x="1652167" y="867713"/>
                  </a:lnTo>
                  <a:lnTo>
                    <a:pt x="1700088" y="854914"/>
                  </a:lnTo>
                  <a:lnTo>
                    <a:pt x="1743973" y="839541"/>
                  </a:lnTo>
                  <a:lnTo>
                    <a:pt x="1783168" y="821747"/>
                  </a:lnTo>
                  <a:lnTo>
                    <a:pt x="1817018" y="801683"/>
                  </a:lnTo>
                  <a:lnTo>
                    <a:pt x="1866067" y="755350"/>
                  </a:lnTo>
                  <a:lnTo>
                    <a:pt x="1911952" y="765861"/>
                  </a:lnTo>
                  <a:lnTo>
                    <a:pt x="1960539" y="773527"/>
                  </a:lnTo>
                  <a:lnTo>
                    <a:pt x="2011103" y="778263"/>
                  </a:lnTo>
                  <a:lnTo>
                    <a:pt x="2062917" y="779988"/>
                  </a:lnTo>
                  <a:lnTo>
                    <a:pt x="2124203" y="778054"/>
                  </a:lnTo>
                  <a:lnTo>
                    <a:pt x="2182420" y="772094"/>
                  </a:lnTo>
                  <a:lnTo>
                    <a:pt x="2236782" y="762437"/>
                  </a:lnTo>
                  <a:lnTo>
                    <a:pt x="2286506" y="749416"/>
                  </a:lnTo>
                  <a:lnTo>
                    <a:pt x="2330808" y="733363"/>
                  </a:lnTo>
                  <a:lnTo>
                    <a:pt x="2368903" y="714608"/>
                  </a:lnTo>
                  <a:lnTo>
                    <a:pt x="2423337" y="670321"/>
                  </a:lnTo>
                  <a:lnTo>
                    <a:pt x="2443536" y="619206"/>
                  </a:lnTo>
                  <a:lnTo>
                    <a:pt x="2499077" y="614173"/>
                  </a:lnTo>
                  <a:lnTo>
                    <a:pt x="2552486" y="606188"/>
                  </a:lnTo>
                  <a:lnTo>
                    <a:pt x="2603109" y="595346"/>
                  </a:lnTo>
                  <a:lnTo>
                    <a:pt x="2650292" y="581741"/>
                  </a:lnTo>
                  <a:lnTo>
                    <a:pt x="2703646" y="561007"/>
                  </a:lnTo>
                  <a:lnTo>
                    <a:pt x="2747393" y="537499"/>
                  </a:lnTo>
                  <a:lnTo>
                    <a:pt x="2781367" y="511766"/>
                  </a:lnTo>
                  <a:lnTo>
                    <a:pt x="2819329" y="455820"/>
                  </a:lnTo>
                  <a:lnTo>
                    <a:pt x="2822986" y="426704"/>
                  </a:lnTo>
                  <a:lnTo>
                    <a:pt x="2816204" y="397558"/>
                  </a:lnTo>
                  <a:lnTo>
                    <a:pt x="2798819" y="368929"/>
                  </a:lnTo>
                  <a:lnTo>
                    <a:pt x="2770664" y="341368"/>
                  </a:lnTo>
                  <a:lnTo>
                    <a:pt x="2731572" y="315422"/>
                  </a:lnTo>
                  <a:lnTo>
                    <a:pt x="2737922" y="309072"/>
                  </a:lnTo>
                  <a:lnTo>
                    <a:pt x="2743256" y="302468"/>
                  </a:lnTo>
                  <a:lnTo>
                    <a:pt x="2747574" y="295737"/>
                  </a:lnTo>
                  <a:lnTo>
                    <a:pt x="2759155" y="265791"/>
                  </a:lnTo>
                  <a:lnTo>
                    <a:pt x="2756738" y="236356"/>
                  </a:lnTo>
                  <a:lnTo>
                    <a:pt x="2713824" y="181977"/>
                  </a:lnTo>
                  <a:lnTo>
                    <a:pt x="2675286" y="158507"/>
                  </a:lnTo>
                  <a:lnTo>
                    <a:pt x="2626666" y="138503"/>
                  </a:lnTo>
                  <a:lnTo>
                    <a:pt x="2568944" y="122701"/>
                  </a:lnTo>
                  <a:lnTo>
                    <a:pt x="2503099" y="111841"/>
                  </a:lnTo>
                  <a:lnTo>
                    <a:pt x="2488819" y="89148"/>
                  </a:lnTo>
                  <a:lnTo>
                    <a:pt x="2434733" y="48904"/>
                  </a:lnTo>
                  <a:lnTo>
                    <a:pt x="2396165" y="32212"/>
                  </a:lnTo>
                  <a:lnTo>
                    <a:pt x="2349381" y="18093"/>
                  </a:lnTo>
                  <a:lnTo>
                    <a:pt x="2298938" y="8049"/>
                  </a:lnTo>
                  <a:lnTo>
                    <a:pt x="2246098" y="2033"/>
                  </a:lnTo>
                  <a:lnTo>
                    <a:pt x="21921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684719" y="1672635"/>
              <a:ext cx="2823210" cy="890269"/>
            </a:xfrm>
            <a:custGeom>
              <a:avLst/>
              <a:gdLst/>
              <a:ahLst/>
              <a:cxnLst/>
              <a:rect l="l" t="t" r="r" b="b"/>
              <a:pathLst>
                <a:path w="2823209" h="890269">
                  <a:moveTo>
                    <a:pt x="256850" y="292943"/>
                  </a:moveTo>
                  <a:lnTo>
                    <a:pt x="258201" y="237674"/>
                  </a:lnTo>
                  <a:lnTo>
                    <a:pt x="294886" y="186676"/>
                  </a:lnTo>
                  <a:lnTo>
                    <a:pt x="362240" y="142582"/>
                  </a:lnTo>
                  <a:lnTo>
                    <a:pt x="405958" y="123947"/>
                  </a:lnTo>
                  <a:lnTo>
                    <a:pt x="455594" y="108026"/>
                  </a:lnTo>
                  <a:lnTo>
                    <a:pt x="510562" y="95148"/>
                  </a:lnTo>
                  <a:lnTo>
                    <a:pt x="570281" y="85642"/>
                  </a:lnTo>
                  <a:lnTo>
                    <a:pt x="634167" y="79837"/>
                  </a:lnTo>
                  <a:lnTo>
                    <a:pt x="683116" y="78159"/>
                  </a:lnTo>
                  <a:lnTo>
                    <a:pt x="731882" y="78816"/>
                  </a:lnTo>
                  <a:lnTo>
                    <a:pt x="780026" y="81774"/>
                  </a:lnTo>
                  <a:lnTo>
                    <a:pt x="827113" y="86996"/>
                  </a:lnTo>
                  <a:lnTo>
                    <a:pt x="872704" y="94448"/>
                  </a:lnTo>
                  <a:lnTo>
                    <a:pt x="916361" y="104094"/>
                  </a:lnTo>
                  <a:lnTo>
                    <a:pt x="946866" y="83564"/>
                  </a:lnTo>
                  <a:lnTo>
                    <a:pt x="983634" y="65876"/>
                  </a:lnTo>
                  <a:lnTo>
                    <a:pt x="1025697" y="51158"/>
                  </a:lnTo>
                  <a:lnTo>
                    <a:pt x="1072085" y="39539"/>
                  </a:lnTo>
                  <a:lnTo>
                    <a:pt x="1121831" y="31148"/>
                  </a:lnTo>
                  <a:lnTo>
                    <a:pt x="1173966" y="26114"/>
                  </a:lnTo>
                  <a:lnTo>
                    <a:pt x="1227521" y="24565"/>
                  </a:lnTo>
                  <a:lnTo>
                    <a:pt x="1281528" y="26630"/>
                  </a:lnTo>
                  <a:lnTo>
                    <a:pt x="1335018" y="32438"/>
                  </a:lnTo>
                  <a:lnTo>
                    <a:pt x="1387023" y="42118"/>
                  </a:lnTo>
                  <a:lnTo>
                    <a:pt x="1429616" y="53595"/>
                  </a:lnTo>
                  <a:lnTo>
                    <a:pt x="1467922" y="67645"/>
                  </a:lnTo>
                  <a:lnTo>
                    <a:pt x="1498729" y="46655"/>
                  </a:lnTo>
                  <a:lnTo>
                    <a:pt x="1537452" y="29263"/>
                  </a:lnTo>
                  <a:lnTo>
                    <a:pt x="1582555" y="15687"/>
                  </a:lnTo>
                  <a:lnTo>
                    <a:pt x="1632498" y="6145"/>
                  </a:lnTo>
                  <a:lnTo>
                    <a:pt x="1685746" y="853"/>
                  </a:lnTo>
                  <a:lnTo>
                    <a:pt x="1740760" y="29"/>
                  </a:lnTo>
                  <a:lnTo>
                    <a:pt x="1796003" y="3890"/>
                  </a:lnTo>
                  <a:lnTo>
                    <a:pt x="1849938" y="12654"/>
                  </a:lnTo>
                  <a:lnTo>
                    <a:pt x="1904373" y="27878"/>
                  </a:lnTo>
                  <a:lnTo>
                    <a:pt x="1949379" y="47960"/>
                  </a:lnTo>
                  <a:lnTo>
                    <a:pt x="1990105" y="30771"/>
                  </a:lnTo>
                  <a:lnTo>
                    <a:pt x="2036004" y="17334"/>
                  </a:lnTo>
                  <a:lnTo>
                    <a:pt x="2085815" y="7696"/>
                  </a:lnTo>
                  <a:lnTo>
                    <a:pt x="2138275" y="1903"/>
                  </a:lnTo>
                  <a:lnTo>
                    <a:pt x="2192123" y="0"/>
                  </a:lnTo>
                  <a:lnTo>
                    <a:pt x="2246098" y="2033"/>
                  </a:lnTo>
                  <a:lnTo>
                    <a:pt x="2298938" y="8049"/>
                  </a:lnTo>
                  <a:lnTo>
                    <a:pt x="2349381" y="18093"/>
                  </a:lnTo>
                  <a:lnTo>
                    <a:pt x="2396165" y="32212"/>
                  </a:lnTo>
                  <a:lnTo>
                    <a:pt x="2434733" y="48904"/>
                  </a:lnTo>
                  <a:lnTo>
                    <a:pt x="2488819" y="89148"/>
                  </a:lnTo>
                  <a:lnTo>
                    <a:pt x="2503099" y="111841"/>
                  </a:lnTo>
                  <a:lnTo>
                    <a:pt x="2568944" y="122701"/>
                  </a:lnTo>
                  <a:lnTo>
                    <a:pt x="2626666" y="138503"/>
                  </a:lnTo>
                  <a:lnTo>
                    <a:pt x="2675286" y="158507"/>
                  </a:lnTo>
                  <a:lnTo>
                    <a:pt x="2713824" y="181977"/>
                  </a:lnTo>
                  <a:lnTo>
                    <a:pt x="2756738" y="236356"/>
                  </a:lnTo>
                  <a:lnTo>
                    <a:pt x="2759155" y="265791"/>
                  </a:lnTo>
                  <a:lnTo>
                    <a:pt x="2747574" y="295737"/>
                  </a:lnTo>
                  <a:lnTo>
                    <a:pt x="2743256" y="302468"/>
                  </a:lnTo>
                  <a:lnTo>
                    <a:pt x="2737922" y="309072"/>
                  </a:lnTo>
                  <a:lnTo>
                    <a:pt x="2731572" y="315422"/>
                  </a:lnTo>
                  <a:lnTo>
                    <a:pt x="2770664" y="341368"/>
                  </a:lnTo>
                  <a:lnTo>
                    <a:pt x="2798819" y="368929"/>
                  </a:lnTo>
                  <a:lnTo>
                    <a:pt x="2816204" y="397558"/>
                  </a:lnTo>
                  <a:lnTo>
                    <a:pt x="2822986" y="426704"/>
                  </a:lnTo>
                  <a:lnTo>
                    <a:pt x="2819329" y="455820"/>
                  </a:lnTo>
                  <a:lnTo>
                    <a:pt x="2781367" y="511766"/>
                  </a:lnTo>
                  <a:lnTo>
                    <a:pt x="2747393" y="537499"/>
                  </a:lnTo>
                  <a:lnTo>
                    <a:pt x="2703646" y="561007"/>
                  </a:lnTo>
                  <a:lnTo>
                    <a:pt x="2650292" y="581741"/>
                  </a:lnTo>
                  <a:lnTo>
                    <a:pt x="2603109" y="595346"/>
                  </a:lnTo>
                  <a:lnTo>
                    <a:pt x="2552486" y="606188"/>
                  </a:lnTo>
                  <a:lnTo>
                    <a:pt x="2499077" y="614173"/>
                  </a:lnTo>
                  <a:lnTo>
                    <a:pt x="2443536" y="619206"/>
                  </a:lnTo>
                  <a:lnTo>
                    <a:pt x="2438108" y="645451"/>
                  </a:lnTo>
                  <a:lnTo>
                    <a:pt x="2400007" y="693484"/>
                  </a:lnTo>
                  <a:lnTo>
                    <a:pt x="2330808" y="733363"/>
                  </a:lnTo>
                  <a:lnTo>
                    <a:pt x="2286506" y="749416"/>
                  </a:lnTo>
                  <a:lnTo>
                    <a:pt x="2236782" y="762437"/>
                  </a:lnTo>
                  <a:lnTo>
                    <a:pt x="2182420" y="772094"/>
                  </a:lnTo>
                  <a:lnTo>
                    <a:pt x="2124203" y="778054"/>
                  </a:lnTo>
                  <a:lnTo>
                    <a:pt x="2062917" y="779988"/>
                  </a:lnTo>
                  <a:lnTo>
                    <a:pt x="2011103" y="778263"/>
                  </a:lnTo>
                  <a:lnTo>
                    <a:pt x="1960539" y="773527"/>
                  </a:lnTo>
                  <a:lnTo>
                    <a:pt x="1911952" y="765861"/>
                  </a:lnTo>
                  <a:lnTo>
                    <a:pt x="1866067" y="755350"/>
                  </a:lnTo>
                  <a:lnTo>
                    <a:pt x="1844869" y="779500"/>
                  </a:lnTo>
                  <a:lnTo>
                    <a:pt x="1783168" y="821747"/>
                  </a:lnTo>
                  <a:lnTo>
                    <a:pt x="1743973" y="839541"/>
                  </a:lnTo>
                  <a:lnTo>
                    <a:pt x="1700088" y="854914"/>
                  </a:lnTo>
                  <a:lnTo>
                    <a:pt x="1652167" y="867713"/>
                  </a:lnTo>
                  <a:lnTo>
                    <a:pt x="1600865" y="877787"/>
                  </a:lnTo>
                  <a:lnTo>
                    <a:pt x="1546836" y="884984"/>
                  </a:lnTo>
                  <a:lnTo>
                    <a:pt x="1490734" y="889152"/>
                  </a:lnTo>
                  <a:lnTo>
                    <a:pt x="1433214" y="890140"/>
                  </a:lnTo>
                  <a:lnTo>
                    <a:pt x="1374931" y="887796"/>
                  </a:lnTo>
                  <a:lnTo>
                    <a:pt x="1316538" y="881969"/>
                  </a:lnTo>
                  <a:lnTo>
                    <a:pt x="1259704" y="872680"/>
                  </a:lnTo>
                  <a:lnTo>
                    <a:pt x="1206716" y="860202"/>
                  </a:lnTo>
                  <a:lnTo>
                    <a:pt x="1158283" y="844762"/>
                  </a:lnTo>
                  <a:lnTo>
                    <a:pt x="1115110" y="826585"/>
                  </a:lnTo>
                  <a:lnTo>
                    <a:pt x="1077905" y="805896"/>
                  </a:lnTo>
                  <a:lnTo>
                    <a:pt x="1025796" y="817677"/>
                  </a:lnTo>
                  <a:lnTo>
                    <a:pt x="972033" y="826606"/>
                  </a:lnTo>
                  <a:lnTo>
                    <a:pt x="917133" y="832739"/>
                  </a:lnTo>
                  <a:lnTo>
                    <a:pt x="861615" y="836131"/>
                  </a:lnTo>
                  <a:lnTo>
                    <a:pt x="805998" y="836839"/>
                  </a:lnTo>
                  <a:lnTo>
                    <a:pt x="750800" y="834917"/>
                  </a:lnTo>
                  <a:lnTo>
                    <a:pt x="696540" y="830423"/>
                  </a:lnTo>
                  <a:lnTo>
                    <a:pt x="643735" y="823411"/>
                  </a:lnTo>
                  <a:lnTo>
                    <a:pt x="592905" y="813937"/>
                  </a:lnTo>
                  <a:lnTo>
                    <a:pt x="544568" y="802058"/>
                  </a:lnTo>
                  <a:lnTo>
                    <a:pt x="499242" y="787829"/>
                  </a:lnTo>
                  <a:lnTo>
                    <a:pt x="457446" y="771306"/>
                  </a:lnTo>
                  <a:lnTo>
                    <a:pt x="419698" y="752545"/>
                  </a:lnTo>
                  <a:lnTo>
                    <a:pt x="386517" y="731601"/>
                  </a:lnTo>
                  <a:lnTo>
                    <a:pt x="382961" y="728934"/>
                  </a:lnTo>
                  <a:lnTo>
                    <a:pt x="381183" y="727664"/>
                  </a:lnTo>
                  <a:lnTo>
                    <a:pt x="315508" y="727732"/>
                  </a:lnTo>
                  <a:lnTo>
                    <a:pt x="253532" y="721615"/>
                  </a:lnTo>
                  <a:lnTo>
                    <a:pt x="197150" y="709956"/>
                  </a:lnTo>
                  <a:lnTo>
                    <a:pt x="148257" y="693395"/>
                  </a:lnTo>
                  <a:lnTo>
                    <a:pt x="108748" y="672576"/>
                  </a:lnTo>
                  <a:lnTo>
                    <a:pt x="65461" y="620730"/>
                  </a:lnTo>
                  <a:lnTo>
                    <a:pt x="64969" y="594185"/>
                  </a:lnTo>
                  <a:lnTo>
                    <a:pt x="77716" y="568485"/>
                  </a:lnTo>
                  <a:lnTo>
                    <a:pt x="103037" y="544524"/>
                  </a:lnTo>
                  <a:lnTo>
                    <a:pt x="140264" y="523194"/>
                  </a:lnTo>
                  <a:lnTo>
                    <a:pt x="80343" y="502980"/>
                  </a:lnTo>
                  <a:lnTo>
                    <a:pt x="36350" y="477563"/>
                  </a:lnTo>
                  <a:lnTo>
                    <a:pt x="9248" y="448534"/>
                  </a:lnTo>
                  <a:lnTo>
                    <a:pt x="0" y="417483"/>
                  </a:lnTo>
                  <a:lnTo>
                    <a:pt x="9569" y="386002"/>
                  </a:lnTo>
                  <a:lnTo>
                    <a:pt x="38918" y="355681"/>
                  </a:lnTo>
                  <a:lnTo>
                    <a:pt x="108618" y="321175"/>
                  </a:lnTo>
                  <a:lnTo>
                    <a:pt x="152916" y="308845"/>
                  </a:lnTo>
                  <a:lnTo>
                    <a:pt x="201921" y="300252"/>
                  </a:lnTo>
                  <a:lnTo>
                    <a:pt x="254437" y="295737"/>
                  </a:lnTo>
                  <a:lnTo>
                    <a:pt x="256850" y="292943"/>
                  </a:lnTo>
                  <a:close/>
                </a:path>
                <a:path w="2823209" h="890269">
                  <a:moveTo>
                    <a:pt x="308666" y="536148"/>
                  </a:moveTo>
                  <a:lnTo>
                    <a:pt x="265470" y="536231"/>
                  </a:lnTo>
                  <a:lnTo>
                    <a:pt x="223036" y="533481"/>
                  </a:lnTo>
                  <a:lnTo>
                    <a:pt x="182079" y="527968"/>
                  </a:lnTo>
                  <a:lnTo>
                    <a:pt x="143312" y="519765"/>
                  </a:lnTo>
                </a:path>
                <a:path w="2823209" h="890269">
                  <a:moveTo>
                    <a:pt x="454462" y="715853"/>
                  </a:moveTo>
                  <a:lnTo>
                    <a:pt x="436902" y="718619"/>
                  </a:lnTo>
                  <a:lnTo>
                    <a:pt x="418950" y="720838"/>
                  </a:lnTo>
                  <a:lnTo>
                    <a:pt x="400687" y="722532"/>
                  </a:lnTo>
                  <a:lnTo>
                    <a:pt x="382199" y="723727"/>
                  </a:lnTo>
                </a:path>
                <a:path w="2823209" h="890269">
                  <a:moveTo>
                    <a:pt x="1077778" y="802213"/>
                  </a:moveTo>
                  <a:lnTo>
                    <a:pt x="1065185" y="793670"/>
                  </a:lnTo>
                  <a:lnTo>
                    <a:pt x="1053711" y="784830"/>
                  </a:lnTo>
                  <a:lnTo>
                    <a:pt x="1043381" y="775727"/>
                  </a:lnTo>
                  <a:lnTo>
                    <a:pt x="1034217" y="766399"/>
                  </a:lnTo>
                </a:path>
                <a:path w="2823209" h="890269">
                  <a:moveTo>
                    <a:pt x="1883720" y="712805"/>
                  </a:moveTo>
                  <a:lnTo>
                    <a:pt x="1881198" y="722778"/>
                  </a:lnTo>
                  <a:lnTo>
                    <a:pt x="1877449" y="732680"/>
                  </a:lnTo>
                  <a:lnTo>
                    <a:pt x="1872486" y="742487"/>
                  </a:lnTo>
                  <a:lnTo>
                    <a:pt x="1866321" y="752175"/>
                  </a:lnTo>
                </a:path>
              </a:pathLst>
            </a:custGeom>
            <a:ln w="19050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4989" y="2132965"/>
              <a:ext cx="231139" cy="165988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4941569" y="1717802"/>
              <a:ext cx="2473960" cy="323215"/>
            </a:xfrm>
            <a:custGeom>
              <a:avLst/>
              <a:gdLst/>
              <a:ahLst/>
              <a:cxnLst/>
              <a:rect l="l" t="t" r="r" b="b"/>
              <a:pathLst>
                <a:path w="2473959" h="323214">
                  <a:moveTo>
                    <a:pt x="2473452" y="268097"/>
                  </a:moveTo>
                  <a:lnTo>
                    <a:pt x="2455491" y="283549"/>
                  </a:lnTo>
                  <a:lnTo>
                    <a:pt x="2433589" y="297989"/>
                  </a:lnTo>
                  <a:lnTo>
                    <a:pt x="2407997" y="311263"/>
                  </a:lnTo>
                  <a:lnTo>
                    <a:pt x="2378963" y="323214"/>
                  </a:lnTo>
                </a:path>
                <a:path w="2473959" h="323214">
                  <a:moveTo>
                    <a:pt x="2246629" y="63500"/>
                  </a:moveTo>
                  <a:lnTo>
                    <a:pt x="2249013" y="69978"/>
                  </a:lnTo>
                  <a:lnTo>
                    <a:pt x="2250646" y="76469"/>
                  </a:lnTo>
                  <a:lnTo>
                    <a:pt x="2251541" y="82984"/>
                  </a:lnTo>
                  <a:lnTo>
                    <a:pt x="2251709" y="89535"/>
                  </a:lnTo>
                </a:path>
                <a:path w="2473959" h="323214">
                  <a:moveTo>
                    <a:pt x="1643252" y="33147"/>
                  </a:moveTo>
                  <a:lnTo>
                    <a:pt x="1653224" y="24324"/>
                  </a:lnTo>
                  <a:lnTo>
                    <a:pt x="1664636" y="15811"/>
                  </a:lnTo>
                  <a:lnTo>
                    <a:pt x="1677453" y="7679"/>
                  </a:lnTo>
                  <a:lnTo>
                    <a:pt x="1691639" y="0"/>
                  </a:lnTo>
                </a:path>
                <a:path w="2473959" h="323214">
                  <a:moveTo>
                    <a:pt x="1190497" y="49022"/>
                  </a:moveTo>
                  <a:lnTo>
                    <a:pt x="1194829" y="41644"/>
                  </a:lnTo>
                  <a:lnTo>
                    <a:pt x="1200197" y="34385"/>
                  </a:lnTo>
                  <a:lnTo>
                    <a:pt x="1206589" y="27269"/>
                  </a:lnTo>
                  <a:lnTo>
                    <a:pt x="1213992" y="20320"/>
                  </a:lnTo>
                </a:path>
                <a:path w="2473959" h="323214">
                  <a:moveTo>
                    <a:pt x="659129" y="58674"/>
                  </a:moveTo>
                  <a:lnTo>
                    <a:pt x="681815" y="64787"/>
                  </a:lnTo>
                  <a:lnTo>
                    <a:pt x="703548" y="71485"/>
                  </a:lnTo>
                  <a:lnTo>
                    <a:pt x="724280" y="78730"/>
                  </a:lnTo>
                  <a:lnTo>
                    <a:pt x="743965" y="86487"/>
                  </a:lnTo>
                </a:path>
                <a:path w="2473959" h="323214">
                  <a:moveTo>
                    <a:pt x="14858" y="276987"/>
                  </a:moveTo>
                  <a:lnTo>
                    <a:pt x="10144" y="269797"/>
                  </a:lnTo>
                  <a:lnTo>
                    <a:pt x="6096" y="262524"/>
                  </a:lnTo>
                  <a:lnTo>
                    <a:pt x="2714" y="255180"/>
                  </a:lnTo>
                  <a:lnTo>
                    <a:pt x="0" y="247776"/>
                  </a:lnTo>
                </a:path>
              </a:pathLst>
            </a:custGeom>
            <a:ln w="19050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174996" y="1824608"/>
            <a:ext cx="1644014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32130" marR="5080" indent="-520065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111F35"/>
                </a:solidFill>
                <a:latin typeface="Calibri"/>
                <a:cs typeface="Calibri"/>
              </a:rPr>
              <a:t>Manual</a:t>
            </a:r>
            <a:r>
              <a:rPr dirty="0" sz="16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11F35"/>
                </a:solidFill>
                <a:latin typeface="Calibri"/>
                <a:cs typeface="Calibri"/>
              </a:rPr>
              <a:t>Exploratory Testing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3241548" y="2114550"/>
            <a:ext cx="114300" cy="3412490"/>
          </a:xfrm>
          <a:custGeom>
            <a:avLst/>
            <a:gdLst/>
            <a:ahLst/>
            <a:cxnLst/>
            <a:rect l="l" t="t" r="r" b="b"/>
            <a:pathLst>
              <a:path w="114300" h="3412490">
                <a:moveTo>
                  <a:pt x="38100" y="3298190"/>
                </a:moveTo>
                <a:lnTo>
                  <a:pt x="0" y="3298190"/>
                </a:lnTo>
                <a:lnTo>
                  <a:pt x="57150" y="3412490"/>
                </a:lnTo>
                <a:lnTo>
                  <a:pt x="104775" y="3317240"/>
                </a:lnTo>
                <a:lnTo>
                  <a:pt x="38100" y="3317240"/>
                </a:lnTo>
                <a:lnTo>
                  <a:pt x="38100" y="3298190"/>
                </a:lnTo>
                <a:close/>
              </a:path>
              <a:path w="114300" h="3412490">
                <a:moveTo>
                  <a:pt x="76200" y="95250"/>
                </a:moveTo>
                <a:lnTo>
                  <a:pt x="38100" y="95250"/>
                </a:lnTo>
                <a:lnTo>
                  <a:pt x="38100" y="3317240"/>
                </a:lnTo>
                <a:lnTo>
                  <a:pt x="76200" y="3317240"/>
                </a:lnTo>
                <a:lnTo>
                  <a:pt x="76200" y="95250"/>
                </a:lnTo>
                <a:close/>
              </a:path>
              <a:path w="114300" h="3412490">
                <a:moveTo>
                  <a:pt x="114300" y="3298190"/>
                </a:moveTo>
                <a:lnTo>
                  <a:pt x="76200" y="3298190"/>
                </a:lnTo>
                <a:lnTo>
                  <a:pt x="76200" y="3317240"/>
                </a:lnTo>
                <a:lnTo>
                  <a:pt x="104775" y="3317240"/>
                </a:lnTo>
                <a:lnTo>
                  <a:pt x="114300" y="3298190"/>
                </a:lnTo>
                <a:close/>
              </a:path>
              <a:path w="114300" h="341249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41249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111F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848992" y="5209413"/>
            <a:ext cx="12750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0">
                <a:solidFill>
                  <a:srgbClr val="111F35"/>
                </a:solidFill>
                <a:latin typeface="Calibri"/>
                <a:cs typeface="Calibri"/>
              </a:rPr>
              <a:t>Faster,</a:t>
            </a:r>
            <a:r>
              <a:rPr dirty="0" sz="16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11F35"/>
                </a:solidFill>
                <a:latin typeface="Calibri"/>
                <a:cs typeface="Calibri"/>
              </a:rPr>
              <a:t>cheaper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632330" y="2134869"/>
            <a:ext cx="14859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solidFill>
                  <a:srgbClr val="111F35"/>
                </a:solidFill>
                <a:latin typeface="Calibri"/>
                <a:cs typeface="Calibri"/>
              </a:rPr>
              <a:t>Slower, </a:t>
            </a:r>
            <a:r>
              <a:rPr dirty="0" sz="1600" spc="-10">
                <a:solidFill>
                  <a:srgbClr val="111F35"/>
                </a:solidFill>
                <a:latin typeface="Calibri"/>
                <a:cs typeface="Calibri"/>
              </a:rPr>
              <a:t>expensive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3582161" y="6004559"/>
            <a:ext cx="5101590" cy="114300"/>
          </a:xfrm>
          <a:custGeom>
            <a:avLst/>
            <a:gdLst/>
            <a:ahLst/>
            <a:cxnLst/>
            <a:rect l="l" t="t" r="r" b="b"/>
            <a:pathLst>
              <a:path w="5101590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5101590" h="114300">
                <a:moveTo>
                  <a:pt x="4987290" y="0"/>
                </a:moveTo>
                <a:lnTo>
                  <a:pt x="4987290" y="114299"/>
                </a:lnTo>
                <a:lnTo>
                  <a:pt x="5063490" y="76199"/>
                </a:lnTo>
                <a:lnTo>
                  <a:pt x="5006340" y="76199"/>
                </a:lnTo>
                <a:lnTo>
                  <a:pt x="5006340" y="38099"/>
                </a:lnTo>
                <a:lnTo>
                  <a:pt x="5063490" y="38099"/>
                </a:lnTo>
                <a:lnTo>
                  <a:pt x="4987290" y="0"/>
                </a:lnTo>
                <a:close/>
              </a:path>
              <a:path w="5101590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5101590" h="114300">
                <a:moveTo>
                  <a:pt x="4987290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4987290" y="76199"/>
                </a:lnTo>
                <a:lnTo>
                  <a:pt x="4987290" y="38099"/>
                </a:lnTo>
                <a:close/>
              </a:path>
              <a:path w="5101590" h="114300">
                <a:moveTo>
                  <a:pt x="5063490" y="38099"/>
                </a:moveTo>
                <a:lnTo>
                  <a:pt x="5006340" y="38099"/>
                </a:lnTo>
                <a:lnTo>
                  <a:pt x="5006340" y="76199"/>
                </a:lnTo>
                <a:lnTo>
                  <a:pt x="5063490" y="76199"/>
                </a:lnTo>
                <a:lnTo>
                  <a:pt x="5101590" y="57149"/>
                </a:lnTo>
                <a:lnTo>
                  <a:pt x="5063490" y="38099"/>
                </a:lnTo>
                <a:close/>
              </a:path>
            </a:pathLst>
          </a:custGeom>
          <a:solidFill>
            <a:srgbClr val="111F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5242305" y="5710224"/>
            <a:ext cx="15259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Number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8837676" y="2114550"/>
            <a:ext cx="114300" cy="3412490"/>
          </a:xfrm>
          <a:custGeom>
            <a:avLst/>
            <a:gdLst/>
            <a:ahLst/>
            <a:cxnLst/>
            <a:rect l="l" t="t" r="r" b="b"/>
            <a:pathLst>
              <a:path w="114300" h="3412490">
                <a:moveTo>
                  <a:pt x="38100" y="3298190"/>
                </a:moveTo>
                <a:lnTo>
                  <a:pt x="0" y="3298190"/>
                </a:lnTo>
                <a:lnTo>
                  <a:pt x="57150" y="3412490"/>
                </a:lnTo>
                <a:lnTo>
                  <a:pt x="104775" y="3317240"/>
                </a:lnTo>
                <a:lnTo>
                  <a:pt x="38100" y="3317240"/>
                </a:lnTo>
                <a:lnTo>
                  <a:pt x="38100" y="3298190"/>
                </a:lnTo>
                <a:close/>
              </a:path>
              <a:path w="114300" h="3412490">
                <a:moveTo>
                  <a:pt x="76200" y="95250"/>
                </a:moveTo>
                <a:lnTo>
                  <a:pt x="38100" y="95250"/>
                </a:lnTo>
                <a:lnTo>
                  <a:pt x="38100" y="3317240"/>
                </a:lnTo>
                <a:lnTo>
                  <a:pt x="76200" y="3317240"/>
                </a:lnTo>
                <a:lnTo>
                  <a:pt x="76200" y="95250"/>
                </a:lnTo>
                <a:close/>
              </a:path>
              <a:path w="114300" h="3412490">
                <a:moveTo>
                  <a:pt x="114300" y="3298190"/>
                </a:moveTo>
                <a:lnTo>
                  <a:pt x="76200" y="3298190"/>
                </a:lnTo>
                <a:lnTo>
                  <a:pt x="76200" y="3317240"/>
                </a:lnTo>
                <a:lnTo>
                  <a:pt x="104775" y="3317240"/>
                </a:lnTo>
                <a:lnTo>
                  <a:pt x="114300" y="3298190"/>
                </a:lnTo>
                <a:close/>
              </a:path>
              <a:path w="114300" h="341249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41249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111F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9068816" y="5209413"/>
            <a:ext cx="12065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111F35"/>
                </a:solidFill>
                <a:latin typeface="Calibri"/>
                <a:cs typeface="Calibri"/>
              </a:rPr>
              <a:t>Closer</a:t>
            </a:r>
            <a:r>
              <a:rPr dirty="0" sz="16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16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27" name="object 2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5" name="object 25" descr=""/>
          <p:cNvSpPr txBox="1"/>
          <p:nvPr/>
        </p:nvSpPr>
        <p:spPr>
          <a:xfrm>
            <a:off x="9068816" y="2134869"/>
            <a:ext cx="12414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111F35"/>
                </a:solidFill>
                <a:latin typeface="Calibri"/>
                <a:cs typeface="Calibri"/>
              </a:rPr>
              <a:t>Closer</a:t>
            </a:r>
            <a:r>
              <a:rPr dirty="0" sz="16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16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WEB</a:t>
            </a:r>
            <a:r>
              <a:rPr dirty="0" spc="-185"/>
              <a:t> </a:t>
            </a:r>
            <a:r>
              <a:rPr dirty="0" spc="-55"/>
              <a:t>APPLICATION</a:t>
            </a:r>
            <a:r>
              <a:rPr dirty="0" spc="-180"/>
              <a:t> </a:t>
            </a:r>
            <a:r>
              <a:rPr dirty="0" spc="-55"/>
              <a:t>TESTING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19995" cy="343471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Apps,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like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software,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properly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tested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ensure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high quality.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peculiar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challenges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arise: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Unit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Testing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,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deal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with: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Async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Dependencies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external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services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doing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End-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End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Testing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deal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with: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Fragility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Flakyness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3005708"/>
            <a:ext cx="944054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/>
              <a:t>UNIT</a:t>
            </a:r>
            <a:r>
              <a:rPr dirty="0" sz="4800" spc="-140"/>
              <a:t> </a:t>
            </a:r>
            <a:r>
              <a:rPr dirty="0" sz="4800" spc="-85"/>
              <a:t>TESTING</a:t>
            </a:r>
            <a:r>
              <a:rPr dirty="0" sz="4800" spc="-135"/>
              <a:t> </a:t>
            </a:r>
            <a:r>
              <a:rPr dirty="0" sz="4800" spc="95"/>
              <a:t>ANGULAR</a:t>
            </a:r>
            <a:r>
              <a:rPr dirty="0" sz="4800" spc="-160"/>
              <a:t> </a:t>
            </a:r>
            <a:r>
              <a:rPr dirty="0" sz="4800" spc="-20"/>
              <a:t>APPS</a:t>
            </a:r>
            <a:endParaRPr sz="4800"/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UNIT</a:t>
            </a:r>
            <a:r>
              <a:rPr dirty="0" spc="-125"/>
              <a:t> </a:t>
            </a:r>
            <a:r>
              <a:rPr dirty="0" spc="-55"/>
              <a:t>TESTING</a:t>
            </a:r>
            <a:r>
              <a:rPr dirty="0" spc="-125"/>
              <a:t> </a:t>
            </a:r>
            <a:r>
              <a:rPr dirty="0" spc="70"/>
              <a:t>ANGULAR</a:t>
            </a:r>
            <a:r>
              <a:rPr dirty="0" spc="-110"/>
              <a:t> </a:t>
            </a:r>
            <a:r>
              <a:rPr dirty="0" spc="-20"/>
              <a:t>APPS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792335" cy="25622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Jasmine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default,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written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spec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(specification)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Stub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spec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generated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default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CLI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Typically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placed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directory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component/service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endParaRPr sz="2400">
              <a:latin typeface="Calibri"/>
              <a:cs typeface="Calibri"/>
            </a:endParaRPr>
          </a:p>
          <a:p>
            <a:pPr lvl="1" marL="696595" marR="148590" indent="-227329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Widely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adopted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naming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convention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add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«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.spec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»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name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tested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component/service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883919" y="4925567"/>
            <a:ext cx="1114425" cy="534670"/>
            <a:chOff x="883919" y="4925567"/>
            <a:chExt cx="1114425" cy="534670"/>
          </a:xfrm>
        </p:grpSpPr>
        <p:sp>
          <p:nvSpPr>
            <p:cNvPr id="5" name="object 5" descr=""/>
            <p:cNvSpPr/>
            <p:nvPr/>
          </p:nvSpPr>
          <p:spPr>
            <a:xfrm>
              <a:off x="888491" y="4971287"/>
              <a:ext cx="1109980" cy="396240"/>
            </a:xfrm>
            <a:custGeom>
              <a:avLst/>
              <a:gdLst/>
              <a:ahLst/>
              <a:cxnLst/>
              <a:rect l="l" t="t" r="r" b="b"/>
              <a:pathLst>
                <a:path w="1109980" h="396239">
                  <a:moveTo>
                    <a:pt x="1069848" y="0"/>
                  </a:moveTo>
                  <a:lnTo>
                    <a:pt x="39624" y="0"/>
                  </a:lnTo>
                  <a:lnTo>
                    <a:pt x="24201" y="3119"/>
                  </a:lnTo>
                  <a:lnTo>
                    <a:pt x="11606" y="11620"/>
                  </a:lnTo>
                  <a:lnTo>
                    <a:pt x="3114" y="24217"/>
                  </a:lnTo>
                  <a:lnTo>
                    <a:pt x="0" y="39624"/>
                  </a:lnTo>
                  <a:lnTo>
                    <a:pt x="0" y="356616"/>
                  </a:lnTo>
                  <a:lnTo>
                    <a:pt x="3114" y="372022"/>
                  </a:lnTo>
                  <a:lnTo>
                    <a:pt x="11606" y="384619"/>
                  </a:lnTo>
                  <a:lnTo>
                    <a:pt x="24201" y="393120"/>
                  </a:lnTo>
                  <a:lnTo>
                    <a:pt x="39624" y="396240"/>
                  </a:lnTo>
                  <a:lnTo>
                    <a:pt x="1069848" y="396240"/>
                  </a:lnTo>
                  <a:lnTo>
                    <a:pt x="1085254" y="393120"/>
                  </a:lnTo>
                  <a:lnTo>
                    <a:pt x="1097851" y="384619"/>
                  </a:lnTo>
                  <a:lnTo>
                    <a:pt x="1106352" y="372022"/>
                  </a:lnTo>
                  <a:lnTo>
                    <a:pt x="1109472" y="356616"/>
                  </a:lnTo>
                  <a:lnTo>
                    <a:pt x="1109472" y="39624"/>
                  </a:lnTo>
                  <a:lnTo>
                    <a:pt x="1106352" y="24217"/>
                  </a:lnTo>
                  <a:lnTo>
                    <a:pt x="1097851" y="11620"/>
                  </a:lnTo>
                  <a:lnTo>
                    <a:pt x="1085254" y="3119"/>
                  </a:lnTo>
                  <a:lnTo>
                    <a:pt x="106984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4925567"/>
              <a:ext cx="619506" cy="534162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464944" y="5009133"/>
            <a:ext cx="400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app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979676" y="4925567"/>
            <a:ext cx="2289810" cy="534670"/>
            <a:chOff x="1979676" y="4925567"/>
            <a:chExt cx="2289810" cy="534670"/>
          </a:xfrm>
        </p:grpSpPr>
        <p:sp>
          <p:nvSpPr>
            <p:cNvPr id="9" name="object 9" descr=""/>
            <p:cNvSpPr/>
            <p:nvPr/>
          </p:nvSpPr>
          <p:spPr>
            <a:xfrm>
              <a:off x="1998726" y="5170296"/>
              <a:ext cx="575945" cy="0"/>
            </a:xfrm>
            <a:custGeom>
              <a:avLst/>
              <a:gdLst/>
              <a:ahLst/>
              <a:cxnLst/>
              <a:rect l="l" t="t" r="r" b="b"/>
              <a:pathLst>
                <a:path w="575944" h="0">
                  <a:moveTo>
                    <a:pt x="0" y="0"/>
                  </a:moveTo>
                  <a:lnTo>
                    <a:pt x="57543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572512" y="4971287"/>
              <a:ext cx="1690370" cy="396240"/>
            </a:xfrm>
            <a:custGeom>
              <a:avLst/>
              <a:gdLst/>
              <a:ahLst/>
              <a:cxnLst/>
              <a:rect l="l" t="t" r="r" b="b"/>
              <a:pathLst>
                <a:path w="1690370" h="396239">
                  <a:moveTo>
                    <a:pt x="1650491" y="0"/>
                  </a:moveTo>
                  <a:lnTo>
                    <a:pt x="39624" y="0"/>
                  </a:lnTo>
                  <a:lnTo>
                    <a:pt x="24217" y="3119"/>
                  </a:lnTo>
                  <a:lnTo>
                    <a:pt x="11620" y="11620"/>
                  </a:lnTo>
                  <a:lnTo>
                    <a:pt x="3119" y="24217"/>
                  </a:lnTo>
                  <a:lnTo>
                    <a:pt x="0" y="39624"/>
                  </a:lnTo>
                  <a:lnTo>
                    <a:pt x="0" y="356616"/>
                  </a:lnTo>
                  <a:lnTo>
                    <a:pt x="3119" y="372022"/>
                  </a:lnTo>
                  <a:lnTo>
                    <a:pt x="11620" y="384619"/>
                  </a:lnTo>
                  <a:lnTo>
                    <a:pt x="24217" y="393120"/>
                  </a:lnTo>
                  <a:lnTo>
                    <a:pt x="39624" y="396240"/>
                  </a:lnTo>
                  <a:lnTo>
                    <a:pt x="1650491" y="396240"/>
                  </a:lnTo>
                  <a:lnTo>
                    <a:pt x="1665898" y="393120"/>
                  </a:lnTo>
                  <a:lnTo>
                    <a:pt x="1678495" y="384619"/>
                  </a:lnTo>
                  <a:lnTo>
                    <a:pt x="1686996" y="372022"/>
                  </a:lnTo>
                  <a:lnTo>
                    <a:pt x="1690115" y="356616"/>
                  </a:lnTo>
                  <a:lnTo>
                    <a:pt x="1690115" y="39624"/>
                  </a:lnTo>
                  <a:lnTo>
                    <a:pt x="1686996" y="24217"/>
                  </a:lnTo>
                  <a:lnTo>
                    <a:pt x="1678495" y="11620"/>
                  </a:lnTo>
                  <a:lnTo>
                    <a:pt x="1665898" y="3119"/>
                  </a:lnTo>
                  <a:lnTo>
                    <a:pt x="1650491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572512" y="4971287"/>
              <a:ext cx="1690370" cy="396240"/>
            </a:xfrm>
            <a:custGeom>
              <a:avLst/>
              <a:gdLst/>
              <a:ahLst/>
              <a:cxnLst/>
              <a:rect l="l" t="t" r="r" b="b"/>
              <a:pathLst>
                <a:path w="1690370" h="396239">
                  <a:moveTo>
                    <a:pt x="0" y="39624"/>
                  </a:moveTo>
                  <a:lnTo>
                    <a:pt x="3119" y="24217"/>
                  </a:lnTo>
                  <a:lnTo>
                    <a:pt x="11620" y="11620"/>
                  </a:lnTo>
                  <a:lnTo>
                    <a:pt x="24217" y="3119"/>
                  </a:lnTo>
                  <a:lnTo>
                    <a:pt x="39624" y="0"/>
                  </a:lnTo>
                  <a:lnTo>
                    <a:pt x="1650491" y="0"/>
                  </a:lnTo>
                  <a:lnTo>
                    <a:pt x="1665898" y="3119"/>
                  </a:lnTo>
                  <a:lnTo>
                    <a:pt x="1678495" y="11620"/>
                  </a:lnTo>
                  <a:lnTo>
                    <a:pt x="1686996" y="24217"/>
                  </a:lnTo>
                  <a:lnTo>
                    <a:pt x="1690115" y="39624"/>
                  </a:lnTo>
                  <a:lnTo>
                    <a:pt x="1690115" y="356616"/>
                  </a:lnTo>
                  <a:lnTo>
                    <a:pt x="1686996" y="372022"/>
                  </a:lnTo>
                  <a:lnTo>
                    <a:pt x="1678495" y="384619"/>
                  </a:lnTo>
                  <a:lnTo>
                    <a:pt x="1665898" y="393120"/>
                  </a:lnTo>
                  <a:lnTo>
                    <a:pt x="1650491" y="396240"/>
                  </a:lnTo>
                  <a:lnTo>
                    <a:pt x="39624" y="396240"/>
                  </a:lnTo>
                  <a:lnTo>
                    <a:pt x="24217" y="393120"/>
                  </a:lnTo>
                  <a:lnTo>
                    <a:pt x="11620" y="384619"/>
                  </a:lnTo>
                  <a:lnTo>
                    <a:pt x="3119" y="372022"/>
                  </a:lnTo>
                  <a:lnTo>
                    <a:pt x="0" y="356616"/>
                  </a:lnTo>
                  <a:lnTo>
                    <a:pt x="0" y="396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940" y="4925567"/>
              <a:ext cx="619506" cy="534162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3149345" y="5009133"/>
            <a:ext cx="10255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services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4244340" y="4925567"/>
            <a:ext cx="2569845" cy="534670"/>
            <a:chOff x="4244340" y="4925567"/>
            <a:chExt cx="2569845" cy="534670"/>
          </a:xfrm>
        </p:grpSpPr>
        <p:sp>
          <p:nvSpPr>
            <p:cNvPr id="15" name="object 15" descr=""/>
            <p:cNvSpPr/>
            <p:nvPr/>
          </p:nvSpPr>
          <p:spPr>
            <a:xfrm>
              <a:off x="4263390" y="5170296"/>
              <a:ext cx="575945" cy="0"/>
            </a:xfrm>
            <a:custGeom>
              <a:avLst/>
              <a:gdLst/>
              <a:ahLst/>
              <a:cxnLst/>
              <a:rect l="l" t="t" r="r" b="b"/>
              <a:pathLst>
                <a:path w="575945" h="0">
                  <a:moveTo>
                    <a:pt x="0" y="0"/>
                  </a:moveTo>
                  <a:lnTo>
                    <a:pt x="57543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837176" y="4971287"/>
              <a:ext cx="1971039" cy="396240"/>
            </a:xfrm>
            <a:custGeom>
              <a:avLst/>
              <a:gdLst/>
              <a:ahLst/>
              <a:cxnLst/>
              <a:rect l="l" t="t" r="r" b="b"/>
              <a:pathLst>
                <a:path w="1971040" h="396239">
                  <a:moveTo>
                    <a:pt x="1930907" y="0"/>
                  </a:moveTo>
                  <a:lnTo>
                    <a:pt x="39624" y="0"/>
                  </a:lnTo>
                  <a:lnTo>
                    <a:pt x="24217" y="3119"/>
                  </a:lnTo>
                  <a:lnTo>
                    <a:pt x="11620" y="11620"/>
                  </a:lnTo>
                  <a:lnTo>
                    <a:pt x="3119" y="24217"/>
                  </a:lnTo>
                  <a:lnTo>
                    <a:pt x="0" y="39624"/>
                  </a:lnTo>
                  <a:lnTo>
                    <a:pt x="0" y="356616"/>
                  </a:lnTo>
                  <a:lnTo>
                    <a:pt x="3119" y="372022"/>
                  </a:lnTo>
                  <a:lnTo>
                    <a:pt x="11620" y="384619"/>
                  </a:lnTo>
                  <a:lnTo>
                    <a:pt x="24217" y="393120"/>
                  </a:lnTo>
                  <a:lnTo>
                    <a:pt x="39624" y="396240"/>
                  </a:lnTo>
                  <a:lnTo>
                    <a:pt x="1930907" y="396240"/>
                  </a:lnTo>
                  <a:lnTo>
                    <a:pt x="1946314" y="393120"/>
                  </a:lnTo>
                  <a:lnTo>
                    <a:pt x="1958911" y="384619"/>
                  </a:lnTo>
                  <a:lnTo>
                    <a:pt x="1967412" y="372022"/>
                  </a:lnTo>
                  <a:lnTo>
                    <a:pt x="1970531" y="356616"/>
                  </a:lnTo>
                  <a:lnTo>
                    <a:pt x="1970531" y="39624"/>
                  </a:lnTo>
                  <a:lnTo>
                    <a:pt x="1967412" y="24217"/>
                  </a:lnTo>
                  <a:lnTo>
                    <a:pt x="1958911" y="11620"/>
                  </a:lnTo>
                  <a:lnTo>
                    <a:pt x="1946314" y="3119"/>
                  </a:lnTo>
                  <a:lnTo>
                    <a:pt x="1930907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837176" y="4971287"/>
              <a:ext cx="1971039" cy="396240"/>
            </a:xfrm>
            <a:custGeom>
              <a:avLst/>
              <a:gdLst/>
              <a:ahLst/>
              <a:cxnLst/>
              <a:rect l="l" t="t" r="r" b="b"/>
              <a:pathLst>
                <a:path w="1971040" h="396239">
                  <a:moveTo>
                    <a:pt x="0" y="39624"/>
                  </a:moveTo>
                  <a:lnTo>
                    <a:pt x="3119" y="24217"/>
                  </a:lnTo>
                  <a:lnTo>
                    <a:pt x="11620" y="11620"/>
                  </a:lnTo>
                  <a:lnTo>
                    <a:pt x="24217" y="3119"/>
                  </a:lnTo>
                  <a:lnTo>
                    <a:pt x="39624" y="0"/>
                  </a:lnTo>
                  <a:lnTo>
                    <a:pt x="1930907" y="0"/>
                  </a:lnTo>
                  <a:lnTo>
                    <a:pt x="1946314" y="3119"/>
                  </a:lnTo>
                  <a:lnTo>
                    <a:pt x="1958911" y="11620"/>
                  </a:lnTo>
                  <a:lnTo>
                    <a:pt x="1967412" y="24217"/>
                  </a:lnTo>
                  <a:lnTo>
                    <a:pt x="1970531" y="39624"/>
                  </a:lnTo>
                  <a:lnTo>
                    <a:pt x="1970531" y="356616"/>
                  </a:lnTo>
                  <a:lnTo>
                    <a:pt x="1967412" y="372022"/>
                  </a:lnTo>
                  <a:lnTo>
                    <a:pt x="1958911" y="384619"/>
                  </a:lnTo>
                  <a:lnTo>
                    <a:pt x="1946314" y="393120"/>
                  </a:lnTo>
                  <a:lnTo>
                    <a:pt x="1930907" y="396240"/>
                  </a:lnTo>
                  <a:lnTo>
                    <a:pt x="39624" y="396240"/>
                  </a:lnTo>
                  <a:lnTo>
                    <a:pt x="24217" y="393120"/>
                  </a:lnTo>
                  <a:lnTo>
                    <a:pt x="11620" y="384619"/>
                  </a:lnTo>
                  <a:lnTo>
                    <a:pt x="3119" y="372022"/>
                  </a:lnTo>
                  <a:lnTo>
                    <a:pt x="0" y="356616"/>
                  </a:lnTo>
                  <a:lnTo>
                    <a:pt x="0" y="396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32604" y="4925567"/>
              <a:ext cx="619505" cy="534162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5414009" y="5009133"/>
            <a:ext cx="12750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calculator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789293" y="4674108"/>
            <a:ext cx="4520565" cy="534670"/>
            <a:chOff x="6789293" y="4674108"/>
            <a:chExt cx="4520565" cy="534670"/>
          </a:xfrm>
        </p:grpSpPr>
        <p:sp>
          <p:nvSpPr>
            <p:cNvPr id="21" name="object 21" descr=""/>
            <p:cNvSpPr/>
            <p:nvPr/>
          </p:nvSpPr>
          <p:spPr>
            <a:xfrm>
              <a:off x="6808343" y="4917821"/>
              <a:ext cx="575945" cy="252095"/>
            </a:xfrm>
            <a:custGeom>
              <a:avLst/>
              <a:gdLst/>
              <a:ahLst/>
              <a:cxnLst/>
              <a:rect l="l" t="t" r="r" b="b"/>
              <a:pathLst>
                <a:path w="575945" h="252095">
                  <a:moveTo>
                    <a:pt x="0" y="251967"/>
                  </a:moveTo>
                  <a:lnTo>
                    <a:pt x="575436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383780" y="4719828"/>
              <a:ext cx="3919854" cy="396240"/>
            </a:xfrm>
            <a:custGeom>
              <a:avLst/>
              <a:gdLst/>
              <a:ahLst/>
              <a:cxnLst/>
              <a:rect l="l" t="t" r="r" b="b"/>
              <a:pathLst>
                <a:path w="3919854" h="396239">
                  <a:moveTo>
                    <a:pt x="3880104" y="0"/>
                  </a:moveTo>
                  <a:lnTo>
                    <a:pt x="39624" y="0"/>
                  </a:lnTo>
                  <a:lnTo>
                    <a:pt x="24217" y="3119"/>
                  </a:lnTo>
                  <a:lnTo>
                    <a:pt x="11620" y="11620"/>
                  </a:lnTo>
                  <a:lnTo>
                    <a:pt x="3119" y="24217"/>
                  </a:lnTo>
                  <a:lnTo>
                    <a:pt x="0" y="39624"/>
                  </a:lnTo>
                  <a:lnTo>
                    <a:pt x="0" y="356616"/>
                  </a:lnTo>
                  <a:lnTo>
                    <a:pt x="3119" y="372022"/>
                  </a:lnTo>
                  <a:lnTo>
                    <a:pt x="11620" y="384619"/>
                  </a:lnTo>
                  <a:lnTo>
                    <a:pt x="24217" y="393120"/>
                  </a:lnTo>
                  <a:lnTo>
                    <a:pt x="39624" y="396240"/>
                  </a:lnTo>
                  <a:lnTo>
                    <a:pt x="3880104" y="396240"/>
                  </a:lnTo>
                  <a:lnTo>
                    <a:pt x="3895510" y="393120"/>
                  </a:lnTo>
                  <a:lnTo>
                    <a:pt x="3908107" y="384619"/>
                  </a:lnTo>
                  <a:lnTo>
                    <a:pt x="3916608" y="372022"/>
                  </a:lnTo>
                  <a:lnTo>
                    <a:pt x="3919728" y="356616"/>
                  </a:lnTo>
                  <a:lnTo>
                    <a:pt x="3919728" y="39624"/>
                  </a:lnTo>
                  <a:lnTo>
                    <a:pt x="3916608" y="24217"/>
                  </a:lnTo>
                  <a:lnTo>
                    <a:pt x="3908107" y="11620"/>
                  </a:lnTo>
                  <a:lnTo>
                    <a:pt x="3895510" y="3119"/>
                  </a:lnTo>
                  <a:lnTo>
                    <a:pt x="388010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383780" y="4719828"/>
              <a:ext cx="3919854" cy="396240"/>
            </a:xfrm>
            <a:custGeom>
              <a:avLst/>
              <a:gdLst/>
              <a:ahLst/>
              <a:cxnLst/>
              <a:rect l="l" t="t" r="r" b="b"/>
              <a:pathLst>
                <a:path w="3919854" h="396239">
                  <a:moveTo>
                    <a:pt x="0" y="39624"/>
                  </a:moveTo>
                  <a:lnTo>
                    <a:pt x="3119" y="24217"/>
                  </a:lnTo>
                  <a:lnTo>
                    <a:pt x="11620" y="11620"/>
                  </a:lnTo>
                  <a:lnTo>
                    <a:pt x="24217" y="3119"/>
                  </a:lnTo>
                  <a:lnTo>
                    <a:pt x="39624" y="0"/>
                  </a:lnTo>
                  <a:lnTo>
                    <a:pt x="3880104" y="0"/>
                  </a:lnTo>
                  <a:lnTo>
                    <a:pt x="3895510" y="3119"/>
                  </a:lnTo>
                  <a:lnTo>
                    <a:pt x="3908107" y="11620"/>
                  </a:lnTo>
                  <a:lnTo>
                    <a:pt x="3916608" y="24217"/>
                  </a:lnTo>
                  <a:lnTo>
                    <a:pt x="3919728" y="39624"/>
                  </a:lnTo>
                  <a:lnTo>
                    <a:pt x="3919728" y="356616"/>
                  </a:lnTo>
                  <a:lnTo>
                    <a:pt x="3916608" y="372022"/>
                  </a:lnTo>
                  <a:lnTo>
                    <a:pt x="3908107" y="384619"/>
                  </a:lnTo>
                  <a:lnTo>
                    <a:pt x="3895510" y="393120"/>
                  </a:lnTo>
                  <a:lnTo>
                    <a:pt x="3880104" y="396240"/>
                  </a:lnTo>
                  <a:lnTo>
                    <a:pt x="39624" y="396240"/>
                  </a:lnTo>
                  <a:lnTo>
                    <a:pt x="24217" y="393120"/>
                  </a:lnTo>
                  <a:lnTo>
                    <a:pt x="11620" y="384619"/>
                  </a:lnTo>
                  <a:lnTo>
                    <a:pt x="3119" y="372022"/>
                  </a:lnTo>
                  <a:lnTo>
                    <a:pt x="0" y="356616"/>
                  </a:lnTo>
                  <a:lnTo>
                    <a:pt x="0" y="396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79208" y="4674108"/>
              <a:ext cx="619505" cy="534162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7960614" y="4756861"/>
            <a:ext cx="26574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calculator.service.ts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6789293" y="5150739"/>
            <a:ext cx="4520565" cy="560705"/>
            <a:chOff x="6789293" y="5150739"/>
            <a:chExt cx="4520565" cy="560705"/>
          </a:xfrm>
        </p:grpSpPr>
        <p:sp>
          <p:nvSpPr>
            <p:cNvPr id="27" name="object 27" descr=""/>
            <p:cNvSpPr/>
            <p:nvPr/>
          </p:nvSpPr>
          <p:spPr>
            <a:xfrm>
              <a:off x="6808343" y="5169789"/>
              <a:ext cx="575945" cy="252095"/>
            </a:xfrm>
            <a:custGeom>
              <a:avLst/>
              <a:gdLst/>
              <a:ahLst/>
              <a:cxnLst/>
              <a:rect l="l" t="t" r="r" b="b"/>
              <a:pathLst>
                <a:path w="575945" h="252095">
                  <a:moveTo>
                    <a:pt x="0" y="0"/>
                  </a:moveTo>
                  <a:lnTo>
                    <a:pt x="575436" y="25196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383780" y="5224272"/>
              <a:ext cx="3919854" cy="394970"/>
            </a:xfrm>
            <a:custGeom>
              <a:avLst/>
              <a:gdLst/>
              <a:ahLst/>
              <a:cxnLst/>
              <a:rect l="l" t="t" r="r" b="b"/>
              <a:pathLst>
                <a:path w="3919854" h="394970">
                  <a:moveTo>
                    <a:pt x="3880230" y="0"/>
                  </a:moveTo>
                  <a:lnTo>
                    <a:pt x="39497" y="0"/>
                  </a:lnTo>
                  <a:lnTo>
                    <a:pt x="24110" y="3099"/>
                  </a:lnTo>
                  <a:lnTo>
                    <a:pt x="11557" y="11556"/>
                  </a:lnTo>
                  <a:lnTo>
                    <a:pt x="3099" y="24110"/>
                  </a:lnTo>
                  <a:lnTo>
                    <a:pt x="0" y="39496"/>
                  </a:lnTo>
                  <a:lnTo>
                    <a:pt x="0" y="355218"/>
                  </a:lnTo>
                  <a:lnTo>
                    <a:pt x="3099" y="370595"/>
                  </a:lnTo>
                  <a:lnTo>
                    <a:pt x="11556" y="383149"/>
                  </a:lnTo>
                  <a:lnTo>
                    <a:pt x="24110" y="391612"/>
                  </a:lnTo>
                  <a:lnTo>
                    <a:pt x="39497" y="394715"/>
                  </a:lnTo>
                  <a:lnTo>
                    <a:pt x="3880230" y="394715"/>
                  </a:lnTo>
                  <a:lnTo>
                    <a:pt x="3895617" y="391612"/>
                  </a:lnTo>
                  <a:lnTo>
                    <a:pt x="3908170" y="383149"/>
                  </a:lnTo>
                  <a:lnTo>
                    <a:pt x="3916628" y="370595"/>
                  </a:lnTo>
                  <a:lnTo>
                    <a:pt x="3919728" y="355218"/>
                  </a:lnTo>
                  <a:lnTo>
                    <a:pt x="3919728" y="39496"/>
                  </a:lnTo>
                  <a:lnTo>
                    <a:pt x="3916628" y="24110"/>
                  </a:lnTo>
                  <a:lnTo>
                    <a:pt x="3908171" y="11556"/>
                  </a:lnTo>
                  <a:lnTo>
                    <a:pt x="3895617" y="3099"/>
                  </a:lnTo>
                  <a:lnTo>
                    <a:pt x="388023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383780" y="5224272"/>
              <a:ext cx="3919854" cy="394970"/>
            </a:xfrm>
            <a:custGeom>
              <a:avLst/>
              <a:gdLst/>
              <a:ahLst/>
              <a:cxnLst/>
              <a:rect l="l" t="t" r="r" b="b"/>
              <a:pathLst>
                <a:path w="3919854" h="394970">
                  <a:moveTo>
                    <a:pt x="0" y="39496"/>
                  </a:moveTo>
                  <a:lnTo>
                    <a:pt x="3099" y="24110"/>
                  </a:lnTo>
                  <a:lnTo>
                    <a:pt x="11557" y="11556"/>
                  </a:lnTo>
                  <a:lnTo>
                    <a:pt x="24110" y="3099"/>
                  </a:lnTo>
                  <a:lnTo>
                    <a:pt x="39497" y="0"/>
                  </a:lnTo>
                  <a:lnTo>
                    <a:pt x="3880230" y="0"/>
                  </a:lnTo>
                  <a:lnTo>
                    <a:pt x="3895617" y="3099"/>
                  </a:lnTo>
                  <a:lnTo>
                    <a:pt x="3908171" y="11556"/>
                  </a:lnTo>
                  <a:lnTo>
                    <a:pt x="3916628" y="24110"/>
                  </a:lnTo>
                  <a:lnTo>
                    <a:pt x="3919728" y="39496"/>
                  </a:lnTo>
                  <a:lnTo>
                    <a:pt x="3919728" y="355218"/>
                  </a:lnTo>
                  <a:lnTo>
                    <a:pt x="3916628" y="370595"/>
                  </a:lnTo>
                  <a:lnTo>
                    <a:pt x="3908170" y="383149"/>
                  </a:lnTo>
                  <a:lnTo>
                    <a:pt x="3895617" y="391612"/>
                  </a:lnTo>
                  <a:lnTo>
                    <a:pt x="3880230" y="394715"/>
                  </a:lnTo>
                  <a:lnTo>
                    <a:pt x="39497" y="394715"/>
                  </a:lnTo>
                  <a:lnTo>
                    <a:pt x="24110" y="391612"/>
                  </a:lnTo>
                  <a:lnTo>
                    <a:pt x="11556" y="383149"/>
                  </a:lnTo>
                  <a:lnTo>
                    <a:pt x="3099" y="370595"/>
                  </a:lnTo>
                  <a:lnTo>
                    <a:pt x="0" y="355218"/>
                  </a:lnTo>
                  <a:lnTo>
                    <a:pt x="0" y="39496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79208" y="5177028"/>
              <a:ext cx="619505" cy="534162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7960614" y="5261228"/>
            <a:ext cx="32854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calculator.service.spec.ts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32" name="object 3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464185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JASMINE</a:t>
            </a:r>
            <a:r>
              <a:rPr dirty="0" spc="-204"/>
              <a:t> </a:t>
            </a:r>
            <a:r>
              <a:rPr dirty="0" spc="-110"/>
              <a:t>SPEC</a:t>
            </a:r>
            <a:r>
              <a:rPr dirty="0" spc="-155"/>
              <a:t> </a:t>
            </a:r>
            <a:r>
              <a:rPr dirty="0" spc="-195"/>
              <a:t>FILES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571244"/>
            <a:ext cx="10427335" cy="4800600"/>
          </a:xfrm>
          <a:custGeom>
            <a:avLst/>
            <a:gdLst/>
            <a:ahLst/>
            <a:cxnLst/>
            <a:rect l="l" t="t" r="r" b="b"/>
            <a:pathLst>
              <a:path w="10427335" h="4800600">
                <a:moveTo>
                  <a:pt x="0" y="4800600"/>
                </a:moveTo>
                <a:lnTo>
                  <a:pt x="10427208" y="4800600"/>
                </a:lnTo>
                <a:lnTo>
                  <a:pt x="10427208" y="0"/>
                </a:lnTo>
                <a:lnTo>
                  <a:pt x="0" y="0"/>
                </a:lnTo>
                <a:lnTo>
                  <a:pt x="0" y="4800600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590547"/>
            <a:ext cx="717169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TestBed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'@angular/core/testing'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CalculatorService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'./calculator.service'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62050" y="2413761"/>
            <a:ext cx="46640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 marR="5080" indent="-25019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describe(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'CalculatorService'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service: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CalculatorService;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11986" y="3236416"/>
            <a:ext cx="5791835" cy="849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beforeEach(()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onsolas"/>
                <a:cs typeface="Consolas"/>
              </a:rPr>
              <a:t>TestBed.configureTestingModule({});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service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TestBed.inject(CalculatorService);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11986" y="4060063"/>
            <a:ext cx="8174990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it(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'should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be</a:t>
            </a:r>
            <a:r>
              <a:rPr dirty="0" sz="1800" spc="-6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created'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expect(service).toBeTruthy();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it(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'should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sum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two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positive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numbers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correctly'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461897" y="5431942"/>
            <a:ext cx="50399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onsolas"/>
                <a:cs typeface="Consolas"/>
              </a:rPr>
              <a:t>expect(service.sum(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42</a:t>
            </a:r>
            <a:r>
              <a:rPr dirty="0" sz="1800" spc="-10">
                <a:latin typeface="Consolas"/>
                <a:cs typeface="Consolas"/>
              </a:rPr>
              <a:t>,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58</a:t>
            </a:r>
            <a:r>
              <a:rPr dirty="0" sz="1800" spc="-10">
                <a:latin typeface="Consolas"/>
                <a:cs typeface="Consolas"/>
              </a:rPr>
              <a:t>)).toEqual(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100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62050" y="5706262"/>
            <a:ext cx="6502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149085" y="2300985"/>
            <a:ext cx="5432425" cy="677545"/>
            <a:chOff x="6149085" y="2300985"/>
            <a:chExt cx="5432425" cy="677545"/>
          </a:xfrm>
        </p:grpSpPr>
        <p:sp>
          <p:nvSpPr>
            <p:cNvPr id="11" name="object 11" descr=""/>
            <p:cNvSpPr/>
            <p:nvPr/>
          </p:nvSpPr>
          <p:spPr>
            <a:xfrm>
              <a:off x="6155435" y="2307335"/>
              <a:ext cx="5419725" cy="664845"/>
            </a:xfrm>
            <a:custGeom>
              <a:avLst/>
              <a:gdLst/>
              <a:ahLst/>
              <a:cxnLst/>
              <a:rect l="l" t="t" r="r" b="b"/>
              <a:pathLst>
                <a:path w="5419725" h="664844">
                  <a:moveTo>
                    <a:pt x="5387974" y="0"/>
                  </a:moveTo>
                  <a:lnTo>
                    <a:pt x="31368" y="0"/>
                  </a:lnTo>
                  <a:lnTo>
                    <a:pt x="19180" y="2472"/>
                  </a:lnTo>
                  <a:lnTo>
                    <a:pt x="9207" y="9207"/>
                  </a:lnTo>
                  <a:lnTo>
                    <a:pt x="2472" y="19180"/>
                  </a:lnTo>
                  <a:lnTo>
                    <a:pt x="0" y="31368"/>
                  </a:lnTo>
                  <a:lnTo>
                    <a:pt x="0" y="633094"/>
                  </a:lnTo>
                  <a:lnTo>
                    <a:pt x="2472" y="645283"/>
                  </a:lnTo>
                  <a:lnTo>
                    <a:pt x="9207" y="655256"/>
                  </a:lnTo>
                  <a:lnTo>
                    <a:pt x="19180" y="661991"/>
                  </a:lnTo>
                  <a:lnTo>
                    <a:pt x="31368" y="664463"/>
                  </a:lnTo>
                  <a:lnTo>
                    <a:pt x="5387974" y="664463"/>
                  </a:lnTo>
                  <a:lnTo>
                    <a:pt x="5400163" y="661991"/>
                  </a:lnTo>
                  <a:lnTo>
                    <a:pt x="5410136" y="655256"/>
                  </a:lnTo>
                  <a:lnTo>
                    <a:pt x="5416871" y="645283"/>
                  </a:lnTo>
                  <a:lnTo>
                    <a:pt x="5419344" y="633094"/>
                  </a:lnTo>
                  <a:lnTo>
                    <a:pt x="5419344" y="31368"/>
                  </a:lnTo>
                  <a:lnTo>
                    <a:pt x="5416871" y="19180"/>
                  </a:lnTo>
                  <a:lnTo>
                    <a:pt x="5410136" y="9207"/>
                  </a:lnTo>
                  <a:lnTo>
                    <a:pt x="5400163" y="2472"/>
                  </a:lnTo>
                  <a:lnTo>
                    <a:pt x="538797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55435" y="2307335"/>
              <a:ext cx="5419725" cy="664845"/>
            </a:xfrm>
            <a:custGeom>
              <a:avLst/>
              <a:gdLst/>
              <a:ahLst/>
              <a:cxnLst/>
              <a:rect l="l" t="t" r="r" b="b"/>
              <a:pathLst>
                <a:path w="5419725" h="664844">
                  <a:moveTo>
                    <a:pt x="0" y="31368"/>
                  </a:moveTo>
                  <a:lnTo>
                    <a:pt x="2472" y="19180"/>
                  </a:lnTo>
                  <a:lnTo>
                    <a:pt x="9207" y="9207"/>
                  </a:lnTo>
                  <a:lnTo>
                    <a:pt x="19180" y="2472"/>
                  </a:lnTo>
                  <a:lnTo>
                    <a:pt x="31368" y="0"/>
                  </a:lnTo>
                  <a:lnTo>
                    <a:pt x="5387974" y="0"/>
                  </a:lnTo>
                  <a:lnTo>
                    <a:pt x="5400163" y="2472"/>
                  </a:lnTo>
                  <a:lnTo>
                    <a:pt x="5410136" y="9207"/>
                  </a:lnTo>
                  <a:lnTo>
                    <a:pt x="5416871" y="19180"/>
                  </a:lnTo>
                  <a:lnTo>
                    <a:pt x="5419344" y="31368"/>
                  </a:lnTo>
                  <a:lnTo>
                    <a:pt x="5419344" y="633094"/>
                  </a:lnTo>
                  <a:lnTo>
                    <a:pt x="5416871" y="645283"/>
                  </a:lnTo>
                  <a:lnTo>
                    <a:pt x="5410136" y="655256"/>
                  </a:lnTo>
                  <a:lnTo>
                    <a:pt x="5400163" y="661991"/>
                  </a:lnTo>
                  <a:lnTo>
                    <a:pt x="5387974" y="664463"/>
                  </a:lnTo>
                  <a:lnTo>
                    <a:pt x="31368" y="664463"/>
                  </a:lnTo>
                  <a:lnTo>
                    <a:pt x="19180" y="661991"/>
                  </a:lnTo>
                  <a:lnTo>
                    <a:pt x="9207" y="655256"/>
                  </a:lnTo>
                  <a:lnTo>
                    <a:pt x="2472" y="645283"/>
                  </a:lnTo>
                  <a:lnTo>
                    <a:pt x="0" y="633094"/>
                  </a:lnTo>
                  <a:lnTo>
                    <a:pt x="0" y="31368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243954" y="2338196"/>
            <a:ext cx="51244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describe()</a:t>
            </a:r>
            <a:r>
              <a:rPr dirty="0" sz="1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creates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(a.k.a.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suite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specs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(or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tests).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243954" y="2612516"/>
            <a:ext cx="50444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idea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JUnit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Class.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groups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related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tests.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452106" y="5554726"/>
            <a:ext cx="4129404" cy="675640"/>
            <a:chOff x="7452106" y="5554726"/>
            <a:chExt cx="4129404" cy="675640"/>
          </a:xfrm>
        </p:grpSpPr>
        <p:sp>
          <p:nvSpPr>
            <p:cNvPr id="16" name="object 16" descr=""/>
            <p:cNvSpPr/>
            <p:nvPr/>
          </p:nvSpPr>
          <p:spPr>
            <a:xfrm>
              <a:off x="7458456" y="5561076"/>
              <a:ext cx="4116704" cy="662940"/>
            </a:xfrm>
            <a:custGeom>
              <a:avLst/>
              <a:gdLst/>
              <a:ahLst/>
              <a:cxnLst/>
              <a:rect l="l" t="t" r="r" b="b"/>
              <a:pathLst>
                <a:path w="4116704" h="662939">
                  <a:moveTo>
                    <a:pt x="4084954" y="0"/>
                  </a:moveTo>
                  <a:lnTo>
                    <a:pt x="31369" y="0"/>
                  </a:lnTo>
                  <a:lnTo>
                    <a:pt x="19127" y="2454"/>
                  </a:lnTo>
                  <a:lnTo>
                    <a:pt x="9159" y="9155"/>
                  </a:lnTo>
                  <a:lnTo>
                    <a:pt x="2454" y="19111"/>
                  </a:lnTo>
                  <a:lnTo>
                    <a:pt x="0" y="31330"/>
                  </a:lnTo>
                  <a:lnTo>
                    <a:pt x="0" y="631609"/>
                  </a:lnTo>
                  <a:lnTo>
                    <a:pt x="2454" y="643801"/>
                  </a:lnTo>
                  <a:lnTo>
                    <a:pt x="9159" y="653761"/>
                  </a:lnTo>
                  <a:lnTo>
                    <a:pt x="19127" y="660476"/>
                  </a:lnTo>
                  <a:lnTo>
                    <a:pt x="31369" y="662940"/>
                  </a:lnTo>
                  <a:lnTo>
                    <a:pt x="4084954" y="662940"/>
                  </a:lnTo>
                  <a:lnTo>
                    <a:pt x="4097196" y="660476"/>
                  </a:lnTo>
                  <a:lnTo>
                    <a:pt x="4107164" y="653761"/>
                  </a:lnTo>
                  <a:lnTo>
                    <a:pt x="4113869" y="643801"/>
                  </a:lnTo>
                  <a:lnTo>
                    <a:pt x="4116324" y="631609"/>
                  </a:lnTo>
                  <a:lnTo>
                    <a:pt x="4116324" y="31330"/>
                  </a:lnTo>
                  <a:lnTo>
                    <a:pt x="4113869" y="19111"/>
                  </a:lnTo>
                  <a:lnTo>
                    <a:pt x="4107164" y="9155"/>
                  </a:lnTo>
                  <a:lnTo>
                    <a:pt x="4097196" y="2454"/>
                  </a:lnTo>
                  <a:lnTo>
                    <a:pt x="408495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458456" y="5561076"/>
              <a:ext cx="4116704" cy="662940"/>
            </a:xfrm>
            <a:custGeom>
              <a:avLst/>
              <a:gdLst/>
              <a:ahLst/>
              <a:cxnLst/>
              <a:rect l="l" t="t" r="r" b="b"/>
              <a:pathLst>
                <a:path w="4116704" h="662939">
                  <a:moveTo>
                    <a:pt x="0" y="31330"/>
                  </a:moveTo>
                  <a:lnTo>
                    <a:pt x="2454" y="19111"/>
                  </a:lnTo>
                  <a:lnTo>
                    <a:pt x="9159" y="9155"/>
                  </a:lnTo>
                  <a:lnTo>
                    <a:pt x="19127" y="2454"/>
                  </a:lnTo>
                  <a:lnTo>
                    <a:pt x="31369" y="0"/>
                  </a:lnTo>
                  <a:lnTo>
                    <a:pt x="4084954" y="0"/>
                  </a:lnTo>
                  <a:lnTo>
                    <a:pt x="4097196" y="2454"/>
                  </a:lnTo>
                  <a:lnTo>
                    <a:pt x="4107164" y="9155"/>
                  </a:lnTo>
                  <a:lnTo>
                    <a:pt x="4113869" y="19111"/>
                  </a:lnTo>
                  <a:lnTo>
                    <a:pt x="4116324" y="31330"/>
                  </a:lnTo>
                  <a:lnTo>
                    <a:pt x="4116324" y="631609"/>
                  </a:lnTo>
                  <a:lnTo>
                    <a:pt x="4113869" y="643801"/>
                  </a:lnTo>
                  <a:lnTo>
                    <a:pt x="4107164" y="653761"/>
                  </a:lnTo>
                  <a:lnTo>
                    <a:pt x="4097196" y="660476"/>
                  </a:lnTo>
                  <a:lnTo>
                    <a:pt x="4084954" y="662940"/>
                  </a:lnTo>
                  <a:lnTo>
                    <a:pt x="31369" y="662940"/>
                  </a:lnTo>
                  <a:lnTo>
                    <a:pt x="19127" y="660476"/>
                  </a:lnTo>
                  <a:lnTo>
                    <a:pt x="9159" y="653761"/>
                  </a:lnTo>
                  <a:lnTo>
                    <a:pt x="2454" y="643801"/>
                  </a:lnTo>
                  <a:lnTo>
                    <a:pt x="0" y="631609"/>
                  </a:lnTo>
                  <a:lnTo>
                    <a:pt x="0" y="3133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7547229" y="5591962"/>
            <a:ext cx="35953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it()</a:t>
            </a:r>
            <a:r>
              <a:rPr dirty="0" sz="18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defines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spec.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idea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 b="1">
                <a:solidFill>
                  <a:srgbClr val="FFFFFF"/>
                </a:solidFill>
                <a:latin typeface="Calibri"/>
                <a:cs typeface="Calibri"/>
              </a:rPr>
              <a:t>@Test</a:t>
            </a:r>
            <a:r>
              <a:rPr dirty="0" sz="18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method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Junit.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7452106" y="3140710"/>
            <a:ext cx="4129404" cy="927100"/>
            <a:chOff x="7452106" y="3140710"/>
            <a:chExt cx="4129404" cy="927100"/>
          </a:xfrm>
        </p:grpSpPr>
        <p:sp>
          <p:nvSpPr>
            <p:cNvPr id="20" name="object 20" descr=""/>
            <p:cNvSpPr/>
            <p:nvPr/>
          </p:nvSpPr>
          <p:spPr>
            <a:xfrm>
              <a:off x="7458456" y="3147060"/>
              <a:ext cx="4116704" cy="914400"/>
            </a:xfrm>
            <a:custGeom>
              <a:avLst/>
              <a:gdLst/>
              <a:ahLst/>
              <a:cxnLst/>
              <a:rect l="l" t="t" r="r" b="b"/>
              <a:pathLst>
                <a:path w="4116704" h="914400">
                  <a:moveTo>
                    <a:pt x="4093972" y="0"/>
                  </a:moveTo>
                  <a:lnTo>
                    <a:pt x="22351" y="0"/>
                  </a:lnTo>
                  <a:lnTo>
                    <a:pt x="13662" y="1760"/>
                  </a:lnTo>
                  <a:lnTo>
                    <a:pt x="6556" y="6556"/>
                  </a:lnTo>
                  <a:lnTo>
                    <a:pt x="1760" y="13662"/>
                  </a:lnTo>
                  <a:lnTo>
                    <a:pt x="0" y="22351"/>
                  </a:lnTo>
                  <a:lnTo>
                    <a:pt x="0" y="892047"/>
                  </a:lnTo>
                  <a:lnTo>
                    <a:pt x="1760" y="900737"/>
                  </a:lnTo>
                  <a:lnTo>
                    <a:pt x="6556" y="907843"/>
                  </a:lnTo>
                  <a:lnTo>
                    <a:pt x="13662" y="912639"/>
                  </a:lnTo>
                  <a:lnTo>
                    <a:pt x="22351" y="914400"/>
                  </a:lnTo>
                  <a:lnTo>
                    <a:pt x="4093972" y="914400"/>
                  </a:lnTo>
                  <a:lnTo>
                    <a:pt x="4102661" y="912639"/>
                  </a:lnTo>
                  <a:lnTo>
                    <a:pt x="4109767" y="907843"/>
                  </a:lnTo>
                  <a:lnTo>
                    <a:pt x="4114563" y="900737"/>
                  </a:lnTo>
                  <a:lnTo>
                    <a:pt x="4116324" y="892047"/>
                  </a:lnTo>
                  <a:lnTo>
                    <a:pt x="4116324" y="22351"/>
                  </a:lnTo>
                  <a:lnTo>
                    <a:pt x="4114563" y="13662"/>
                  </a:lnTo>
                  <a:lnTo>
                    <a:pt x="4109767" y="6556"/>
                  </a:lnTo>
                  <a:lnTo>
                    <a:pt x="4102661" y="1760"/>
                  </a:lnTo>
                  <a:lnTo>
                    <a:pt x="4093972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458456" y="3147060"/>
              <a:ext cx="4116704" cy="914400"/>
            </a:xfrm>
            <a:custGeom>
              <a:avLst/>
              <a:gdLst/>
              <a:ahLst/>
              <a:cxnLst/>
              <a:rect l="l" t="t" r="r" b="b"/>
              <a:pathLst>
                <a:path w="4116704" h="914400">
                  <a:moveTo>
                    <a:pt x="0" y="22351"/>
                  </a:moveTo>
                  <a:lnTo>
                    <a:pt x="1760" y="13662"/>
                  </a:lnTo>
                  <a:lnTo>
                    <a:pt x="6556" y="6556"/>
                  </a:lnTo>
                  <a:lnTo>
                    <a:pt x="13662" y="1760"/>
                  </a:lnTo>
                  <a:lnTo>
                    <a:pt x="22351" y="0"/>
                  </a:lnTo>
                  <a:lnTo>
                    <a:pt x="4093972" y="0"/>
                  </a:lnTo>
                  <a:lnTo>
                    <a:pt x="4102661" y="1760"/>
                  </a:lnTo>
                  <a:lnTo>
                    <a:pt x="4109767" y="6556"/>
                  </a:lnTo>
                  <a:lnTo>
                    <a:pt x="4114563" y="13662"/>
                  </a:lnTo>
                  <a:lnTo>
                    <a:pt x="4116324" y="22351"/>
                  </a:lnTo>
                  <a:lnTo>
                    <a:pt x="4116324" y="892047"/>
                  </a:lnTo>
                  <a:lnTo>
                    <a:pt x="4114563" y="900737"/>
                  </a:lnTo>
                  <a:lnTo>
                    <a:pt x="4109767" y="907843"/>
                  </a:lnTo>
                  <a:lnTo>
                    <a:pt x="4102661" y="912639"/>
                  </a:lnTo>
                  <a:lnTo>
                    <a:pt x="4093972" y="914400"/>
                  </a:lnTo>
                  <a:lnTo>
                    <a:pt x="22351" y="914400"/>
                  </a:lnTo>
                  <a:lnTo>
                    <a:pt x="13662" y="912639"/>
                  </a:lnTo>
                  <a:lnTo>
                    <a:pt x="6556" y="907843"/>
                  </a:lnTo>
                  <a:lnTo>
                    <a:pt x="1760" y="900737"/>
                  </a:lnTo>
                  <a:lnTo>
                    <a:pt x="0" y="892047"/>
                  </a:lnTo>
                  <a:lnTo>
                    <a:pt x="0" y="22351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7544816" y="3165475"/>
            <a:ext cx="360235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TestBed</a:t>
            </a: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most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important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Angular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3" name="object 23" descr=""/>
          <p:cNvSpPr txBox="1"/>
          <p:nvPr/>
        </p:nvSpPr>
        <p:spPr>
          <a:xfrm>
            <a:off x="7544816" y="3439795"/>
            <a:ext cx="39281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Testing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Utility.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Provides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methods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544816" y="3714115"/>
            <a:ext cx="3578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components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tests.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UNIT</a:t>
            </a:r>
            <a:r>
              <a:rPr dirty="0" spc="-125"/>
              <a:t> </a:t>
            </a:r>
            <a:r>
              <a:rPr dirty="0" spc="-55"/>
              <a:t>TESTING</a:t>
            </a:r>
            <a:r>
              <a:rPr dirty="0" spc="-125"/>
              <a:t> </a:t>
            </a:r>
            <a:r>
              <a:rPr dirty="0" spc="70"/>
              <a:t>ANGULAR</a:t>
            </a:r>
            <a:r>
              <a:rPr dirty="0" spc="-110"/>
              <a:t> </a:t>
            </a:r>
            <a:r>
              <a:rPr dirty="0" spc="-20"/>
              <a:t>APPS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4912995" cy="301180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0029" marR="14859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command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ng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build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application,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launches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Karma</a:t>
            </a:r>
            <a:r>
              <a:rPr dirty="0" u="sng" sz="2800" spc="-1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800" spc="-5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Test</a:t>
            </a:r>
            <a:r>
              <a:rPr dirty="0" u="sng" sz="2800" spc="-9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Runner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Karma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picks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and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runs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endParaRPr sz="2800">
              <a:latin typeface="Calibri"/>
              <a:cs typeface="Calibri"/>
            </a:endParaRPr>
          </a:p>
          <a:p>
            <a:pPr marL="240029" marR="785495" indent="-227329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Karma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produces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test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execution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report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497891" y="1555622"/>
            <a:ext cx="4821555" cy="4631055"/>
            <a:chOff x="6497891" y="1555622"/>
            <a:chExt cx="4821555" cy="463105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07479" y="1565147"/>
              <a:ext cx="4802124" cy="461162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502653" y="1560385"/>
              <a:ext cx="4812030" cy="4621530"/>
            </a:xfrm>
            <a:custGeom>
              <a:avLst/>
              <a:gdLst/>
              <a:ahLst/>
              <a:cxnLst/>
              <a:rect l="l" t="t" r="r" b="b"/>
              <a:pathLst>
                <a:path w="4812030" h="4621530">
                  <a:moveTo>
                    <a:pt x="0" y="4621149"/>
                  </a:moveTo>
                  <a:lnTo>
                    <a:pt x="4811649" y="4621149"/>
                  </a:lnTo>
                  <a:lnTo>
                    <a:pt x="4811649" y="0"/>
                  </a:lnTo>
                  <a:lnTo>
                    <a:pt x="0" y="0"/>
                  </a:lnTo>
                  <a:lnTo>
                    <a:pt x="0" y="4621149"/>
                  </a:lnTo>
                  <a:close/>
                </a:path>
              </a:pathLst>
            </a:custGeom>
            <a:ln w="9524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TESTING</a:t>
            </a:r>
            <a:r>
              <a:rPr dirty="0" spc="-150"/>
              <a:t> </a:t>
            </a:r>
            <a:r>
              <a:rPr dirty="0" spc="-175"/>
              <a:t>SERVICES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74750" y="1579585"/>
            <a:ext cx="6953250" cy="410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95"/>
              </a:lnSpc>
            </a:pPr>
            <a:r>
              <a:rPr dirty="0" sz="2800">
                <a:solidFill>
                  <a:srgbClr val="111F35"/>
                </a:solidFill>
                <a:latin typeface="Arial MT"/>
                <a:cs typeface="Arial MT"/>
              </a:rPr>
              <a:t>•</a:t>
            </a:r>
            <a:r>
              <a:rPr dirty="0" sz="2800" spc="-25">
                <a:solidFill>
                  <a:srgbClr val="111F35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Services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dependencies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easy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876046" y="1325625"/>
            <a:ext cx="10440035" cy="5090795"/>
            <a:chOff x="876046" y="1325625"/>
            <a:chExt cx="10440035" cy="5090795"/>
          </a:xfrm>
        </p:grpSpPr>
        <p:sp>
          <p:nvSpPr>
            <p:cNvPr id="5" name="object 5" descr=""/>
            <p:cNvSpPr/>
            <p:nvPr/>
          </p:nvSpPr>
          <p:spPr>
            <a:xfrm>
              <a:off x="882396" y="1331975"/>
              <a:ext cx="10427335" cy="5078095"/>
            </a:xfrm>
            <a:custGeom>
              <a:avLst/>
              <a:gdLst/>
              <a:ahLst/>
              <a:cxnLst/>
              <a:rect l="l" t="t" r="r" b="b"/>
              <a:pathLst>
                <a:path w="10427335" h="5078095">
                  <a:moveTo>
                    <a:pt x="10427208" y="0"/>
                  </a:moveTo>
                  <a:lnTo>
                    <a:pt x="0" y="0"/>
                  </a:lnTo>
                  <a:lnTo>
                    <a:pt x="0" y="5077968"/>
                  </a:lnTo>
                  <a:lnTo>
                    <a:pt x="10427208" y="5077968"/>
                  </a:lnTo>
                  <a:lnTo>
                    <a:pt x="104272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82396" y="1331975"/>
              <a:ext cx="10427335" cy="5078095"/>
            </a:xfrm>
            <a:custGeom>
              <a:avLst/>
              <a:gdLst/>
              <a:ahLst/>
              <a:cxnLst/>
              <a:rect l="l" t="t" r="r" b="b"/>
              <a:pathLst>
                <a:path w="10427335" h="5078095">
                  <a:moveTo>
                    <a:pt x="0" y="5077968"/>
                  </a:moveTo>
                  <a:lnTo>
                    <a:pt x="10427208" y="5077968"/>
                  </a:lnTo>
                  <a:lnTo>
                    <a:pt x="10427208" y="0"/>
                  </a:lnTo>
                  <a:lnTo>
                    <a:pt x="0" y="0"/>
                  </a:lnTo>
                  <a:lnTo>
                    <a:pt x="0" y="5077968"/>
                  </a:lnTo>
                  <a:close/>
                </a:path>
              </a:pathLst>
            </a:custGeom>
            <a:ln w="12700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962050" y="1351915"/>
            <a:ext cx="7922895" cy="4964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88595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TestBed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'@angular/core/testing'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AuthService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'./auth.service'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262255" marR="4016375" indent="-2501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describe(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'AuthService'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service: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AuthService;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beforeEach(()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service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TestBed.inject(AuthService);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it(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'should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detect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malformed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tokens'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2445" marR="100838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malformed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"malformed"</a:t>
            </a:r>
            <a:r>
              <a:rPr dirty="0" sz="1800" spc="-10">
                <a:latin typeface="Consolas"/>
                <a:cs typeface="Consolas"/>
              </a:rPr>
              <a:t>; expect(service.verifyToken(malformed)).toBe(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it(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'should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detect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expired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tokens'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2445" marR="13081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expired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"eyJhbGciO...c9-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p0"</a:t>
            </a:r>
            <a:r>
              <a:rPr dirty="0" sz="1800">
                <a:latin typeface="Consolas"/>
                <a:cs typeface="Consolas"/>
              </a:rPr>
              <a:t>;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//expired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on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2000/01/01 </a:t>
            </a:r>
            <a:r>
              <a:rPr dirty="0" sz="1800" spc="-10">
                <a:latin typeface="Consolas"/>
                <a:cs typeface="Consolas"/>
              </a:rPr>
              <a:t>expect(service.verifyToken(expired)).toBe(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//other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tests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omitted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TESTING</a:t>
            </a:r>
            <a:r>
              <a:rPr dirty="0" spc="-50"/>
              <a:t> </a:t>
            </a:r>
            <a:r>
              <a:rPr dirty="0" spc="125"/>
              <a:t>AND</a:t>
            </a:r>
            <a:r>
              <a:rPr dirty="0" spc="-15"/>
              <a:t> </a:t>
            </a:r>
            <a:r>
              <a:rPr dirty="0" spc="-65"/>
              <a:t>DEPENDENCIES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948545" cy="445579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45402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Typically,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services/components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depend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other 	services/components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example,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RestBackend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Service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depends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HttpClient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TodoPage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depends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RestBackend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Service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scenarios,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unit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becomes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little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challenging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Suppose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TodoPage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showing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expected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dos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because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bug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TodoPage</a:t>
            </a:r>
            <a:r>
              <a:rPr dirty="0" sz="24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Component?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because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bug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RestBackend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Service?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because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bug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external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Backend?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combination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above?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TESTING</a:t>
            </a:r>
            <a:r>
              <a:rPr dirty="0" spc="-50"/>
              <a:t> </a:t>
            </a:r>
            <a:r>
              <a:rPr dirty="0" spc="125"/>
              <a:t>AND</a:t>
            </a:r>
            <a:r>
              <a:rPr dirty="0" spc="-15"/>
              <a:t> </a:t>
            </a:r>
            <a:r>
              <a:rPr dirty="0" spc="-65"/>
              <a:t>DEPENDENCIES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21265" cy="395097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issue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far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beyond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fault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localization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challenges</a:t>
            </a:r>
            <a:endParaRPr sz="2800">
              <a:latin typeface="Calibri"/>
              <a:cs typeface="Calibri"/>
            </a:endParaRPr>
          </a:p>
          <a:p>
            <a:pPr marL="240029" marR="358775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cases,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real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production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units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during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Think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TemperatureService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current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temperature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Naples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invoking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external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API.</a:t>
            </a:r>
            <a:endParaRPr sz="2800">
              <a:latin typeface="Calibri"/>
              <a:cs typeface="Calibri"/>
            </a:endParaRPr>
          </a:p>
          <a:p>
            <a:pPr marL="240029" marR="245745" indent="-227329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What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what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happens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temperature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below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zero?</a:t>
            </a:r>
            <a:endParaRPr sz="2800">
              <a:latin typeface="Calibri"/>
              <a:cs typeface="Calibri"/>
            </a:endParaRPr>
          </a:p>
          <a:p>
            <a:pPr lvl="1" marL="696595" marR="1495425" indent="-227329">
              <a:lnSpc>
                <a:spcPts val="2590"/>
              </a:lnSpc>
              <a:spcBef>
                <a:spcPts val="53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wait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few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years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run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soon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get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an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exceptionally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cold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day?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TESTING</a:t>
            </a:r>
            <a:r>
              <a:rPr dirty="0" spc="-145"/>
              <a:t> </a:t>
            </a:r>
            <a:r>
              <a:rPr dirty="0"/>
              <a:t>IN</a:t>
            </a:r>
            <a:r>
              <a:rPr dirty="0" spc="-120"/>
              <a:t> </a:t>
            </a:r>
            <a:r>
              <a:rPr dirty="0" spc="-30"/>
              <a:t>ISOLATION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96596"/>
            <a:ext cx="9190355" cy="4078604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r" marL="227329" marR="1667510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273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Good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unit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unit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isolation</a:t>
            </a:r>
            <a:endParaRPr sz="2800">
              <a:latin typeface="Calibri"/>
              <a:cs typeface="Calibri"/>
            </a:endParaRPr>
          </a:p>
          <a:p>
            <a:pPr algn="r" lvl="1" marL="227329" marR="163004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227329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outcome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depend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external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units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How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achieve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units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dependecies?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solution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Doubles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Doubles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replacements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production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objects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are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typically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endParaRPr sz="2800">
              <a:latin typeface="Calibri"/>
              <a:cs typeface="Calibri"/>
            </a:endParaRPr>
          </a:p>
          <a:p>
            <a:pPr marL="240029" marR="839469" indent="-227329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Instead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real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TemperatureService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a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TemperatureServiceDouble</a:t>
            </a:r>
            <a:r>
              <a:rPr dirty="0" sz="2800" spc="1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which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always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-42°C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temperature!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TESTING</a:t>
            </a:r>
            <a:r>
              <a:rPr dirty="0" spc="-105"/>
              <a:t> </a:t>
            </a:r>
            <a:r>
              <a:rPr dirty="0" spc="125"/>
              <a:t>AND</a:t>
            </a:r>
            <a:r>
              <a:rPr dirty="0" spc="-70"/>
              <a:t> </a:t>
            </a:r>
            <a:r>
              <a:rPr dirty="0" spc="-25"/>
              <a:t>DEPENDENCY</a:t>
            </a:r>
            <a:r>
              <a:rPr dirty="0" spc="-75"/>
              <a:t> </a:t>
            </a:r>
            <a:r>
              <a:rPr dirty="0" spc="-30"/>
              <a:t>INJECTION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35565" cy="417004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Dependency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Injection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mechanism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precious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support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we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Test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Doubles</a:t>
            </a:r>
            <a:endParaRPr sz="2800">
              <a:latin typeface="Calibri"/>
              <a:cs typeface="Calibri"/>
            </a:endParaRPr>
          </a:p>
          <a:p>
            <a:pPr marL="240029" marR="28892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During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tests,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configure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injector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resolve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dependencies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Doubles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instead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real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deal!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Doubles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scratch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still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takes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good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deal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effort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Lots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boilerplate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write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Luckily,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testing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support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creating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Doubles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Jasmine,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example,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supports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concept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Spies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Spy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double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«mock»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346138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JASMINE</a:t>
            </a:r>
            <a:r>
              <a:rPr dirty="0" spc="-210"/>
              <a:t> SPIES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2449217"/>
            <a:ext cx="9911080" cy="283908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above: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Creates</a:t>
            </a:r>
            <a:r>
              <a:rPr dirty="0" sz="2800" spc="-1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RestBackendService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Spy,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mocking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getTodos()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method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Configures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always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Observable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given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two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Items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every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time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getTodos()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method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invoked</a:t>
            </a:r>
            <a:endParaRPr sz="2800">
              <a:latin typeface="Calibri"/>
              <a:cs typeface="Calibri"/>
            </a:endParaRPr>
          </a:p>
          <a:p>
            <a:pPr marL="240029" marR="210185" indent="-227329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Spy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place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real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RestBackendService,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test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depend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Service,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(external)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API!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1565147"/>
            <a:ext cx="10427335" cy="92392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todos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[{id: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"foo"</a:t>
            </a:r>
            <a:r>
              <a:rPr dirty="0" sz="1800">
                <a:latin typeface="Consolas"/>
                <a:cs typeface="Consolas"/>
              </a:rPr>
              <a:t>},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{id: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2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"bar"</a:t>
            </a:r>
            <a:r>
              <a:rPr dirty="0" sz="1800" spc="-10">
                <a:latin typeface="Consolas"/>
                <a:cs typeface="Consolas"/>
              </a:rPr>
              <a:t>}];</a:t>
            </a:r>
            <a:endParaRPr sz="1800">
              <a:latin typeface="Consolas"/>
              <a:cs typeface="Consolas"/>
            </a:endParaRPr>
          </a:p>
          <a:p>
            <a:pPr marL="92075" marR="10502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restBackendSpy</a:t>
            </a:r>
            <a:r>
              <a:rPr dirty="0" sz="1800" spc="-9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jasmine.createSpyObj(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'RestBackendService'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[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'getTodos'</a:t>
            </a:r>
            <a:r>
              <a:rPr dirty="0" sz="1800" spc="-10">
                <a:latin typeface="Consolas"/>
                <a:cs typeface="Consolas"/>
              </a:rPr>
              <a:t>]); restBackendSpy.getTodos.and.returnValue(of(todos));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TESTING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 spc="490"/>
              <a:t>TO-</a:t>
            </a:r>
            <a:r>
              <a:rPr dirty="0" spc="165"/>
              <a:t>DO</a:t>
            </a:r>
            <a:r>
              <a:rPr dirty="0"/>
              <a:t> PAGE</a:t>
            </a:r>
            <a:r>
              <a:rPr dirty="0" spc="5"/>
              <a:t> </a:t>
            </a:r>
            <a:r>
              <a:rPr dirty="0" spc="55"/>
              <a:t>COMPONENT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609344"/>
            <a:ext cx="10427335" cy="4525010"/>
          </a:xfrm>
          <a:custGeom>
            <a:avLst/>
            <a:gdLst/>
            <a:ahLst/>
            <a:cxnLst/>
            <a:rect l="l" t="t" r="r" b="b"/>
            <a:pathLst>
              <a:path w="10427335" h="4525010">
                <a:moveTo>
                  <a:pt x="0" y="4524756"/>
                </a:moveTo>
                <a:lnTo>
                  <a:pt x="10427208" y="4524756"/>
                </a:lnTo>
                <a:lnTo>
                  <a:pt x="10427208" y="0"/>
                </a:lnTo>
                <a:lnTo>
                  <a:pt x="0" y="0"/>
                </a:lnTo>
                <a:lnTo>
                  <a:pt x="0" y="4524756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628902"/>
            <a:ext cx="10054590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it(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'should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properly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fetch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to-do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items'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todos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[{id: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"foo"</a:t>
            </a:r>
            <a:r>
              <a:rPr dirty="0" sz="1800">
                <a:latin typeface="Consolas"/>
                <a:cs typeface="Consolas"/>
              </a:rPr>
              <a:t>},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{id: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2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"bar"</a:t>
            </a:r>
            <a:r>
              <a:rPr dirty="0" sz="1800" spc="-10">
                <a:latin typeface="Consolas"/>
                <a:cs typeface="Consolas"/>
              </a:rPr>
              <a:t>}];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restBackendSpy</a:t>
            </a:r>
            <a:r>
              <a:rPr dirty="0" sz="1800" spc="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jasmine.createSpyObj(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'RestBackendService'</a:t>
            </a:r>
            <a:r>
              <a:rPr dirty="0" sz="1800" spc="-10">
                <a:latin typeface="Consolas"/>
                <a:cs typeface="Consolas"/>
              </a:rPr>
              <a:t>,</a:t>
            </a:r>
            <a:r>
              <a:rPr dirty="0" sz="1800" spc="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[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'getTodos'</a:t>
            </a:r>
            <a:r>
              <a:rPr dirty="0" sz="1800" spc="-10">
                <a:latin typeface="Consolas"/>
                <a:cs typeface="Consolas"/>
              </a:rPr>
              <a:t>]);</a:t>
            </a:r>
            <a:endParaRPr sz="1800">
              <a:latin typeface="Consolas"/>
              <a:cs typeface="Consolas"/>
            </a:endParaRPr>
          </a:p>
          <a:p>
            <a:pPr marL="262255" marR="339153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restBackendSpy.getTodos.and.returnValue(of(todos)); </a:t>
            </a:r>
            <a:r>
              <a:rPr dirty="0" sz="1800">
                <a:latin typeface="Consolas"/>
                <a:cs typeface="Consolas"/>
              </a:rPr>
              <a:t>component.restService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restBackendSpy;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component.fetchTodos();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fixture.detectChanges();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onsolas"/>
                <a:cs typeface="Consolas"/>
              </a:rPr>
              <a:t>expect(component.todos.length).toEqual(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2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262255" marR="508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element: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DebugElement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fixture.debugElement;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//get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&lt;app-todo-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page&gt;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elem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list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element.query(By.css(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'ul'</a:t>
            </a:r>
            <a:r>
              <a:rPr dirty="0" sz="1800" spc="-10">
                <a:latin typeface="Consolas"/>
                <a:cs typeface="Consolas"/>
              </a:rPr>
              <a:t>));</a:t>
            </a:r>
            <a:endParaRPr sz="1800">
              <a:latin typeface="Consolas"/>
              <a:cs typeface="Consolas"/>
            </a:endParaRPr>
          </a:p>
          <a:p>
            <a:pPr marL="262255" marR="389001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content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list.nativeElement.textContent; expect(content).toContain(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'foo'</a:t>
            </a:r>
            <a:r>
              <a:rPr dirty="0" sz="1800" spc="-10">
                <a:latin typeface="Consolas"/>
                <a:cs typeface="Consolas"/>
              </a:rPr>
              <a:t>); expect(content).toContain(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'bar'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COMPUTING</a:t>
            </a:r>
            <a:r>
              <a:rPr dirty="0" spc="185"/>
              <a:t> </a:t>
            </a:r>
            <a:r>
              <a:rPr dirty="0"/>
              <a:t>CODE</a:t>
            </a:r>
            <a:r>
              <a:rPr dirty="0" spc="190"/>
              <a:t> </a:t>
            </a:r>
            <a:r>
              <a:rPr dirty="0" spc="-10"/>
              <a:t>COVERAGE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36675" y="2484120"/>
            <a:ext cx="10473055" cy="3693160"/>
            <a:chOff x="836675" y="2484120"/>
            <a:chExt cx="10473055" cy="3693160"/>
          </a:xfrm>
        </p:grpSpPr>
        <p:sp>
          <p:nvSpPr>
            <p:cNvPr id="4" name="object 4" descr=""/>
            <p:cNvSpPr/>
            <p:nvPr/>
          </p:nvSpPr>
          <p:spPr>
            <a:xfrm>
              <a:off x="882395" y="2484120"/>
              <a:ext cx="10427335" cy="3693160"/>
            </a:xfrm>
            <a:custGeom>
              <a:avLst/>
              <a:gdLst/>
              <a:ahLst/>
              <a:cxnLst/>
              <a:rect l="l" t="t" r="r" b="b"/>
              <a:pathLst>
                <a:path w="10427335" h="3693160">
                  <a:moveTo>
                    <a:pt x="10427208" y="0"/>
                  </a:moveTo>
                  <a:lnTo>
                    <a:pt x="0" y="0"/>
                  </a:lnTo>
                  <a:lnTo>
                    <a:pt x="0" y="3692652"/>
                  </a:lnTo>
                  <a:lnTo>
                    <a:pt x="10427208" y="3692652"/>
                  </a:lnTo>
                  <a:lnTo>
                    <a:pt x="10427208" y="0"/>
                  </a:lnTo>
                  <a:close/>
                </a:path>
              </a:pathLst>
            </a:custGeom>
            <a:solidFill>
              <a:srgbClr val="282C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6675" y="2727960"/>
              <a:ext cx="457962" cy="480822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962050" y="1496596"/>
            <a:ext cx="10051415" cy="295338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easily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compute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coverage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metrics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possible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indicator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how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«well»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tested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400">
              <a:latin typeface="Calibri"/>
              <a:cs typeface="Calibri"/>
            </a:endParaRPr>
          </a:p>
          <a:p>
            <a:pPr marL="320040" marR="276225" indent="-307975">
              <a:lnSpc>
                <a:spcPct val="100000"/>
              </a:lnSpc>
              <a:spcBef>
                <a:spcPts val="117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7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D/O/T/W/2/e/2/angular-todo-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list</a:t>
            </a:r>
            <a:r>
              <a:rPr dirty="0" sz="1800" spc="5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3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ng</a:t>
            </a:r>
            <a:r>
              <a:rPr dirty="0" sz="1800" spc="-1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test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--no-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watch</a:t>
            </a:r>
            <a:r>
              <a:rPr dirty="0" sz="1800" spc="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--code-coverage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Browser</a:t>
            </a:r>
            <a:r>
              <a:rPr dirty="0" sz="1800" spc="-6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application</a:t>
            </a:r>
            <a:r>
              <a:rPr dirty="0" sz="1800" spc="-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bundle</a:t>
            </a:r>
            <a:r>
              <a:rPr dirty="0" sz="1800" spc="-6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generation</a:t>
            </a:r>
            <a:r>
              <a:rPr dirty="0" sz="1800" spc="-5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complete.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ts val="2150"/>
              </a:lnSpc>
            </a:pP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Chrome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121.0.0.0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(Windows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10):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Executed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18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of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18 </a:t>
            </a:r>
            <a:r>
              <a:rPr dirty="0" sz="1800" spc="-10">
                <a:solidFill>
                  <a:srgbClr val="5CD681"/>
                </a:solidFill>
                <a:latin typeface="Consolas"/>
                <a:cs typeface="Consolas"/>
              </a:rPr>
              <a:t>SUCCESS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5CD681"/>
                </a:solidFill>
                <a:latin typeface="Consolas"/>
                <a:cs typeface="Consolas"/>
              </a:rPr>
              <a:t>TOTAL:</a:t>
            </a:r>
            <a:r>
              <a:rPr dirty="0" sz="1800" spc="-30">
                <a:solidFill>
                  <a:srgbClr val="5CD681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Consolas"/>
                <a:cs typeface="Consolas"/>
              </a:rPr>
              <a:t>18</a:t>
            </a:r>
            <a:r>
              <a:rPr dirty="0" sz="1800" spc="-30">
                <a:solidFill>
                  <a:srgbClr val="5CD681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5CD681"/>
                </a:solidFill>
                <a:latin typeface="Consolas"/>
                <a:cs typeface="Consolas"/>
              </a:rPr>
              <a:t>SUCCESS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===============================</a:t>
            </a:r>
            <a:r>
              <a:rPr dirty="0" sz="1800" spc="-7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Coverage</a:t>
            </a:r>
            <a:r>
              <a:rPr dirty="0" sz="1800" spc="-6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summary</a:t>
            </a:r>
            <a:r>
              <a:rPr dirty="0" sz="1800" spc="-6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===============================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943000" y="4495823"/>
          <a:ext cx="4150360" cy="1050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8485"/>
                <a:gridCol w="876935"/>
                <a:gridCol w="250189"/>
                <a:gridCol w="1096644"/>
              </a:tblGrid>
              <a:tr h="251460">
                <a:tc>
                  <a:txBody>
                    <a:bodyPr/>
                    <a:lstStyle/>
                    <a:p>
                      <a:pPr algn="ctr" marR="22860">
                        <a:lnSpc>
                          <a:spcPts val="1695"/>
                        </a:lnSpc>
                        <a:tabLst>
                          <a:tab pos="1628775" algn="l"/>
                        </a:tabLst>
                      </a:pPr>
                      <a:r>
                        <a:rPr dirty="0" sz="1800" spc="-1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Statements</a:t>
                      </a:r>
                      <a:r>
                        <a:rPr dirty="0" sz="180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	</a:t>
                      </a:r>
                      <a:r>
                        <a:rPr dirty="0" sz="1800" spc="-5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800" spc="-1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45.45%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800" spc="-5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695"/>
                        </a:lnSpc>
                      </a:pPr>
                      <a:r>
                        <a:rPr dirty="0" sz="180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75/165</a:t>
                      </a:r>
                      <a:r>
                        <a:rPr dirty="0" sz="1800" spc="-45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algn="ctr" marR="22860">
                        <a:lnSpc>
                          <a:spcPts val="1875"/>
                        </a:lnSpc>
                        <a:tabLst>
                          <a:tab pos="1628775" algn="l"/>
                        </a:tabLst>
                      </a:pPr>
                      <a:r>
                        <a:rPr dirty="0" sz="1800" spc="-1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Branches</a:t>
                      </a:r>
                      <a:r>
                        <a:rPr dirty="0" sz="180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	</a:t>
                      </a:r>
                      <a:r>
                        <a:rPr dirty="0" sz="1800" spc="-5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21.21%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5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875"/>
                        </a:lnSpc>
                      </a:pPr>
                      <a:r>
                        <a:rPr dirty="0" sz="180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7/33</a:t>
                      </a:r>
                      <a:r>
                        <a:rPr dirty="0" sz="1800" spc="-2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marR="22225">
                        <a:lnSpc>
                          <a:spcPts val="1880"/>
                        </a:lnSpc>
                        <a:tabLst>
                          <a:tab pos="1628775" algn="l"/>
                        </a:tabLst>
                      </a:pPr>
                      <a:r>
                        <a:rPr dirty="0" sz="1800" spc="-1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Functions</a:t>
                      </a:r>
                      <a:r>
                        <a:rPr dirty="0" sz="180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	</a:t>
                      </a:r>
                      <a:r>
                        <a:rPr dirty="0" sz="1800" spc="-5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43.39%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5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80"/>
                        </a:lnSpc>
                      </a:pPr>
                      <a:r>
                        <a:rPr dirty="0" sz="180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23/53</a:t>
                      </a:r>
                      <a:r>
                        <a:rPr dirty="0" sz="1800" spc="-35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marR="22860">
                        <a:lnSpc>
                          <a:spcPts val="1880"/>
                        </a:lnSpc>
                        <a:tabLst>
                          <a:tab pos="1628775" algn="l"/>
                        </a:tabLst>
                      </a:pPr>
                      <a:r>
                        <a:rPr dirty="0" sz="1800" spc="-1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Lines</a:t>
                      </a:r>
                      <a:r>
                        <a:rPr dirty="0" sz="180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	</a:t>
                      </a:r>
                      <a:r>
                        <a:rPr dirty="0" sz="1800" spc="-5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42.58%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5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880"/>
                        </a:lnSpc>
                      </a:pPr>
                      <a:r>
                        <a:rPr dirty="0" sz="180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66/155</a:t>
                      </a:r>
                      <a:r>
                        <a:rPr dirty="0" sz="1800" spc="-45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962050" y="5521858"/>
            <a:ext cx="10051415" cy="575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================================================================================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8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D/O/T/W/2/e/2/angular-todo-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list</a:t>
            </a:r>
            <a:r>
              <a:rPr dirty="0" sz="1800" spc="6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COMPUTING</a:t>
            </a:r>
            <a:r>
              <a:rPr dirty="0" spc="185"/>
              <a:t> </a:t>
            </a:r>
            <a:r>
              <a:rPr dirty="0"/>
              <a:t>CODE</a:t>
            </a:r>
            <a:r>
              <a:rPr dirty="0" spc="190"/>
              <a:t> </a:t>
            </a:r>
            <a:r>
              <a:rPr dirty="0" spc="-10"/>
              <a:t>COVERAGE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3098165" cy="3653154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0029" marR="86995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HTML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coverage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report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generated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/coverage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directory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inspect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separately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which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lines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were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covered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373435" y="1284350"/>
            <a:ext cx="6945630" cy="5081905"/>
            <a:chOff x="4373435" y="1284350"/>
            <a:chExt cx="6945630" cy="50819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3023" y="1402105"/>
              <a:ext cx="6926580" cy="4864307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378197" y="1289113"/>
              <a:ext cx="6936105" cy="5072380"/>
            </a:xfrm>
            <a:custGeom>
              <a:avLst/>
              <a:gdLst/>
              <a:ahLst/>
              <a:cxnLst/>
              <a:rect l="l" t="t" r="r" b="b"/>
              <a:pathLst>
                <a:path w="6936105" h="5072380">
                  <a:moveTo>
                    <a:pt x="0" y="5072253"/>
                  </a:moveTo>
                  <a:lnTo>
                    <a:pt x="6936105" y="5072253"/>
                  </a:lnTo>
                  <a:lnTo>
                    <a:pt x="6936105" y="0"/>
                  </a:lnTo>
                  <a:lnTo>
                    <a:pt x="0" y="0"/>
                  </a:lnTo>
                  <a:lnTo>
                    <a:pt x="0" y="5072253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3005708"/>
            <a:ext cx="738060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500"/>
              <a:t>END-</a:t>
            </a:r>
            <a:r>
              <a:rPr dirty="0" sz="4800" spc="650"/>
              <a:t>TO-</a:t>
            </a:r>
            <a:r>
              <a:rPr dirty="0" sz="4800"/>
              <a:t>END</a:t>
            </a:r>
            <a:r>
              <a:rPr dirty="0" sz="4800" spc="200"/>
              <a:t> </a:t>
            </a:r>
            <a:r>
              <a:rPr dirty="0" sz="4800" spc="-70"/>
              <a:t>TESTING</a:t>
            </a:r>
            <a:endParaRPr sz="4800"/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75"/>
              <a:t>END-</a:t>
            </a:r>
            <a:r>
              <a:rPr dirty="0" spc="495"/>
              <a:t>TO-</a:t>
            </a:r>
            <a:r>
              <a:rPr dirty="0"/>
              <a:t>END</a:t>
            </a:r>
            <a:r>
              <a:rPr dirty="0" spc="55"/>
              <a:t> </a:t>
            </a:r>
            <a:r>
              <a:rPr dirty="0" spc="-204"/>
              <a:t>(E2E)</a:t>
            </a:r>
            <a:r>
              <a:rPr dirty="0" spc="55"/>
              <a:t> </a:t>
            </a:r>
            <a:r>
              <a:rPr dirty="0" spc="-35"/>
              <a:t>TESTING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7950200" cy="34918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Goal: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Test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system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whole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point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view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intended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end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Clr>
                <a:srgbClr val="111F35"/>
              </a:buClr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replicates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realistic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usage</a:t>
            </a:r>
            <a:r>
              <a:rPr dirty="0" sz="2800" spc="-9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flow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Interacting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external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interfaces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system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end-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do!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54584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E2E</a:t>
            </a:r>
            <a:r>
              <a:rPr dirty="0" spc="-180"/>
              <a:t> </a:t>
            </a:r>
            <a:r>
              <a:rPr dirty="0" spc="-80"/>
              <a:t>TESTING:</a:t>
            </a:r>
            <a:r>
              <a:rPr dirty="0" spc="-135"/>
              <a:t> </a:t>
            </a:r>
            <a:r>
              <a:rPr dirty="0" spc="-210"/>
              <a:t>REST</a:t>
            </a:r>
            <a:r>
              <a:rPr dirty="0" spc="-55"/>
              <a:t> </a:t>
            </a:r>
            <a:r>
              <a:rPr dirty="0" spc="-50"/>
              <a:t>APIs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5718810" cy="3608704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endParaRPr sz="2800">
              <a:latin typeface="Calibri"/>
              <a:cs typeface="Calibri"/>
            </a:endParaRPr>
          </a:p>
          <a:p>
            <a:pPr marL="240029" marR="837565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endpoints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external 	interface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programs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sending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requests</a:t>
            </a:r>
            <a:endParaRPr sz="2800">
              <a:latin typeface="Calibri"/>
              <a:cs typeface="Calibri"/>
            </a:endParaRPr>
          </a:p>
          <a:p>
            <a:pPr marL="240029" marR="198755" indent="-227329">
              <a:lnSpc>
                <a:spcPct val="90000"/>
              </a:lnSpc>
              <a:spcBef>
                <a:spcPts val="9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E2E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send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requests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check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responses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are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correct</a:t>
            </a:r>
            <a:r>
              <a:rPr dirty="0" sz="2800" spc="-1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according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1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specification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979666" y="1558797"/>
            <a:ext cx="4516120" cy="3623310"/>
            <a:chOff x="6979666" y="1558797"/>
            <a:chExt cx="4516120" cy="36233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2100" y="1982765"/>
              <a:ext cx="3497532" cy="298369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6016" y="1565147"/>
              <a:ext cx="4503419" cy="361035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986016" y="1565147"/>
              <a:ext cx="4503420" cy="3610610"/>
            </a:xfrm>
            <a:custGeom>
              <a:avLst/>
              <a:gdLst/>
              <a:ahLst/>
              <a:cxnLst/>
              <a:rect l="l" t="t" r="r" b="b"/>
              <a:pathLst>
                <a:path w="4503420" h="3610610">
                  <a:moveTo>
                    <a:pt x="0" y="193293"/>
                  </a:moveTo>
                  <a:lnTo>
                    <a:pt x="5102" y="148956"/>
                  </a:lnTo>
                  <a:lnTo>
                    <a:pt x="19637" y="108264"/>
                  </a:lnTo>
                  <a:lnTo>
                    <a:pt x="42447" y="72375"/>
                  </a:lnTo>
                  <a:lnTo>
                    <a:pt x="72375" y="42447"/>
                  </a:lnTo>
                  <a:lnTo>
                    <a:pt x="108264" y="19637"/>
                  </a:lnTo>
                  <a:lnTo>
                    <a:pt x="148956" y="5102"/>
                  </a:lnTo>
                  <a:lnTo>
                    <a:pt x="193293" y="0"/>
                  </a:lnTo>
                  <a:lnTo>
                    <a:pt x="4310126" y="0"/>
                  </a:lnTo>
                  <a:lnTo>
                    <a:pt x="4354463" y="5102"/>
                  </a:lnTo>
                  <a:lnTo>
                    <a:pt x="4395155" y="19637"/>
                  </a:lnTo>
                  <a:lnTo>
                    <a:pt x="4431044" y="42447"/>
                  </a:lnTo>
                  <a:lnTo>
                    <a:pt x="4460972" y="72375"/>
                  </a:lnTo>
                  <a:lnTo>
                    <a:pt x="4483782" y="108264"/>
                  </a:lnTo>
                  <a:lnTo>
                    <a:pt x="4498317" y="148956"/>
                  </a:lnTo>
                  <a:lnTo>
                    <a:pt x="4503419" y="193293"/>
                  </a:lnTo>
                  <a:lnTo>
                    <a:pt x="4503419" y="3417062"/>
                  </a:lnTo>
                  <a:lnTo>
                    <a:pt x="4498317" y="3461399"/>
                  </a:lnTo>
                  <a:lnTo>
                    <a:pt x="4483782" y="3502091"/>
                  </a:lnTo>
                  <a:lnTo>
                    <a:pt x="4460972" y="3537980"/>
                  </a:lnTo>
                  <a:lnTo>
                    <a:pt x="4431044" y="3567908"/>
                  </a:lnTo>
                  <a:lnTo>
                    <a:pt x="4395155" y="3590718"/>
                  </a:lnTo>
                  <a:lnTo>
                    <a:pt x="4354463" y="3605253"/>
                  </a:lnTo>
                  <a:lnTo>
                    <a:pt x="4310126" y="3610355"/>
                  </a:lnTo>
                  <a:lnTo>
                    <a:pt x="193293" y="3610355"/>
                  </a:lnTo>
                  <a:lnTo>
                    <a:pt x="148956" y="3605253"/>
                  </a:lnTo>
                  <a:lnTo>
                    <a:pt x="108264" y="3590718"/>
                  </a:lnTo>
                  <a:lnTo>
                    <a:pt x="72375" y="3567908"/>
                  </a:lnTo>
                  <a:lnTo>
                    <a:pt x="42447" y="3537980"/>
                  </a:lnTo>
                  <a:lnTo>
                    <a:pt x="19637" y="3502091"/>
                  </a:lnTo>
                  <a:lnTo>
                    <a:pt x="5102" y="3461399"/>
                  </a:lnTo>
                  <a:lnTo>
                    <a:pt x="0" y="3417062"/>
                  </a:lnTo>
                  <a:lnTo>
                    <a:pt x="0" y="193293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8821039" y="1640585"/>
            <a:ext cx="83311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REST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7164323" y="2084197"/>
          <a:ext cx="4199890" cy="2962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5250"/>
                <a:gridCol w="942339"/>
                <a:gridCol w="1815464"/>
              </a:tblGrid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Url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6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/todos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492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600" spc="-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GET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492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Get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all</a:t>
                      </a:r>
                      <a:r>
                        <a:rPr dirty="0" sz="16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To-</a:t>
                      </a:r>
                      <a:r>
                        <a:rPr dirty="0" sz="16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6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/todos/:id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492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600" spc="-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GET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492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Get</a:t>
                      </a:r>
                      <a:r>
                        <a:rPr dirty="0" sz="1600" spc="-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6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To-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1600" spc="-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solidFill>
                      <a:srgbClr val="00637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6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/todos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492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6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POST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492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Save</a:t>
                      </a:r>
                      <a:r>
                        <a:rPr dirty="0" sz="16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To-</a:t>
                      </a:r>
                      <a:r>
                        <a:rPr dirty="0" sz="16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solidFill>
                      <a:srgbClr val="004E5F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6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/todos/:id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492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600" spc="-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PUT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492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Update</a:t>
                      </a:r>
                      <a:r>
                        <a:rPr dirty="0" sz="16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To-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16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6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solidFill>
                      <a:srgbClr val="00637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6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/todos/:id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492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6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DELETE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492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Delete</a:t>
                      </a:r>
                      <a:r>
                        <a:rPr dirty="0" sz="16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To-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16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6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solidFill>
                      <a:srgbClr val="004E5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6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/auth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5560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6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POST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5560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Login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request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solidFill>
                      <a:srgbClr val="00637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6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/signup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5560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6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POST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5560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Create</a:t>
                      </a:r>
                      <a:r>
                        <a:rPr dirty="0" sz="16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6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solidFill>
                      <a:srgbClr val="004E5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E2E</a:t>
            </a:r>
            <a:r>
              <a:rPr dirty="0" spc="-185"/>
              <a:t> </a:t>
            </a:r>
            <a:r>
              <a:rPr dirty="0" spc="-80"/>
              <a:t>TESTING:</a:t>
            </a:r>
            <a:r>
              <a:rPr dirty="0" spc="-185"/>
              <a:t> </a:t>
            </a:r>
            <a:r>
              <a:rPr dirty="0" spc="-50"/>
              <a:t>WEB</a:t>
            </a:r>
            <a:r>
              <a:rPr dirty="0" spc="-170"/>
              <a:t> </a:t>
            </a:r>
            <a:r>
              <a:rPr dirty="0" spc="-60"/>
              <a:t>APPLICATIONS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5977255" cy="441833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traditional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app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SPA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pages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external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interface</a:t>
            </a:r>
            <a:endParaRPr sz="2800">
              <a:latin typeface="Calibri"/>
              <a:cs typeface="Calibri"/>
            </a:endParaRPr>
          </a:p>
          <a:p>
            <a:pPr marL="240029" marR="765810" indent="-227329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humans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web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endParaRPr sz="2800">
              <a:latin typeface="Calibri"/>
              <a:cs typeface="Calibri"/>
            </a:endParaRPr>
          </a:p>
          <a:p>
            <a:pPr marL="240029" marR="191770" indent="-227329">
              <a:lnSpc>
                <a:spcPct val="90000"/>
              </a:lnSpc>
              <a:spcBef>
                <a:spcPts val="9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E2E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interact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web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pages,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check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change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correctly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result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interactions</a:t>
            </a:r>
            <a:endParaRPr sz="2800">
              <a:latin typeface="Calibri"/>
              <a:cs typeface="Calibri"/>
            </a:endParaRPr>
          </a:p>
          <a:p>
            <a:pPr marL="240029" marR="66040" indent="-227329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refer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kind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E2E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0332" y="2258582"/>
            <a:ext cx="4195545" cy="2749271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E2E</a:t>
            </a:r>
            <a:r>
              <a:rPr dirty="0" spc="-225"/>
              <a:t> </a:t>
            </a:r>
            <a:r>
              <a:rPr dirty="0" spc="-195"/>
              <a:t>REST</a:t>
            </a:r>
            <a:r>
              <a:rPr dirty="0" spc="-65"/>
              <a:t> </a:t>
            </a:r>
            <a:r>
              <a:rPr dirty="0" spc="-40"/>
              <a:t>API</a:t>
            </a:r>
            <a:r>
              <a:rPr dirty="0" spc="-170"/>
              <a:t> </a:t>
            </a:r>
            <a:r>
              <a:rPr dirty="0" spc="-160"/>
              <a:t>TESTS:</a:t>
            </a:r>
            <a:r>
              <a:rPr dirty="0" spc="-105"/>
              <a:t> </a:t>
            </a:r>
            <a:r>
              <a:rPr dirty="0" spc="-35"/>
              <a:t>EXAMPLES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82650" y="1565275"/>
          <a:ext cx="10514965" cy="185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5790"/>
                <a:gridCol w="9832975"/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Step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r>
                        <a:rPr dirty="0" sz="1800" spc="-6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Scenario:</a:t>
                      </a:r>
                      <a:r>
                        <a:rPr dirty="0" sz="18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Successful</a:t>
                      </a:r>
                      <a:r>
                        <a:rPr dirty="0" sz="18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login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Send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POST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HTTP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request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/auth</a:t>
                      </a:r>
                      <a:r>
                        <a:rPr dirty="0" sz="1600" spc="-47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800" spc="-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payload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{usr:</a:t>
                      </a:r>
                      <a:r>
                        <a:rPr dirty="0" sz="1600" spc="-6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"gerry",</a:t>
                      </a:r>
                      <a:r>
                        <a:rPr dirty="0" sz="1600" spc="-7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pwd:</a:t>
                      </a:r>
                      <a:r>
                        <a:rPr dirty="0" sz="1600" spc="-6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"sussman"}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1114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Check</a:t>
                      </a:r>
                      <a:r>
                        <a:rPr dirty="0" sz="1800" spc="-5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response</a:t>
                      </a:r>
                      <a:r>
                        <a:rPr dirty="0" sz="18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has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200</a:t>
                      </a:r>
                      <a:r>
                        <a:rPr dirty="0" sz="1600" spc="-5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600" spc="-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OK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1115">
                    <a:solidFill>
                      <a:srgbClr val="00637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Check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returned</a:t>
                      </a:r>
                      <a:r>
                        <a:rPr dirty="0" sz="1800" spc="-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JSON</a:t>
                      </a:r>
                      <a:r>
                        <a:rPr dirty="0" sz="18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{token:</a:t>
                      </a:r>
                      <a:r>
                        <a:rPr dirty="0" sz="1600" spc="-7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string}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1115">
                    <a:solidFill>
                      <a:srgbClr val="004E5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Check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response.token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valid JWT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token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637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82650" y="3721734"/>
          <a:ext cx="10514965" cy="2491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5790"/>
                <a:gridCol w="9832975"/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Step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r>
                        <a:rPr dirty="0" sz="18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– Scenario:</a:t>
                      </a:r>
                      <a:r>
                        <a:rPr dirty="0" sz="18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inserts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8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to-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18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item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Send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POST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HTTP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request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/auth</a:t>
                      </a:r>
                      <a:r>
                        <a:rPr dirty="0" sz="1600" spc="-47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800" spc="-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payload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{usr:</a:t>
                      </a:r>
                      <a:r>
                        <a:rPr dirty="0" sz="1600" spc="-6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"gerry",</a:t>
                      </a:r>
                      <a:r>
                        <a:rPr dirty="0" sz="1600" spc="-7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pwd:</a:t>
                      </a:r>
                      <a:r>
                        <a:rPr dirty="0" sz="1600" spc="-6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"sussman"}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111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Check</a:t>
                      </a:r>
                      <a:r>
                        <a:rPr dirty="0" sz="1800" spc="-8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response</a:t>
                      </a:r>
                      <a:r>
                        <a:rPr dirty="0" sz="18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has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r>
                        <a:rPr dirty="0" sz="18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200</a:t>
                      </a:r>
                      <a:r>
                        <a:rPr dirty="0" sz="1600" spc="-5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OK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then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extract</a:t>
                      </a:r>
                      <a:r>
                        <a:rPr dirty="0" sz="18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save</a:t>
                      </a:r>
                      <a:r>
                        <a:rPr dirty="0" sz="1800" spc="-5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token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response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body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solidFill>
                      <a:srgbClr val="006379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Send</a:t>
                      </a:r>
                      <a:r>
                        <a:rPr dirty="0" sz="1800" spc="-6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POST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HTTP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request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/todos</a:t>
                      </a:r>
                      <a:r>
                        <a:rPr dirty="0" sz="1600" spc="-47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800" spc="-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payload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{todo:</a:t>
                      </a:r>
                      <a:r>
                        <a:rPr dirty="0" sz="1600" spc="-6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"foobar",</a:t>
                      </a:r>
                      <a:r>
                        <a:rPr dirty="0" sz="1600" spc="-7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done:</a:t>
                      </a:r>
                      <a:r>
                        <a:rPr dirty="0" sz="1600" spc="-5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false}</a:t>
                      </a:r>
                      <a:r>
                        <a:rPr dirty="0" sz="1600" spc="-484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authorization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header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set</a:t>
                      </a:r>
                      <a:r>
                        <a:rPr dirty="0" sz="18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«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Bearer</a:t>
                      </a:r>
                      <a:r>
                        <a:rPr dirty="0" sz="1600" spc="-9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&lt;TOKEN&gt;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»,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&lt;TOKEN&gt;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r>
                        <a:rPr dirty="0" sz="18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extracted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Step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4E5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Check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response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has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200</a:t>
                      </a:r>
                      <a:r>
                        <a:rPr dirty="0" sz="1600" spc="-5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600" spc="-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OK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1750">
                    <a:solidFill>
                      <a:srgbClr val="00637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Check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response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body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contains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JSON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properties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{todo:</a:t>
                      </a:r>
                      <a:r>
                        <a:rPr dirty="0" sz="1600" spc="-7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"foobar",</a:t>
                      </a:r>
                      <a:r>
                        <a:rPr dirty="0" sz="1600" spc="-6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done:</a:t>
                      </a:r>
                      <a:r>
                        <a:rPr dirty="0" sz="1600" spc="-7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false}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31750">
                    <a:solidFill>
                      <a:srgbClr val="004E5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E2E</a:t>
            </a:r>
            <a:r>
              <a:rPr dirty="0" spc="-210"/>
              <a:t> </a:t>
            </a:r>
            <a:r>
              <a:rPr dirty="0" spc="-65"/>
              <a:t>WEB</a:t>
            </a:r>
            <a:r>
              <a:rPr dirty="0" spc="-160"/>
              <a:t> </a:t>
            </a:r>
            <a:r>
              <a:rPr dirty="0" spc="-170"/>
              <a:t>TESTS:</a:t>
            </a:r>
            <a:r>
              <a:rPr dirty="0" spc="-90"/>
              <a:t> </a:t>
            </a:r>
            <a:r>
              <a:rPr dirty="0" spc="-35"/>
              <a:t>EXAMPLES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82650" y="1565275"/>
          <a:ext cx="10514965" cy="2593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5790"/>
                <a:gridCol w="9832975"/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Step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r>
                        <a:rPr dirty="0" sz="1800" spc="-6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Scenario:</a:t>
                      </a:r>
                      <a:r>
                        <a:rPr dirty="0" sz="18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Successful</a:t>
                      </a:r>
                      <a:r>
                        <a:rPr dirty="0" sz="18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login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735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Visit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login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735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916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Insert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«gerry»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username</a:t>
                      </a:r>
                      <a:r>
                        <a:rPr dirty="0" sz="18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field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916D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735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Insert</a:t>
                      </a:r>
                      <a:r>
                        <a:rPr dirty="0" sz="1800" spc="-6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«sussman»</a:t>
                      </a:r>
                      <a:r>
                        <a:rPr dirty="0" sz="1800" spc="-5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password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field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735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916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Click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8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«Login»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button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916D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735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Check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8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dirty="0" sz="18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redirected</a:t>
                      </a:r>
                      <a:r>
                        <a:rPr dirty="0" sz="1800" spc="-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homepage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7355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916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Check</a:t>
                      </a:r>
                      <a:r>
                        <a:rPr dirty="0" sz="18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navbar</a:t>
                      </a:r>
                      <a:r>
                        <a:rPr dirty="0" sz="1800" spc="-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contains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«Hi,</a:t>
                      </a:r>
                      <a:r>
                        <a:rPr dirty="0" sz="18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Gerry»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916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82650" y="4336034"/>
          <a:ext cx="10514965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5790"/>
                <a:gridCol w="9832975"/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Step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r>
                        <a:rPr dirty="0" sz="18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800" spc="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Scenario:</a:t>
                      </a:r>
                      <a:r>
                        <a:rPr dirty="0" sz="18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dirty="0" sz="18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inserts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8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to-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18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item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735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Visit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todos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735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916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Insert</a:t>
                      </a:r>
                      <a:r>
                        <a:rPr dirty="0" sz="18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«example»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to-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field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916D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solidFill>
                      <a:srgbClr val="00735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Click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8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«Save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to-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do»</a:t>
                      </a:r>
                      <a:r>
                        <a:rPr dirty="0" sz="18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button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solidFill>
                      <a:srgbClr val="007355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solidFill>
                      <a:srgbClr val="00916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Check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8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«example»</a:t>
                      </a:r>
                      <a:r>
                        <a:rPr dirty="0" sz="18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to-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item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has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been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added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solidFill>
                      <a:srgbClr val="00916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KEY</a:t>
            </a:r>
            <a:r>
              <a:rPr dirty="0" spc="-229"/>
              <a:t> </a:t>
            </a:r>
            <a:r>
              <a:rPr dirty="0" spc="-160"/>
              <a:t>STEPS</a:t>
            </a:r>
            <a:r>
              <a:rPr dirty="0" spc="-105"/>
              <a:t> </a:t>
            </a:r>
            <a:r>
              <a:rPr dirty="0"/>
              <a:t>IN</a:t>
            </a:r>
            <a:r>
              <a:rPr dirty="0" spc="-180"/>
              <a:t> </a:t>
            </a:r>
            <a:r>
              <a:rPr dirty="0" spc="-40"/>
              <a:t>E2E</a:t>
            </a:r>
            <a:r>
              <a:rPr dirty="0" spc="-165"/>
              <a:t> </a:t>
            </a:r>
            <a:r>
              <a:rPr dirty="0" spc="-65"/>
              <a:t>WEB</a:t>
            </a:r>
            <a:r>
              <a:rPr dirty="0" spc="-175"/>
              <a:t> </a:t>
            </a:r>
            <a:r>
              <a:rPr dirty="0" spc="-45"/>
              <a:t>TESTING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853930" cy="83629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Whether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done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manually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automated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fashion,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E2E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testing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basically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follows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pseudocode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listed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hereafter: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577083"/>
            <a:ext cx="10427335" cy="224663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ctr" marR="7450455">
              <a:lnSpc>
                <a:spcPct val="100000"/>
              </a:lnSpc>
              <a:spcBef>
                <a:spcPts val="175"/>
              </a:spcBef>
            </a:pPr>
            <a:r>
              <a:rPr dirty="0" sz="2800" spc="-25" b="1">
                <a:solidFill>
                  <a:srgbClr val="006379"/>
                </a:solidFill>
                <a:latin typeface="Calibri"/>
                <a:cs typeface="Calibri"/>
              </a:rPr>
              <a:t>execute</a:t>
            </a:r>
            <a:r>
              <a:rPr dirty="0" sz="2800" spc="-25">
                <a:latin typeface="Calibri"/>
                <a:cs typeface="Calibri"/>
              </a:rPr>
              <a:t>(test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suite):</a:t>
            </a:r>
            <a:endParaRPr sz="2800">
              <a:latin typeface="Calibri"/>
              <a:cs typeface="Calibri"/>
            </a:endParaRPr>
          </a:p>
          <a:p>
            <a:pPr algn="ctr" marR="4685030">
              <a:lnSpc>
                <a:spcPct val="100000"/>
              </a:lnSpc>
              <a:spcBef>
                <a:spcPts val="5"/>
              </a:spcBef>
            </a:pPr>
            <a:r>
              <a:rPr dirty="0" sz="2800" b="1">
                <a:solidFill>
                  <a:srgbClr val="006379"/>
                </a:solidFill>
                <a:latin typeface="Calibri"/>
                <a:cs typeface="Calibri"/>
              </a:rPr>
              <a:t>foreach</a:t>
            </a:r>
            <a:r>
              <a:rPr dirty="0" sz="2800" spc="-85" b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test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scenario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379"/>
                </a:solidFill>
                <a:latin typeface="Calibri"/>
                <a:cs typeface="Calibri"/>
              </a:rPr>
              <a:t>in</a:t>
            </a:r>
            <a:r>
              <a:rPr dirty="0" sz="2800" spc="-110" b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test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suite:</a:t>
            </a:r>
            <a:endParaRPr sz="2800">
              <a:latin typeface="Calibri"/>
              <a:cs typeface="Calibri"/>
            </a:endParaRPr>
          </a:p>
          <a:p>
            <a:pPr algn="ctr" marR="4748530">
              <a:lnSpc>
                <a:spcPct val="100000"/>
              </a:lnSpc>
            </a:pPr>
            <a:r>
              <a:rPr dirty="0" sz="2800" b="1">
                <a:solidFill>
                  <a:srgbClr val="006379"/>
                </a:solidFill>
                <a:latin typeface="Calibri"/>
                <a:cs typeface="Calibri"/>
              </a:rPr>
              <a:t>foreach</a:t>
            </a:r>
            <a:r>
              <a:rPr dirty="0" sz="2800" spc="-85" b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step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379"/>
                </a:solidFill>
                <a:latin typeface="Calibri"/>
                <a:cs typeface="Calibri"/>
              </a:rPr>
              <a:t>in</a:t>
            </a:r>
            <a:r>
              <a:rPr dirty="0" sz="2800" spc="-110" b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test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scenario:</a:t>
            </a:r>
            <a:endParaRPr sz="2800">
              <a:latin typeface="Calibri"/>
              <a:cs typeface="Calibri"/>
            </a:endParaRPr>
          </a:p>
          <a:p>
            <a:pPr algn="ctr" marR="131445">
              <a:lnSpc>
                <a:spcPct val="100000"/>
              </a:lnSpc>
            </a:pPr>
            <a:r>
              <a:rPr dirty="0" sz="2800" b="1">
                <a:solidFill>
                  <a:srgbClr val="006379"/>
                </a:solidFill>
                <a:latin typeface="Calibri"/>
                <a:cs typeface="Calibri"/>
              </a:rPr>
              <a:t>select</a:t>
            </a:r>
            <a:r>
              <a:rPr dirty="0" sz="2800" spc="-50" b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element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interact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(button,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text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field,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...)</a:t>
            </a:r>
            <a:endParaRPr sz="2800">
              <a:latin typeface="Calibri"/>
              <a:cs typeface="Calibri"/>
            </a:endParaRPr>
          </a:p>
          <a:p>
            <a:pPr algn="ctr" marR="193675">
              <a:lnSpc>
                <a:spcPct val="100000"/>
              </a:lnSpc>
            </a:pPr>
            <a:r>
              <a:rPr dirty="0" sz="2800" spc="-10" b="1">
                <a:solidFill>
                  <a:srgbClr val="006379"/>
                </a:solidFill>
                <a:latin typeface="Calibri"/>
                <a:cs typeface="Calibri"/>
              </a:rPr>
              <a:t>interact</a:t>
            </a:r>
            <a:r>
              <a:rPr dirty="0" sz="2800" spc="-35" b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(click,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fill,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check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some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property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holds,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...)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86967" y="2058923"/>
            <a:ext cx="5131435" cy="4128770"/>
            <a:chOff x="886967" y="2058923"/>
            <a:chExt cx="5131435" cy="4128770"/>
          </a:xfrm>
        </p:grpSpPr>
        <p:sp>
          <p:nvSpPr>
            <p:cNvPr id="3" name="object 3" descr=""/>
            <p:cNvSpPr/>
            <p:nvPr/>
          </p:nvSpPr>
          <p:spPr>
            <a:xfrm>
              <a:off x="886967" y="2058923"/>
              <a:ext cx="5131435" cy="4128770"/>
            </a:xfrm>
            <a:custGeom>
              <a:avLst/>
              <a:gdLst/>
              <a:ahLst/>
              <a:cxnLst/>
              <a:rect l="l" t="t" r="r" b="b"/>
              <a:pathLst>
                <a:path w="5131435" h="4128770">
                  <a:moveTo>
                    <a:pt x="4443222" y="0"/>
                  </a:moveTo>
                  <a:lnTo>
                    <a:pt x="688085" y="0"/>
                  </a:lnTo>
                  <a:lnTo>
                    <a:pt x="640976" y="1587"/>
                  </a:lnTo>
                  <a:lnTo>
                    <a:pt x="594718" y="6282"/>
                  </a:lnTo>
                  <a:lnTo>
                    <a:pt x="549415" y="13980"/>
                  </a:lnTo>
                  <a:lnTo>
                    <a:pt x="505168" y="24581"/>
                  </a:lnTo>
                  <a:lnTo>
                    <a:pt x="462081" y="37981"/>
                  </a:lnTo>
                  <a:lnTo>
                    <a:pt x="420256" y="54078"/>
                  </a:lnTo>
                  <a:lnTo>
                    <a:pt x="379794" y="72769"/>
                  </a:lnTo>
                  <a:lnTo>
                    <a:pt x="340800" y="93951"/>
                  </a:lnTo>
                  <a:lnTo>
                    <a:pt x="303374" y="117523"/>
                  </a:lnTo>
                  <a:lnTo>
                    <a:pt x="267621" y="143382"/>
                  </a:lnTo>
                  <a:lnTo>
                    <a:pt x="233642" y="171424"/>
                  </a:lnTo>
                  <a:lnTo>
                    <a:pt x="201539" y="201549"/>
                  </a:lnTo>
                  <a:lnTo>
                    <a:pt x="171416" y="233652"/>
                  </a:lnTo>
                  <a:lnTo>
                    <a:pt x="143374" y="267632"/>
                  </a:lnTo>
                  <a:lnTo>
                    <a:pt x="117516" y="303386"/>
                  </a:lnTo>
                  <a:lnTo>
                    <a:pt x="93946" y="340811"/>
                  </a:lnTo>
                  <a:lnTo>
                    <a:pt x="72764" y="379805"/>
                  </a:lnTo>
                  <a:lnTo>
                    <a:pt x="54074" y="420266"/>
                  </a:lnTo>
                  <a:lnTo>
                    <a:pt x="37978" y="462091"/>
                  </a:lnTo>
                  <a:lnTo>
                    <a:pt x="24579" y="505177"/>
                  </a:lnTo>
                  <a:lnTo>
                    <a:pt x="13979" y="549422"/>
                  </a:lnTo>
                  <a:lnTo>
                    <a:pt x="6281" y="594724"/>
                  </a:lnTo>
                  <a:lnTo>
                    <a:pt x="1587" y="640979"/>
                  </a:lnTo>
                  <a:lnTo>
                    <a:pt x="0" y="688086"/>
                  </a:lnTo>
                  <a:lnTo>
                    <a:pt x="0" y="4128516"/>
                  </a:lnTo>
                  <a:lnTo>
                    <a:pt x="5131308" y="4128516"/>
                  </a:lnTo>
                  <a:lnTo>
                    <a:pt x="5131308" y="688086"/>
                  </a:lnTo>
                  <a:lnTo>
                    <a:pt x="5129720" y="640979"/>
                  </a:lnTo>
                  <a:lnTo>
                    <a:pt x="5125025" y="594724"/>
                  </a:lnTo>
                  <a:lnTo>
                    <a:pt x="5117327" y="549422"/>
                  </a:lnTo>
                  <a:lnTo>
                    <a:pt x="5106726" y="505177"/>
                  </a:lnTo>
                  <a:lnTo>
                    <a:pt x="5093326" y="462091"/>
                  </a:lnTo>
                  <a:lnTo>
                    <a:pt x="5077229" y="420266"/>
                  </a:lnTo>
                  <a:lnTo>
                    <a:pt x="5058538" y="379805"/>
                  </a:lnTo>
                  <a:lnTo>
                    <a:pt x="5037356" y="340811"/>
                  </a:lnTo>
                  <a:lnTo>
                    <a:pt x="5013784" y="303386"/>
                  </a:lnTo>
                  <a:lnTo>
                    <a:pt x="4987925" y="267632"/>
                  </a:lnTo>
                  <a:lnTo>
                    <a:pt x="4959883" y="233652"/>
                  </a:lnTo>
                  <a:lnTo>
                    <a:pt x="4929758" y="201549"/>
                  </a:lnTo>
                  <a:lnTo>
                    <a:pt x="4897655" y="171424"/>
                  </a:lnTo>
                  <a:lnTo>
                    <a:pt x="4863675" y="143382"/>
                  </a:lnTo>
                  <a:lnTo>
                    <a:pt x="4827921" y="117523"/>
                  </a:lnTo>
                  <a:lnTo>
                    <a:pt x="4790496" y="93951"/>
                  </a:lnTo>
                  <a:lnTo>
                    <a:pt x="4751502" y="72769"/>
                  </a:lnTo>
                  <a:lnTo>
                    <a:pt x="4711041" y="54078"/>
                  </a:lnTo>
                  <a:lnTo>
                    <a:pt x="4669216" y="37981"/>
                  </a:lnTo>
                  <a:lnTo>
                    <a:pt x="4626130" y="24581"/>
                  </a:lnTo>
                  <a:lnTo>
                    <a:pt x="4581885" y="13980"/>
                  </a:lnTo>
                  <a:lnTo>
                    <a:pt x="4536583" y="6282"/>
                  </a:lnTo>
                  <a:lnTo>
                    <a:pt x="4490328" y="1587"/>
                  </a:lnTo>
                  <a:lnTo>
                    <a:pt x="4443222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6060" y="2307335"/>
              <a:ext cx="1374648" cy="137464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766060" y="2307335"/>
              <a:ext cx="1374775" cy="1374775"/>
            </a:xfrm>
            <a:custGeom>
              <a:avLst/>
              <a:gdLst/>
              <a:ahLst/>
              <a:cxnLst/>
              <a:rect l="l" t="t" r="r" b="b"/>
              <a:pathLst>
                <a:path w="1374775" h="1374775">
                  <a:moveTo>
                    <a:pt x="0" y="687324"/>
                  </a:moveTo>
                  <a:lnTo>
                    <a:pt x="1585" y="640265"/>
                  </a:lnTo>
                  <a:lnTo>
                    <a:pt x="6274" y="594057"/>
                  </a:lnTo>
                  <a:lnTo>
                    <a:pt x="13963" y="548802"/>
                  </a:lnTo>
                  <a:lnTo>
                    <a:pt x="24551" y="504604"/>
                  </a:lnTo>
                  <a:lnTo>
                    <a:pt x="37935" y="461564"/>
                  </a:lnTo>
                  <a:lnTo>
                    <a:pt x="54012" y="419784"/>
                  </a:lnTo>
                  <a:lnTo>
                    <a:pt x="72681" y="379367"/>
                  </a:lnTo>
                  <a:lnTo>
                    <a:pt x="93838" y="340416"/>
                  </a:lnTo>
                  <a:lnTo>
                    <a:pt x="117382" y="303032"/>
                  </a:lnTo>
                  <a:lnTo>
                    <a:pt x="143211" y="267318"/>
                  </a:lnTo>
                  <a:lnTo>
                    <a:pt x="171221" y="233377"/>
                  </a:lnTo>
                  <a:lnTo>
                    <a:pt x="201310" y="201310"/>
                  </a:lnTo>
                  <a:lnTo>
                    <a:pt x="233377" y="171221"/>
                  </a:lnTo>
                  <a:lnTo>
                    <a:pt x="267318" y="143211"/>
                  </a:lnTo>
                  <a:lnTo>
                    <a:pt x="303032" y="117382"/>
                  </a:lnTo>
                  <a:lnTo>
                    <a:pt x="340416" y="93838"/>
                  </a:lnTo>
                  <a:lnTo>
                    <a:pt x="379367" y="72681"/>
                  </a:lnTo>
                  <a:lnTo>
                    <a:pt x="419784" y="54012"/>
                  </a:lnTo>
                  <a:lnTo>
                    <a:pt x="461564" y="37935"/>
                  </a:lnTo>
                  <a:lnTo>
                    <a:pt x="504604" y="24551"/>
                  </a:lnTo>
                  <a:lnTo>
                    <a:pt x="548802" y="13963"/>
                  </a:lnTo>
                  <a:lnTo>
                    <a:pt x="594057" y="6274"/>
                  </a:lnTo>
                  <a:lnTo>
                    <a:pt x="640265" y="1585"/>
                  </a:lnTo>
                  <a:lnTo>
                    <a:pt x="687324" y="0"/>
                  </a:lnTo>
                  <a:lnTo>
                    <a:pt x="734382" y="1585"/>
                  </a:lnTo>
                  <a:lnTo>
                    <a:pt x="780590" y="6274"/>
                  </a:lnTo>
                  <a:lnTo>
                    <a:pt x="825845" y="13963"/>
                  </a:lnTo>
                  <a:lnTo>
                    <a:pt x="870043" y="24551"/>
                  </a:lnTo>
                  <a:lnTo>
                    <a:pt x="913083" y="37935"/>
                  </a:lnTo>
                  <a:lnTo>
                    <a:pt x="954863" y="54012"/>
                  </a:lnTo>
                  <a:lnTo>
                    <a:pt x="995280" y="72681"/>
                  </a:lnTo>
                  <a:lnTo>
                    <a:pt x="1034231" y="93838"/>
                  </a:lnTo>
                  <a:lnTo>
                    <a:pt x="1071615" y="117382"/>
                  </a:lnTo>
                  <a:lnTo>
                    <a:pt x="1107329" y="143211"/>
                  </a:lnTo>
                  <a:lnTo>
                    <a:pt x="1141270" y="171221"/>
                  </a:lnTo>
                  <a:lnTo>
                    <a:pt x="1173337" y="201310"/>
                  </a:lnTo>
                  <a:lnTo>
                    <a:pt x="1203426" y="233377"/>
                  </a:lnTo>
                  <a:lnTo>
                    <a:pt x="1231436" y="267318"/>
                  </a:lnTo>
                  <a:lnTo>
                    <a:pt x="1257265" y="303032"/>
                  </a:lnTo>
                  <a:lnTo>
                    <a:pt x="1280809" y="340416"/>
                  </a:lnTo>
                  <a:lnTo>
                    <a:pt x="1301966" y="379367"/>
                  </a:lnTo>
                  <a:lnTo>
                    <a:pt x="1320635" y="419784"/>
                  </a:lnTo>
                  <a:lnTo>
                    <a:pt x="1336712" y="461564"/>
                  </a:lnTo>
                  <a:lnTo>
                    <a:pt x="1350096" y="504604"/>
                  </a:lnTo>
                  <a:lnTo>
                    <a:pt x="1360684" y="548802"/>
                  </a:lnTo>
                  <a:lnTo>
                    <a:pt x="1368373" y="594057"/>
                  </a:lnTo>
                  <a:lnTo>
                    <a:pt x="1373062" y="640265"/>
                  </a:lnTo>
                  <a:lnTo>
                    <a:pt x="1374648" y="687324"/>
                  </a:lnTo>
                  <a:lnTo>
                    <a:pt x="1373062" y="734382"/>
                  </a:lnTo>
                  <a:lnTo>
                    <a:pt x="1368373" y="780590"/>
                  </a:lnTo>
                  <a:lnTo>
                    <a:pt x="1360684" y="825845"/>
                  </a:lnTo>
                  <a:lnTo>
                    <a:pt x="1350096" y="870043"/>
                  </a:lnTo>
                  <a:lnTo>
                    <a:pt x="1336712" y="913083"/>
                  </a:lnTo>
                  <a:lnTo>
                    <a:pt x="1320635" y="954863"/>
                  </a:lnTo>
                  <a:lnTo>
                    <a:pt x="1301966" y="995280"/>
                  </a:lnTo>
                  <a:lnTo>
                    <a:pt x="1280809" y="1034231"/>
                  </a:lnTo>
                  <a:lnTo>
                    <a:pt x="1257265" y="1071615"/>
                  </a:lnTo>
                  <a:lnTo>
                    <a:pt x="1231436" y="1107329"/>
                  </a:lnTo>
                  <a:lnTo>
                    <a:pt x="1203426" y="1141270"/>
                  </a:lnTo>
                  <a:lnTo>
                    <a:pt x="1173337" y="1173337"/>
                  </a:lnTo>
                  <a:lnTo>
                    <a:pt x="1141270" y="1203426"/>
                  </a:lnTo>
                  <a:lnTo>
                    <a:pt x="1107329" y="1231436"/>
                  </a:lnTo>
                  <a:lnTo>
                    <a:pt x="1071615" y="1257265"/>
                  </a:lnTo>
                  <a:lnTo>
                    <a:pt x="1034231" y="1280809"/>
                  </a:lnTo>
                  <a:lnTo>
                    <a:pt x="995280" y="1301966"/>
                  </a:lnTo>
                  <a:lnTo>
                    <a:pt x="954863" y="1320635"/>
                  </a:lnTo>
                  <a:lnTo>
                    <a:pt x="913083" y="1336712"/>
                  </a:lnTo>
                  <a:lnTo>
                    <a:pt x="870043" y="1350096"/>
                  </a:lnTo>
                  <a:lnTo>
                    <a:pt x="825845" y="1360684"/>
                  </a:lnTo>
                  <a:lnTo>
                    <a:pt x="780590" y="1368373"/>
                  </a:lnTo>
                  <a:lnTo>
                    <a:pt x="734382" y="1373062"/>
                  </a:lnTo>
                  <a:lnTo>
                    <a:pt x="687324" y="1374647"/>
                  </a:lnTo>
                  <a:lnTo>
                    <a:pt x="640265" y="1373062"/>
                  </a:lnTo>
                  <a:lnTo>
                    <a:pt x="594057" y="1368373"/>
                  </a:lnTo>
                  <a:lnTo>
                    <a:pt x="548802" y="1360684"/>
                  </a:lnTo>
                  <a:lnTo>
                    <a:pt x="504604" y="1350096"/>
                  </a:lnTo>
                  <a:lnTo>
                    <a:pt x="461564" y="1336712"/>
                  </a:lnTo>
                  <a:lnTo>
                    <a:pt x="419784" y="1320635"/>
                  </a:lnTo>
                  <a:lnTo>
                    <a:pt x="379367" y="1301966"/>
                  </a:lnTo>
                  <a:lnTo>
                    <a:pt x="340416" y="1280809"/>
                  </a:lnTo>
                  <a:lnTo>
                    <a:pt x="303032" y="1257265"/>
                  </a:lnTo>
                  <a:lnTo>
                    <a:pt x="267318" y="1231436"/>
                  </a:lnTo>
                  <a:lnTo>
                    <a:pt x="233377" y="1203426"/>
                  </a:lnTo>
                  <a:lnTo>
                    <a:pt x="201310" y="1173337"/>
                  </a:lnTo>
                  <a:lnTo>
                    <a:pt x="171221" y="1141270"/>
                  </a:lnTo>
                  <a:lnTo>
                    <a:pt x="143211" y="1107329"/>
                  </a:lnTo>
                  <a:lnTo>
                    <a:pt x="117382" y="1071615"/>
                  </a:lnTo>
                  <a:lnTo>
                    <a:pt x="93838" y="1034231"/>
                  </a:lnTo>
                  <a:lnTo>
                    <a:pt x="72681" y="995280"/>
                  </a:lnTo>
                  <a:lnTo>
                    <a:pt x="54012" y="954863"/>
                  </a:lnTo>
                  <a:lnTo>
                    <a:pt x="37935" y="913083"/>
                  </a:lnTo>
                  <a:lnTo>
                    <a:pt x="24551" y="870043"/>
                  </a:lnTo>
                  <a:lnTo>
                    <a:pt x="13963" y="825845"/>
                  </a:lnTo>
                  <a:lnTo>
                    <a:pt x="6274" y="780590"/>
                  </a:lnTo>
                  <a:lnTo>
                    <a:pt x="1585" y="734382"/>
                  </a:lnTo>
                  <a:lnTo>
                    <a:pt x="0" y="6873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962050" y="3730611"/>
            <a:ext cx="4820920" cy="269113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337945">
              <a:lnSpc>
                <a:spcPct val="100000"/>
              </a:lnSpc>
              <a:spcBef>
                <a:spcPts val="800"/>
              </a:spcBef>
            </a:pPr>
            <a:r>
              <a:rPr dirty="0" sz="2300" b="1">
                <a:solidFill>
                  <a:srgbClr val="FFFFFF"/>
                </a:solidFill>
                <a:latin typeface="Calibri"/>
                <a:cs typeface="Calibri"/>
              </a:rPr>
              <a:t>Manual</a:t>
            </a:r>
            <a:r>
              <a:rPr dirty="0" sz="23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b="1">
                <a:solidFill>
                  <a:srgbClr val="FFFFFF"/>
                </a:solidFill>
                <a:latin typeface="Calibri"/>
                <a:cs typeface="Calibri"/>
              </a:rPr>
              <a:t>E2E</a:t>
            </a:r>
            <a:r>
              <a:rPr dirty="0" sz="23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-10" b="1">
                <a:solidFill>
                  <a:srgbClr val="FFFFFF"/>
                </a:solidFill>
                <a:latin typeface="Calibri"/>
                <a:cs typeface="Calibri"/>
              </a:rPr>
              <a:t>Testing</a:t>
            </a:r>
            <a:endParaRPr sz="2300">
              <a:latin typeface="Calibri"/>
              <a:cs typeface="Calibri"/>
            </a:endParaRPr>
          </a:p>
          <a:p>
            <a:pPr marL="342265" marR="5080" indent="-227329">
              <a:lnSpc>
                <a:spcPts val="2640"/>
              </a:lnSpc>
              <a:spcBef>
                <a:spcPts val="1015"/>
              </a:spcBef>
              <a:buChar char="•"/>
              <a:tabLst>
                <a:tab pos="344170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Human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testers</a:t>
            </a:r>
            <a:r>
              <a:rPr dirty="0" sz="24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given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script 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detailed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list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steps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follow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replicate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scenarios</a:t>
            </a:r>
            <a:endParaRPr sz="2400">
              <a:latin typeface="Calibri"/>
              <a:cs typeface="Calibri"/>
            </a:endParaRPr>
          </a:p>
          <a:p>
            <a:pPr marL="342265" marR="124460" indent="-227329">
              <a:lnSpc>
                <a:spcPts val="2640"/>
              </a:lnSpc>
              <a:spcBef>
                <a:spcPts val="434"/>
              </a:spcBef>
              <a:buChar char="•"/>
              <a:tabLst>
                <a:tab pos="344170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They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follow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replicate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script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4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step,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reporting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issue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2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12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11F35"/>
                </a:solidFill>
                <a:latin typeface="Calibri"/>
                <a:cs typeface="Calibri"/>
              </a:rPr>
              <a:t>images</a:t>
            </a:r>
            <a:r>
              <a:rPr dirty="0" sz="1200" spc="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12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12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11F35"/>
                </a:solidFill>
                <a:latin typeface="Calibri"/>
                <a:cs typeface="Calibri"/>
              </a:rPr>
              <a:t>slide</a:t>
            </a:r>
            <a:r>
              <a:rPr dirty="0" sz="1200" spc="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1200" spc="-10">
                <a:solidFill>
                  <a:srgbClr val="111F35"/>
                </a:solidFill>
                <a:latin typeface="Calibri"/>
                <a:cs typeface="Calibri"/>
              </a:rPr>
              <a:t> AI-generated</a:t>
            </a:r>
            <a:r>
              <a:rPr dirty="0" sz="12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11F35"/>
                </a:solidFill>
                <a:latin typeface="Calibri"/>
                <a:cs typeface="Calibri"/>
              </a:rPr>
              <a:t>(by</a:t>
            </a:r>
            <a:r>
              <a:rPr dirty="0" sz="12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11F35"/>
                </a:solidFill>
                <a:latin typeface="Calibri"/>
                <a:cs typeface="Calibri"/>
              </a:rPr>
              <a:t>DALL-</a:t>
            </a:r>
            <a:r>
              <a:rPr dirty="0" sz="1200">
                <a:solidFill>
                  <a:srgbClr val="111F35"/>
                </a:solidFill>
                <a:latin typeface="Calibri"/>
                <a:cs typeface="Calibri"/>
              </a:rPr>
              <a:t>E</a:t>
            </a:r>
            <a:r>
              <a:rPr dirty="0" sz="1200" spc="-25">
                <a:solidFill>
                  <a:srgbClr val="111F35"/>
                </a:solidFill>
                <a:latin typeface="Calibri"/>
                <a:cs typeface="Calibri"/>
              </a:rPr>
              <a:t> 3)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6173723" y="2058923"/>
            <a:ext cx="5131435" cy="4128770"/>
          </a:xfrm>
          <a:custGeom>
            <a:avLst/>
            <a:gdLst/>
            <a:ahLst/>
            <a:cxnLst/>
            <a:rect l="l" t="t" r="r" b="b"/>
            <a:pathLst>
              <a:path w="5131434" h="4128770">
                <a:moveTo>
                  <a:pt x="4443222" y="0"/>
                </a:moveTo>
                <a:lnTo>
                  <a:pt x="688085" y="0"/>
                </a:lnTo>
                <a:lnTo>
                  <a:pt x="640979" y="1587"/>
                </a:lnTo>
                <a:lnTo>
                  <a:pt x="594724" y="6282"/>
                </a:lnTo>
                <a:lnTo>
                  <a:pt x="549422" y="13980"/>
                </a:lnTo>
                <a:lnTo>
                  <a:pt x="505177" y="24581"/>
                </a:lnTo>
                <a:lnTo>
                  <a:pt x="462091" y="37981"/>
                </a:lnTo>
                <a:lnTo>
                  <a:pt x="420266" y="54078"/>
                </a:lnTo>
                <a:lnTo>
                  <a:pt x="379805" y="72769"/>
                </a:lnTo>
                <a:lnTo>
                  <a:pt x="340811" y="93951"/>
                </a:lnTo>
                <a:lnTo>
                  <a:pt x="303386" y="117523"/>
                </a:lnTo>
                <a:lnTo>
                  <a:pt x="267632" y="143382"/>
                </a:lnTo>
                <a:lnTo>
                  <a:pt x="233652" y="171424"/>
                </a:lnTo>
                <a:lnTo>
                  <a:pt x="201549" y="201549"/>
                </a:lnTo>
                <a:lnTo>
                  <a:pt x="171424" y="233652"/>
                </a:lnTo>
                <a:lnTo>
                  <a:pt x="143382" y="267632"/>
                </a:lnTo>
                <a:lnTo>
                  <a:pt x="117523" y="303386"/>
                </a:lnTo>
                <a:lnTo>
                  <a:pt x="93951" y="340811"/>
                </a:lnTo>
                <a:lnTo>
                  <a:pt x="72769" y="379805"/>
                </a:lnTo>
                <a:lnTo>
                  <a:pt x="54078" y="420266"/>
                </a:lnTo>
                <a:lnTo>
                  <a:pt x="37981" y="462091"/>
                </a:lnTo>
                <a:lnTo>
                  <a:pt x="24581" y="505177"/>
                </a:lnTo>
                <a:lnTo>
                  <a:pt x="13980" y="549422"/>
                </a:lnTo>
                <a:lnTo>
                  <a:pt x="6282" y="594724"/>
                </a:lnTo>
                <a:lnTo>
                  <a:pt x="1587" y="640979"/>
                </a:lnTo>
                <a:lnTo>
                  <a:pt x="0" y="688086"/>
                </a:lnTo>
                <a:lnTo>
                  <a:pt x="0" y="4128516"/>
                </a:lnTo>
                <a:lnTo>
                  <a:pt x="5131308" y="4128516"/>
                </a:lnTo>
                <a:lnTo>
                  <a:pt x="5131308" y="688086"/>
                </a:lnTo>
                <a:lnTo>
                  <a:pt x="5129720" y="640979"/>
                </a:lnTo>
                <a:lnTo>
                  <a:pt x="5125025" y="594724"/>
                </a:lnTo>
                <a:lnTo>
                  <a:pt x="5117327" y="549422"/>
                </a:lnTo>
                <a:lnTo>
                  <a:pt x="5106726" y="505177"/>
                </a:lnTo>
                <a:lnTo>
                  <a:pt x="5093326" y="462091"/>
                </a:lnTo>
                <a:lnTo>
                  <a:pt x="5077229" y="420266"/>
                </a:lnTo>
                <a:lnTo>
                  <a:pt x="5058538" y="379805"/>
                </a:lnTo>
                <a:lnTo>
                  <a:pt x="5037356" y="340811"/>
                </a:lnTo>
                <a:lnTo>
                  <a:pt x="5013784" y="303386"/>
                </a:lnTo>
                <a:lnTo>
                  <a:pt x="4987925" y="267632"/>
                </a:lnTo>
                <a:lnTo>
                  <a:pt x="4959883" y="233652"/>
                </a:lnTo>
                <a:lnTo>
                  <a:pt x="4929758" y="201549"/>
                </a:lnTo>
                <a:lnTo>
                  <a:pt x="4897655" y="171424"/>
                </a:lnTo>
                <a:lnTo>
                  <a:pt x="4863675" y="143382"/>
                </a:lnTo>
                <a:lnTo>
                  <a:pt x="4827921" y="117523"/>
                </a:lnTo>
                <a:lnTo>
                  <a:pt x="4790496" y="93951"/>
                </a:lnTo>
                <a:lnTo>
                  <a:pt x="4751502" y="72769"/>
                </a:lnTo>
                <a:lnTo>
                  <a:pt x="4711041" y="54078"/>
                </a:lnTo>
                <a:lnTo>
                  <a:pt x="4669216" y="37981"/>
                </a:lnTo>
                <a:lnTo>
                  <a:pt x="4626130" y="24581"/>
                </a:lnTo>
                <a:lnTo>
                  <a:pt x="4581885" y="13980"/>
                </a:lnTo>
                <a:lnTo>
                  <a:pt x="4536583" y="6282"/>
                </a:lnTo>
                <a:lnTo>
                  <a:pt x="4490328" y="1587"/>
                </a:lnTo>
                <a:lnTo>
                  <a:pt x="4443222" y="0"/>
                </a:lnTo>
                <a:close/>
              </a:path>
            </a:pathLst>
          </a:custGeom>
          <a:solidFill>
            <a:srgbClr val="006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337553" y="3730611"/>
            <a:ext cx="4518660" cy="231965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720850">
              <a:lnSpc>
                <a:spcPct val="100000"/>
              </a:lnSpc>
              <a:spcBef>
                <a:spcPts val="800"/>
              </a:spcBef>
            </a:pPr>
            <a:r>
              <a:rPr dirty="0" sz="2300" spc="-10" b="1">
                <a:solidFill>
                  <a:srgbClr val="FFFFFF"/>
                </a:solidFill>
                <a:latin typeface="Calibri"/>
                <a:cs typeface="Calibri"/>
              </a:rPr>
              <a:t>Automated</a:t>
            </a:r>
            <a:endParaRPr sz="2300">
              <a:latin typeface="Calibri"/>
              <a:cs typeface="Calibri"/>
            </a:endParaRPr>
          </a:p>
          <a:p>
            <a:pPr marL="240029" indent="-227329">
              <a:lnSpc>
                <a:spcPts val="2760"/>
              </a:lnSpc>
              <a:spcBef>
                <a:spcPts val="730"/>
              </a:spcBef>
              <a:buChar char="•"/>
              <a:tabLst>
                <a:tab pos="240029" algn="l"/>
              </a:tabLst>
            </a:pP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Testers</a:t>
            </a:r>
            <a:r>
              <a:rPr dirty="0" sz="24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develop</a:t>
            </a:r>
            <a:r>
              <a:rPr dirty="0" sz="24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dirty="0" sz="24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640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(test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suites)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automatically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60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simulate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scenarios</a:t>
            </a:r>
            <a:endParaRPr sz="2400">
              <a:latin typeface="Calibri"/>
              <a:cs typeface="Calibri"/>
            </a:endParaRPr>
          </a:p>
          <a:p>
            <a:pPr marL="240029" marR="566420" indent="-227329">
              <a:lnSpc>
                <a:spcPts val="2640"/>
              </a:lnSpc>
              <a:spcBef>
                <a:spcPts val="480"/>
              </a:spcBef>
              <a:buChar char="•"/>
              <a:tabLst>
                <a:tab pos="241300" algn="l"/>
              </a:tabLst>
            </a:pP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suites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re-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executed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times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8044942" y="2300985"/>
            <a:ext cx="1387475" cy="1387475"/>
            <a:chOff x="8044942" y="2300985"/>
            <a:chExt cx="1387475" cy="1387475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51292" y="2307335"/>
              <a:ext cx="1374648" cy="1374647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8051292" y="2307335"/>
              <a:ext cx="1374775" cy="1374775"/>
            </a:xfrm>
            <a:custGeom>
              <a:avLst/>
              <a:gdLst/>
              <a:ahLst/>
              <a:cxnLst/>
              <a:rect l="l" t="t" r="r" b="b"/>
              <a:pathLst>
                <a:path w="1374775" h="1374775">
                  <a:moveTo>
                    <a:pt x="0" y="687324"/>
                  </a:moveTo>
                  <a:lnTo>
                    <a:pt x="1585" y="640265"/>
                  </a:lnTo>
                  <a:lnTo>
                    <a:pt x="6274" y="594057"/>
                  </a:lnTo>
                  <a:lnTo>
                    <a:pt x="13963" y="548802"/>
                  </a:lnTo>
                  <a:lnTo>
                    <a:pt x="24551" y="504604"/>
                  </a:lnTo>
                  <a:lnTo>
                    <a:pt x="37935" y="461564"/>
                  </a:lnTo>
                  <a:lnTo>
                    <a:pt x="54012" y="419784"/>
                  </a:lnTo>
                  <a:lnTo>
                    <a:pt x="72681" y="379367"/>
                  </a:lnTo>
                  <a:lnTo>
                    <a:pt x="93838" y="340416"/>
                  </a:lnTo>
                  <a:lnTo>
                    <a:pt x="117382" y="303032"/>
                  </a:lnTo>
                  <a:lnTo>
                    <a:pt x="143211" y="267318"/>
                  </a:lnTo>
                  <a:lnTo>
                    <a:pt x="171221" y="233377"/>
                  </a:lnTo>
                  <a:lnTo>
                    <a:pt x="201310" y="201310"/>
                  </a:lnTo>
                  <a:lnTo>
                    <a:pt x="233377" y="171221"/>
                  </a:lnTo>
                  <a:lnTo>
                    <a:pt x="267318" y="143211"/>
                  </a:lnTo>
                  <a:lnTo>
                    <a:pt x="303032" y="117382"/>
                  </a:lnTo>
                  <a:lnTo>
                    <a:pt x="340416" y="93838"/>
                  </a:lnTo>
                  <a:lnTo>
                    <a:pt x="379367" y="72681"/>
                  </a:lnTo>
                  <a:lnTo>
                    <a:pt x="419784" y="54012"/>
                  </a:lnTo>
                  <a:lnTo>
                    <a:pt x="461564" y="37935"/>
                  </a:lnTo>
                  <a:lnTo>
                    <a:pt x="504604" y="24551"/>
                  </a:lnTo>
                  <a:lnTo>
                    <a:pt x="548802" y="13963"/>
                  </a:lnTo>
                  <a:lnTo>
                    <a:pt x="594057" y="6274"/>
                  </a:lnTo>
                  <a:lnTo>
                    <a:pt x="640265" y="1585"/>
                  </a:lnTo>
                  <a:lnTo>
                    <a:pt x="687324" y="0"/>
                  </a:lnTo>
                  <a:lnTo>
                    <a:pt x="734382" y="1585"/>
                  </a:lnTo>
                  <a:lnTo>
                    <a:pt x="780590" y="6274"/>
                  </a:lnTo>
                  <a:lnTo>
                    <a:pt x="825845" y="13963"/>
                  </a:lnTo>
                  <a:lnTo>
                    <a:pt x="870043" y="24551"/>
                  </a:lnTo>
                  <a:lnTo>
                    <a:pt x="913083" y="37935"/>
                  </a:lnTo>
                  <a:lnTo>
                    <a:pt x="954863" y="54012"/>
                  </a:lnTo>
                  <a:lnTo>
                    <a:pt x="995280" y="72681"/>
                  </a:lnTo>
                  <a:lnTo>
                    <a:pt x="1034231" y="93838"/>
                  </a:lnTo>
                  <a:lnTo>
                    <a:pt x="1071615" y="117382"/>
                  </a:lnTo>
                  <a:lnTo>
                    <a:pt x="1107329" y="143211"/>
                  </a:lnTo>
                  <a:lnTo>
                    <a:pt x="1141270" y="171221"/>
                  </a:lnTo>
                  <a:lnTo>
                    <a:pt x="1173337" y="201310"/>
                  </a:lnTo>
                  <a:lnTo>
                    <a:pt x="1203426" y="233377"/>
                  </a:lnTo>
                  <a:lnTo>
                    <a:pt x="1231436" y="267318"/>
                  </a:lnTo>
                  <a:lnTo>
                    <a:pt x="1257265" y="303032"/>
                  </a:lnTo>
                  <a:lnTo>
                    <a:pt x="1280809" y="340416"/>
                  </a:lnTo>
                  <a:lnTo>
                    <a:pt x="1301966" y="379367"/>
                  </a:lnTo>
                  <a:lnTo>
                    <a:pt x="1320635" y="419784"/>
                  </a:lnTo>
                  <a:lnTo>
                    <a:pt x="1336712" y="461564"/>
                  </a:lnTo>
                  <a:lnTo>
                    <a:pt x="1350096" y="504604"/>
                  </a:lnTo>
                  <a:lnTo>
                    <a:pt x="1360684" y="548802"/>
                  </a:lnTo>
                  <a:lnTo>
                    <a:pt x="1368373" y="594057"/>
                  </a:lnTo>
                  <a:lnTo>
                    <a:pt x="1373062" y="640265"/>
                  </a:lnTo>
                  <a:lnTo>
                    <a:pt x="1374648" y="687324"/>
                  </a:lnTo>
                  <a:lnTo>
                    <a:pt x="1373062" y="734382"/>
                  </a:lnTo>
                  <a:lnTo>
                    <a:pt x="1368373" y="780590"/>
                  </a:lnTo>
                  <a:lnTo>
                    <a:pt x="1360684" y="825845"/>
                  </a:lnTo>
                  <a:lnTo>
                    <a:pt x="1350096" y="870043"/>
                  </a:lnTo>
                  <a:lnTo>
                    <a:pt x="1336712" y="913083"/>
                  </a:lnTo>
                  <a:lnTo>
                    <a:pt x="1320635" y="954863"/>
                  </a:lnTo>
                  <a:lnTo>
                    <a:pt x="1301966" y="995280"/>
                  </a:lnTo>
                  <a:lnTo>
                    <a:pt x="1280809" y="1034231"/>
                  </a:lnTo>
                  <a:lnTo>
                    <a:pt x="1257265" y="1071615"/>
                  </a:lnTo>
                  <a:lnTo>
                    <a:pt x="1231436" y="1107329"/>
                  </a:lnTo>
                  <a:lnTo>
                    <a:pt x="1203426" y="1141270"/>
                  </a:lnTo>
                  <a:lnTo>
                    <a:pt x="1173337" y="1173337"/>
                  </a:lnTo>
                  <a:lnTo>
                    <a:pt x="1141270" y="1203426"/>
                  </a:lnTo>
                  <a:lnTo>
                    <a:pt x="1107329" y="1231436"/>
                  </a:lnTo>
                  <a:lnTo>
                    <a:pt x="1071615" y="1257265"/>
                  </a:lnTo>
                  <a:lnTo>
                    <a:pt x="1034231" y="1280809"/>
                  </a:lnTo>
                  <a:lnTo>
                    <a:pt x="995280" y="1301966"/>
                  </a:lnTo>
                  <a:lnTo>
                    <a:pt x="954863" y="1320635"/>
                  </a:lnTo>
                  <a:lnTo>
                    <a:pt x="913083" y="1336712"/>
                  </a:lnTo>
                  <a:lnTo>
                    <a:pt x="870043" y="1350096"/>
                  </a:lnTo>
                  <a:lnTo>
                    <a:pt x="825845" y="1360684"/>
                  </a:lnTo>
                  <a:lnTo>
                    <a:pt x="780590" y="1368373"/>
                  </a:lnTo>
                  <a:lnTo>
                    <a:pt x="734382" y="1373062"/>
                  </a:lnTo>
                  <a:lnTo>
                    <a:pt x="687324" y="1374647"/>
                  </a:lnTo>
                  <a:lnTo>
                    <a:pt x="640265" y="1373062"/>
                  </a:lnTo>
                  <a:lnTo>
                    <a:pt x="594057" y="1368373"/>
                  </a:lnTo>
                  <a:lnTo>
                    <a:pt x="548802" y="1360684"/>
                  </a:lnTo>
                  <a:lnTo>
                    <a:pt x="504604" y="1350096"/>
                  </a:lnTo>
                  <a:lnTo>
                    <a:pt x="461564" y="1336712"/>
                  </a:lnTo>
                  <a:lnTo>
                    <a:pt x="419784" y="1320635"/>
                  </a:lnTo>
                  <a:lnTo>
                    <a:pt x="379367" y="1301966"/>
                  </a:lnTo>
                  <a:lnTo>
                    <a:pt x="340416" y="1280809"/>
                  </a:lnTo>
                  <a:lnTo>
                    <a:pt x="303032" y="1257265"/>
                  </a:lnTo>
                  <a:lnTo>
                    <a:pt x="267318" y="1231436"/>
                  </a:lnTo>
                  <a:lnTo>
                    <a:pt x="233377" y="1203426"/>
                  </a:lnTo>
                  <a:lnTo>
                    <a:pt x="201310" y="1173337"/>
                  </a:lnTo>
                  <a:lnTo>
                    <a:pt x="171221" y="1141270"/>
                  </a:lnTo>
                  <a:lnTo>
                    <a:pt x="143211" y="1107329"/>
                  </a:lnTo>
                  <a:lnTo>
                    <a:pt x="117382" y="1071615"/>
                  </a:lnTo>
                  <a:lnTo>
                    <a:pt x="93838" y="1034231"/>
                  </a:lnTo>
                  <a:lnTo>
                    <a:pt x="72681" y="995280"/>
                  </a:lnTo>
                  <a:lnTo>
                    <a:pt x="54012" y="954863"/>
                  </a:lnTo>
                  <a:lnTo>
                    <a:pt x="37935" y="913083"/>
                  </a:lnTo>
                  <a:lnTo>
                    <a:pt x="24551" y="870043"/>
                  </a:lnTo>
                  <a:lnTo>
                    <a:pt x="13963" y="825845"/>
                  </a:lnTo>
                  <a:lnTo>
                    <a:pt x="6274" y="780590"/>
                  </a:lnTo>
                  <a:lnTo>
                    <a:pt x="1585" y="734382"/>
                  </a:lnTo>
                  <a:lnTo>
                    <a:pt x="0" y="6873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94570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0"/>
              <a:t>MANUAL</a:t>
            </a:r>
            <a:r>
              <a:rPr dirty="0" spc="40"/>
              <a:t> </a:t>
            </a:r>
            <a:r>
              <a:rPr dirty="0" spc="125"/>
              <a:t>AND</a:t>
            </a:r>
            <a:r>
              <a:rPr dirty="0" spc="55"/>
              <a:t> </a:t>
            </a:r>
            <a:r>
              <a:rPr dirty="0"/>
              <a:t>AUTOMATED</a:t>
            </a:r>
            <a:r>
              <a:rPr dirty="0" spc="40"/>
              <a:t> </a:t>
            </a:r>
            <a:r>
              <a:rPr dirty="0" spc="-40"/>
              <a:t>E2E</a:t>
            </a:r>
            <a:r>
              <a:rPr dirty="0" spc="50"/>
              <a:t> </a:t>
            </a:r>
            <a:r>
              <a:rPr dirty="0" spc="-40"/>
              <a:t>TESTING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3" name="object 13" descr=""/>
          <p:cNvSpPr txBox="1"/>
          <p:nvPr/>
        </p:nvSpPr>
        <p:spPr>
          <a:xfrm>
            <a:off x="962050" y="1533220"/>
            <a:ext cx="75711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E2E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Testing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done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manually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automated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00" y="6858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006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240029" marR="1090930" indent="-227329">
              <a:lnSpc>
                <a:spcPts val="3030"/>
              </a:lnSpc>
              <a:spcBef>
                <a:spcPts val="475"/>
              </a:spcBef>
              <a:buClr>
                <a:srgbClr val="FFFFFF"/>
              </a:buClr>
              <a:buFont typeface="Arial MT"/>
              <a:buChar char="•"/>
              <a:tabLst>
                <a:tab pos="241300" algn="l"/>
              </a:tabLst>
            </a:pPr>
            <a:r>
              <a:rPr dirty="0" spc="-10"/>
              <a:t>Programming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 spc="-10"/>
              <a:t>testing </a:t>
            </a:r>
            <a:r>
              <a:rPr dirty="0" spc="-10"/>
              <a:t>	</a:t>
            </a:r>
            <a:r>
              <a:rPr dirty="0"/>
              <a:t>knowledge</a:t>
            </a:r>
            <a:r>
              <a:rPr dirty="0" spc="-85"/>
              <a:t> </a:t>
            </a:r>
            <a:r>
              <a:rPr dirty="0" spc="-10"/>
              <a:t>required</a:t>
            </a:r>
          </a:p>
          <a:p>
            <a:pPr marL="240029" marR="46355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Higher</a:t>
            </a:r>
            <a:r>
              <a:rPr dirty="0" spc="-55"/>
              <a:t> </a:t>
            </a:r>
            <a:r>
              <a:rPr dirty="0"/>
              <a:t>initial</a:t>
            </a:r>
            <a:r>
              <a:rPr dirty="0" spc="-50"/>
              <a:t> </a:t>
            </a:r>
            <a:r>
              <a:rPr dirty="0"/>
              <a:t>costs,</a:t>
            </a:r>
            <a:r>
              <a:rPr dirty="0" spc="-35"/>
              <a:t> </a:t>
            </a:r>
            <a:r>
              <a:rPr dirty="0"/>
              <a:t>but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 spc="-10"/>
              <a:t>tests </a:t>
            </a:r>
            <a:r>
              <a:rPr dirty="0" spc="-10"/>
              <a:t>	</a:t>
            </a:r>
            <a:r>
              <a:rPr dirty="0"/>
              <a:t>can</a:t>
            </a:r>
            <a:r>
              <a:rPr dirty="0" spc="-60"/>
              <a:t> </a:t>
            </a:r>
            <a:r>
              <a:rPr dirty="0"/>
              <a:t>be</a:t>
            </a:r>
            <a:r>
              <a:rPr dirty="0" spc="-65"/>
              <a:t> </a:t>
            </a:r>
            <a:r>
              <a:rPr dirty="0" spc="-25"/>
              <a:t>re-</a:t>
            </a:r>
            <a:r>
              <a:rPr dirty="0" spc="-10"/>
              <a:t>executed</a:t>
            </a:r>
            <a:r>
              <a:rPr dirty="0" spc="-40"/>
              <a:t> </a:t>
            </a:r>
            <a:r>
              <a:rPr dirty="0" spc="-10"/>
              <a:t>multiple </a:t>
            </a:r>
            <a:r>
              <a:rPr dirty="0" spc="-10"/>
              <a:t>	</a:t>
            </a:r>
            <a:r>
              <a:rPr dirty="0"/>
              <a:t>times</a:t>
            </a:r>
            <a:r>
              <a:rPr dirty="0" spc="-80"/>
              <a:t> </a:t>
            </a:r>
            <a:r>
              <a:rPr dirty="0"/>
              <a:t>with</a:t>
            </a:r>
            <a:r>
              <a:rPr dirty="0" spc="-70"/>
              <a:t> </a:t>
            </a:r>
            <a:r>
              <a:rPr dirty="0"/>
              <a:t>little</a:t>
            </a:r>
            <a:r>
              <a:rPr dirty="0" spc="-90"/>
              <a:t> </a:t>
            </a:r>
            <a:r>
              <a:rPr dirty="0"/>
              <a:t>additional</a:t>
            </a:r>
            <a:r>
              <a:rPr dirty="0" spc="-65"/>
              <a:t> </a:t>
            </a:r>
            <a:r>
              <a:rPr dirty="0" spc="-10"/>
              <a:t>effort</a:t>
            </a:r>
          </a:p>
          <a:p>
            <a:pPr algn="just" marL="240029" marR="321310" indent="-227329">
              <a:lnSpc>
                <a:spcPts val="303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pc="-55"/>
              <a:t>Test</a:t>
            </a:r>
            <a:r>
              <a:rPr dirty="0" spc="-80"/>
              <a:t> </a:t>
            </a:r>
            <a:r>
              <a:rPr dirty="0"/>
              <a:t>code</a:t>
            </a:r>
            <a:r>
              <a:rPr dirty="0" spc="-85"/>
              <a:t> </a:t>
            </a:r>
            <a:r>
              <a:rPr dirty="0"/>
              <a:t>needs</a:t>
            </a:r>
            <a:r>
              <a:rPr dirty="0" spc="-60"/>
              <a:t> </a:t>
            </a:r>
            <a:r>
              <a:rPr dirty="0" spc="-10" b="1">
                <a:latin typeface="Calibri"/>
                <a:cs typeface="Calibri"/>
              </a:rPr>
              <a:t>maintainance </a:t>
            </a:r>
            <a:r>
              <a:rPr dirty="0" spc="-10" b="1">
                <a:latin typeface="Calibri"/>
                <a:cs typeface="Calibri"/>
              </a:rPr>
              <a:t>	</a:t>
            </a:r>
            <a:r>
              <a:rPr dirty="0"/>
              <a:t>(i.e.,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/>
              <a:t>be</a:t>
            </a:r>
            <a:r>
              <a:rPr dirty="0" spc="-50"/>
              <a:t> </a:t>
            </a:r>
            <a:r>
              <a:rPr dirty="0"/>
              <a:t>updated</a:t>
            </a:r>
            <a:r>
              <a:rPr dirty="0" spc="-10"/>
              <a:t> </a:t>
            </a:r>
            <a:r>
              <a:rPr dirty="0"/>
              <a:t>as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 spc="-25"/>
              <a:t>web </a:t>
            </a:r>
            <a:r>
              <a:rPr dirty="0" spc="-25"/>
              <a:t>	</a:t>
            </a:r>
            <a:r>
              <a:rPr dirty="0"/>
              <a:t>app</a:t>
            </a:r>
            <a:r>
              <a:rPr dirty="0" spc="-45"/>
              <a:t> </a:t>
            </a:r>
            <a:r>
              <a:rPr dirty="0" spc="-10"/>
              <a:t>evolves)</a:t>
            </a:r>
          </a:p>
          <a:p>
            <a:pPr algn="just" marL="240029" indent="-227329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pc="-50"/>
              <a:t>Tests</a:t>
            </a:r>
            <a:r>
              <a:rPr dirty="0" spc="-70"/>
              <a:t> </a:t>
            </a:r>
            <a:r>
              <a:rPr dirty="0"/>
              <a:t>may</a:t>
            </a:r>
            <a:r>
              <a:rPr dirty="0" spc="-85"/>
              <a:t> </a:t>
            </a:r>
            <a:r>
              <a:rPr dirty="0"/>
              <a:t>be</a:t>
            </a:r>
            <a:r>
              <a:rPr dirty="0" spc="-70"/>
              <a:t> </a:t>
            </a:r>
            <a:r>
              <a:rPr dirty="0" b="1">
                <a:latin typeface="Calibri"/>
                <a:cs typeface="Calibri"/>
              </a:rPr>
              <a:t>flaky</a:t>
            </a:r>
            <a:r>
              <a:rPr dirty="0" spc="-65" b="1">
                <a:latin typeface="Calibri"/>
                <a:cs typeface="Calibri"/>
              </a:rPr>
              <a:t> </a:t>
            </a:r>
            <a:r>
              <a:rPr dirty="0"/>
              <a:t>and/or</a:t>
            </a:r>
            <a:r>
              <a:rPr dirty="0" spc="-60"/>
              <a:t> </a:t>
            </a:r>
            <a:r>
              <a:rPr dirty="0" spc="-10" b="1">
                <a:latin typeface="Calibri"/>
                <a:cs typeface="Calibri"/>
              </a:rPr>
              <a:t>fragile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E2E </a:t>
            </a:r>
            <a:r>
              <a:rPr dirty="0" spc="-160"/>
              <a:t>TESTS:</a:t>
            </a:r>
            <a:r>
              <a:rPr dirty="0" spc="-45"/>
              <a:t> </a:t>
            </a:r>
            <a:r>
              <a:rPr dirty="0" spc="100"/>
              <a:t>MANUAL</a:t>
            </a:r>
            <a:r>
              <a:rPr dirty="0" spc="-55"/>
              <a:t> </a:t>
            </a:r>
            <a:r>
              <a:rPr dirty="0" spc="140"/>
              <a:t>V</a:t>
            </a:r>
            <a:r>
              <a:rPr dirty="0" sz="3600" spc="140">
                <a:solidFill>
                  <a:srgbClr val="FFFFFF"/>
                </a:solidFill>
              </a:rPr>
              <a:t>S</a:t>
            </a:r>
            <a:r>
              <a:rPr dirty="0" sz="3600" spc="-35">
                <a:solidFill>
                  <a:srgbClr val="FFFFFF"/>
                </a:solidFill>
              </a:rPr>
              <a:t> </a:t>
            </a:r>
            <a:r>
              <a:rPr dirty="0" sz="3600" spc="-10">
                <a:solidFill>
                  <a:srgbClr val="FFFFFF"/>
                </a:solidFill>
              </a:rPr>
              <a:t>AUTOMATED</a:t>
            </a:r>
            <a:endParaRPr sz="3600"/>
          </a:p>
        </p:txBody>
      </p:sp>
      <p:sp>
        <p:nvSpPr>
          <p:cNvPr id="5" name="object 5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240029" marR="3225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No</a:t>
            </a:r>
            <a:r>
              <a:rPr dirty="0" spc="-60"/>
              <a:t> </a:t>
            </a:r>
            <a:r>
              <a:rPr dirty="0" spc="-10"/>
              <a:t>programming</a:t>
            </a:r>
            <a:r>
              <a:rPr dirty="0" spc="-45"/>
              <a:t> </a:t>
            </a:r>
            <a:r>
              <a:rPr dirty="0" spc="-10"/>
              <a:t>knowledge 	required</a:t>
            </a:r>
          </a:p>
          <a:p>
            <a:pPr marL="240029" indent="-227329">
              <a:lnSpc>
                <a:spcPts val="319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pc="-25" b="1">
                <a:latin typeface="Calibri"/>
                <a:cs typeface="Calibri"/>
              </a:rPr>
              <a:t>Time-</a:t>
            </a:r>
            <a:r>
              <a:rPr dirty="0" b="1">
                <a:latin typeface="Calibri"/>
                <a:cs typeface="Calibri"/>
              </a:rPr>
              <a:t>consuming</a:t>
            </a:r>
            <a:r>
              <a:rPr dirty="0"/>
              <a:t>,</a:t>
            </a:r>
            <a:r>
              <a:rPr dirty="0" spc="-60"/>
              <a:t> </a:t>
            </a:r>
            <a:r>
              <a:rPr dirty="0" b="1">
                <a:latin typeface="Calibri"/>
                <a:cs typeface="Calibri"/>
              </a:rPr>
              <a:t>tedious</a:t>
            </a:r>
            <a:r>
              <a:rPr dirty="0"/>
              <a:t>,</a:t>
            </a:r>
            <a:r>
              <a:rPr dirty="0" spc="-65"/>
              <a:t> </a:t>
            </a:r>
            <a:r>
              <a:rPr dirty="0" spc="-25"/>
              <a:t>and</a:t>
            </a:r>
          </a:p>
          <a:p>
            <a:pPr marL="241300">
              <a:lnSpc>
                <a:spcPts val="3190"/>
              </a:lnSpc>
            </a:pPr>
            <a:r>
              <a:rPr dirty="0" spc="-30" b="1">
                <a:latin typeface="Calibri"/>
                <a:cs typeface="Calibri"/>
              </a:rPr>
              <a:t>error-</a:t>
            </a:r>
            <a:r>
              <a:rPr dirty="0" b="1">
                <a:latin typeface="Calibri"/>
                <a:cs typeface="Calibri"/>
              </a:rPr>
              <a:t>prone</a:t>
            </a:r>
            <a:r>
              <a:rPr dirty="0" spc="15" b="1">
                <a:latin typeface="Calibri"/>
                <a:cs typeface="Calibri"/>
              </a:rPr>
              <a:t> </a:t>
            </a:r>
            <a:r>
              <a:rPr dirty="0" spc="-10"/>
              <a:t>activity</a:t>
            </a: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b="1">
                <a:latin typeface="Calibri"/>
                <a:cs typeface="Calibri"/>
              </a:rPr>
              <a:t>Does</a:t>
            </a:r>
            <a:r>
              <a:rPr dirty="0" spc="-4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not</a:t>
            </a:r>
            <a:r>
              <a:rPr dirty="0" spc="-2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scale</a:t>
            </a:r>
            <a:r>
              <a:rPr dirty="0" spc="-25" b="1">
                <a:latin typeface="Calibri"/>
                <a:cs typeface="Calibri"/>
              </a:rPr>
              <a:t> </a:t>
            </a:r>
            <a:r>
              <a:rPr dirty="0" spc="-20"/>
              <a:t>well…</a:t>
            </a:r>
          </a:p>
          <a:p>
            <a:pPr lvl="1" marL="696595" marR="136525" indent="-227329">
              <a:lnSpc>
                <a:spcPts val="2590"/>
              </a:lnSpc>
              <a:spcBef>
                <a:spcPts val="57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Repeat</a:t>
            </a:r>
            <a:r>
              <a:rPr dirty="0" sz="24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release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Repeat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major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browsers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Repeat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devices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903209" y="2098294"/>
            <a:ext cx="3413125" cy="4078604"/>
            <a:chOff x="7903209" y="2098294"/>
            <a:chExt cx="3413125" cy="4078604"/>
          </a:xfrm>
        </p:grpSpPr>
        <p:sp>
          <p:nvSpPr>
            <p:cNvPr id="3" name="object 3" descr=""/>
            <p:cNvSpPr/>
            <p:nvPr/>
          </p:nvSpPr>
          <p:spPr>
            <a:xfrm>
              <a:off x="9421367" y="2104644"/>
              <a:ext cx="378460" cy="1844039"/>
            </a:xfrm>
            <a:custGeom>
              <a:avLst/>
              <a:gdLst/>
              <a:ahLst/>
              <a:cxnLst/>
              <a:rect l="l" t="t" r="r" b="b"/>
              <a:pathLst>
                <a:path w="378459" h="1844039">
                  <a:moveTo>
                    <a:pt x="188975" y="0"/>
                  </a:moveTo>
                  <a:lnTo>
                    <a:pt x="0" y="188975"/>
                  </a:lnTo>
                  <a:lnTo>
                    <a:pt x="94487" y="188975"/>
                  </a:lnTo>
                  <a:lnTo>
                    <a:pt x="94487" y="1655063"/>
                  </a:lnTo>
                  <a:lnTo>
                    <a:pt x="0" y="1655063"/>
                  </a:lnTo>
                  <a:lnTo>
                    <a:pt x="188975" y="1844039"/>
                  </a:lnTo>
                  <a:lnTo>
                    <a:pt x="377951" y="1655063"/>
                  </a:lnTo>
                  <a:lnTo>
                    <a:pt x="283463" y="1655063"/>
                  </a:lnTo>
                  <a:lnTo>
                    <a:pt x="283463" y="188975"/>
                  </a:lnTo>
                  <a:lnTo>
                    <a:pt x="377951" y="188975"/>
                  </a:lnTo>
                  <a:lnTo>
                    <a:pt x="188975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421367" y="2104644"/>
              <a:ext cx="378460" cy="1844039"/>
            </a:xfrm>
            <a:custGeom>
              <a:avLst/>
              <a:gdLst/>
              <a:ahLst/>
              <a:cxnLst/>
              <a:rect l="l" t="t" r="r" b="b"/>
              <a:pathLst>
                <a:path w="378459" h="1844039">
                  <a:moveTo>
                    <a:pt x="0" y="188975"/>
                  </a:moveTo>
                  <a:lnTo>
                    <a:pt x="188975" y="0"/>
                  </a:lnTo>
                  <a:lnTo>
                    <a:pt x="377951" y="188975"/>
                  </a:lnTo>
                  <a:lnTo>
                    <a:pt x="283463" y="188975"/>
                  </a:lnTo>
                  <a:lnTo>
                    <a:pt x="283463" y="1655063"/>
                  </a:lnTo>
                  <a:lnTo>
                    <a:pt x="377951" y="1655063"/>
                  </a:lnTo>
                  <a:lnTo>
                    <a:pt x="188975" y="1844039"/>
                  </a:lnTo>
                  <a:lnTo>
                    <a:pt x="0" y="1655063"/>
                  </a:lnTo>
                  <a:lnTo>
                    <a:pt x="94487" y="1655063"/>
                  </a:lnTo>
                  <a:lnTo>
                    <a:pt x="94487" y="188975"/>
                  </a:lnTo>
                  <a:lnTo>
                    <a:pt x="0" y="188975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9559" y="3948683"/>
              <a:ext cx="3400044" cy="222808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7909559" y="2756916"/>
              <a:ext cx="3400425" cy="478790"/>
            </a:xfrm>
            <a:custGeom>
              <a:avLst/>
              <a:gdLst/>
              <a:ahLst/>
              <a:cxnLst/>
              <a:rect l="l" t="t" r="r" b="b"/>
              <a:pathLst>
                <a:path w="3400425" h="478789">
                  <a:moveTo>
                    <a:pt x="3320288" y="0"/>
                  </a:moveTo>
                  <a:lnTo>
                    <a:pt x="79756" y="0"/>
                  </a:lnTo>
                  <a:lnTo>
                    <a:pt x="48702" y="6264"/>
                  </a:lnTo>
                  <a:lnTo>
                    <a:pt x="23352" y="23352"/>
                  </a:lnTo>
                  <a:lnTo>
                    <a:pt x="6264" y="48702"/>
                  </a:lnTo>
                  <a:lnTo>
                    <a:pt x="0" y="79756"/>
                  </a:lnTo>
                  <a:lnTo>
                    <a:pt x="0" y="398780"/>
                  </a:lnTo>
                  <a:lnTo>
                    <a:pt x="6264" y="429833"/>
                  </a:lnTo>
                  <a:lnTo>
                    <a:pt x="23352" y="455183"/>
                  </a:lnTo>
                  <a:lnTo>
                    <a:pt x="48702" y="472271"/>
                  </a:lnTo>
                  <a:lnTo>
                    <a:pt x="79756" y="478536"/>
                  </a:lnTo>
                  <a:lnTo>
                    <a:pt x="3320288" y="478536"/>
                  </a:lnTo>
                  <a:lnTo>
                    <a:pt x="3351341" y="472271"/>
                  </a:lnTo>
                  <a:lnTo>
                    <a:pt x="3376691" y="455183"/>
                  </a:lnTo>
                  <a:lnTo>
                    <a:pt x="3393779" y="429833"/>
                  </a:lnTo>
                  <a:lnTo>
                    <a:pt x="3400044" y="398780"/>
                  </a:lnTo>
                  <a:lnTo>
                    <a:pt x="3400044" y="79756"/>
                  </a:lnTo>
                  <a:lnTo>
                    <a:pt x="3393779" y="48702"/>
                  </a:lnTo>
                  <a:lnTo>
                    <a:pt x="3376691" y="23352"/>
                  </a:lnTo>
                  <a:lnTo>
                    <a:pt x="3351341" y="6264"/>
                  </a:lnTo>
                  <a:lnTo>
                    <a:pt x="332028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909559" y="2756916"/>
              <a:ext cx="3400425" cy="478790"/>
            </a:xfrm>
            <a:custGeom>
              <a:avLst/>
              <a:gdLst/>
              <a:ahLst/>
              <a:cxnLst/>
              <a:rect l="l" t="t" r="r" b="b"/>
              <a:pathLst>
                <a:path w="3400425" h="478789">
                  <a:moveTo>
                    <a:pt x="0" y="79756"/>
                  </a:moveTo>
                  <a:lnTo>
                    <a:pt x="6264" y="48702"/>
                  </a:lnTo>
                  <a:lnTo>
                    <a:pt x="23352" y="23352"/>
                  </a:lnTo>
                  <a:lnTo>
                    <a:pt x="48702" y="6264"/>
                  </a:lnTo>
                  <a:lnTo>
                    <a:pt x="79756" y="0"/>
                  </a:lnTo>
                  <a:lnTo>
                    <a:pt x="3320288" y="0"/>
                  </a:lnTo>
                  <a:lnTo>
                    <a:pt x="3351341" y="6264"/>
                  </a:lnTo>
                  <a:lnTo>
                    <a:pt x="3376691" y="23352"/>
                  </a:lnTo>
                  <a:lnTo>
                    <a:pt x="3393779" y="48702"/>
                  </a:lnTo>
                  <a:lnTo>
                    <a:pt x="3400044" y="79756"/>
                  </a:lnTo>
                  <a:lnTo>
                    <a:pt x="3400044" y="398780"/>
                  </a:lnTo>
                  <a:lnTo>
                    <a:pt x="3393779" y="429833"/>
                  </a:lnTo>
                  <a:lnTo>
                    <a:pt x="3376691" y="455183"/>
                  </a:lnTo>
                  <a:lnTo>
                    <a:pt x="3351341" y="472271"/>
                  </a:lnTo>
                  <a:lnTo>
                    <a:pt x="3320288" y="478536"/>
                  </a:lnTo>
                  <a:lnTo>
                    <a:pt x="79756" y="478536"/>
                  </a:lnTo>
                  <a:lnTo>
                    <a:pt x="48702" y="472271"/>
                  </a:lnTo>
                  <a:lnTo>
                    <a:pt x="23352" y="455183"/>
                  </a:lnTo>
                  <a:lnTo>
                    <a:pt x="6264" y="429833"/>
                  </a:lnTo>
                  <a:lnTo>
                    <a:pt x="0" y="398780"/>
                  </a:lnTo>
                  <a:lnTo>
                    <a:pt x="0" y="79756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51002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AUTOMATED</a:t>
            </a:r>
            <a:r>
              <a:rPr dirty="0" spc="-40"/>
              <a:t> E2E </a:t>
            </a:r>
            <a:r>
              <a:rPr dirty="0" spc="-65"/>
              <a:t>WEB</a:t>
            </a:r>
            <a:r>
              <a:rPr dirty="0" spc="-55"/>
              <a:t> </a:t>
            </a:r>
            <a:r>
              <a:rPr dirty="0" spc="-160"/>
              <a:t>TESTS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962050" y="1533220"/>
            <a:ext cx="6459855" cy="458724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0029" marR="4191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Automated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E2E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basically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test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leverages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dedicated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libraries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remotely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control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Navigate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URLs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Locate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interact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elements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Thanks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libraries,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E2E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can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simulate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interactions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800">
              <a:latin typeface="Calibri"/>
              <a:cs typeface="Calibri"/>
            </a:endParaRPr>
          </a:p>
          <a:p>
            <a:pPr marL="240029" marR="36830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libraries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useful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for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testing,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tasks!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Scraping</a:t>
            </a:r>
            <a:r>
              <a:rPr dirty="0" sz="24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(extracting</a:t>
            </a:r>
            <a:r>
              <a:rPr dirty="0" sz="24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sites)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Crawling</a:t>
            </a:r>
            <a:r>
              <a:rPr dirty="0" sz="24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(navigating</a:t>
            </a:r>
            <a:r>
              <a:rPr dirty="0" sz="24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sites)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903209" y="1558797"/>
            <a:ext cx="3413125" cy="491490"/>
            <a:chOff x="7903209" y="1558797"/>
            <a:chExt cx="3413125" cy="491490"/>
          </a:xfrm>
        </p:grpSpPr>
        <p:sp>
          <p:nvSpPr>
            <p:cNvPr id="11" name="object 11" descr=""/>
            <p:cNvSpPr/>
            <p:nvPr/>
          </p:nvSpPr>
          <p:spPr>
            <a:xfrm>
              <a:off x="7909559" y="1565147"/>
              <a:ext cx="3400425" cy="478790"/>
            </a:xfrm>
            <a:custGeom>
              <a:avLst/>
              <a:gdLst/>
              <a:ahLst/>
              <a:cxnLst/>
              <a:rect l="l" t="t" r="r" b="b"/>
              <a:pathLst>
                <a:path w="3400425" h="478789">
                  <a:moveTo>
                    <a:pt x="3320288" y="0"/>
                  </a:moveTo>
                  <a:lnTo>
                    <a:pt x="79756" y="0"/>
                  </a:lnTo>
                  <a:lnTo>
                    <a:pt x="48702" y="6264"/>
                  </a:lnTo>
                  <a:lnTo>
                    <a:pt x="23352" y="23352"/>
                  </a:lnTo>
                  <a:lnTo>
                    <a:pt x="6264" y="48702"/>
                  </a:lnTo>
                  <a:lnTo>
                    <a:pt x="0" y="79755"/>
                  </a:lnTo>
                  <a:lnTo>
                    <a:pt x="0" y="398779"/>
                  </a:lnTo>
                  <a:lnTo>
                    <a:pt x="6264" y="429833"/>
                  </a:lnTo>
                  <a:lnTo>
                    <a:pt x="23352" y="455183"/>
                  </a:lnTo>
                  <a:lnTo>
                    <a:pt x="48702" y="472271"/>
                  </a:lnTo>
                  <a:lnTo>
                    <a:pt x="79756" y="478536"/>
                  </a:lnTo>
                  <a:lnTo>
                    <a:pt x="3320288" y="478536"/>
                  </a:lnTo>
                  <a:lnTo>
                    <a:pt x="3351341" y="472271"/>
                  </a:lnTo>
                  <a:lnTo>
                    <a:pt x="3376691" y="455183"/>
                  </a:lnTo>
                  <a:lnTo>
                    <a:pt x="3393779" y="429833"/>
                  </a:lnTo>
                  <a:lnTo>
                    <a:pt x="3400044" y="398779"/>
                  </a:lnTo>
                  <a:lnTo>
                    <a:pt x="3400044" y="79755"/>
                  </a:lnTo>
                  <a:lnTo>
                    <a:pt x="3393779" y="48702"/>
                  </a:lnTo>
                  <a:lnTo>
                    <a:pt x="3376691" y="23352"/>
                  </a:lnTo>
                  <a:lnTo>
                    <a:pt x="3351341" y="6264"/>
                  </a:lnTo>
                  <a:lnTo>
                    <a:pt x="332028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909559" y="1565147"/>
              <a:ext cx="3400425" cy="478790"/>
            </a:xfrm>
            <a:custGeom>
              <a:avLst/>
              <a:gdLst/>
              <a:ahLst/>
              <a:cxnLst/>
              <a:rect l="l" t="t" r="r" b="b"/>
              <a:pathLst>
                <a:path w="3400425" h="478789">
                  <a:moveTo>
                    <a:pt x="0" y="79755"/>
                  </a:moveTo>
                  <a:lnTo>
                    <a:pt x="6264" y="48702"/>
                  </a:lnTo>
                  <a:lnTo>
                    <a:pt x="23352" y="23352"/>
                  </a:lnTo>
                  <a:lnTo>
                    <a:pt x="48702" y="6264"/>
                  </a:lnTo>
                  <a:lnTo>
                    <a:pt x="79756" y="0"/>
                  </a:lnTo>
                  <a:lnTo>
                    <a:pt x="3320288" y="0"/>
                  </a:lnTo>
                  <a:lnTo>
                    <a:pt x="3351341" y="6264"/>
                  </a:lnTo>
                  <a:lnTo>
                    <a:pt x="3376691" y="23352"/>
                  </a:lnTo>
                  <a:lnTo>
                    <a:pt x="3393779" y="48702"/>
                  </a:lnTo>
                  <a:lnTo>
                    <a:pt x="3400044" y="79755"/>
                  </a:lnTo>
                  <a:lnTo>
                    <a:pt x="3400044" y="398779"/>
                  </a:lnTo>
                  <a:lnTo>
                    <a:pt x="3393779" y="429833"/>
                  </a:lnTo>
                  <a:lnTo>
                    <a:pt x="3376691" y="455183"/>
                  </a:lnTo>
                  <a:lnTo>
                    <a:pt x="3351341" y="472271"/>
                  </a:lnTo>
                  <a:lnTo>
                    <a:pt x="3320288" y="478536"/>
                  </a:lnTo>
                  <a:lnTo>
                    <a:pt x="79756" y="478536"/>
                  </a:lnTo>
                  <a:lnTo>
                    <a:pt x="48702" y="472271"/>
                  </a:lnTo>
                  <a:lnTo>
                    <a:pt x="23352" y="455183"/>
                  </a:lnTo>
                  <a:lnTo>
                    <a:pt x="6264" y="429833"/>
                  </a:lnTo>
                  <a:lnTo>
                    <a:pt x="0" y="398779"/>
                  </a:lnTo>
                  <a:lnTo>
                    <a:pt x="0" y="79755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8953881" y="1639951"/>
            <a:ext cx="1313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E2E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4" name="object 14" descr=""/>
          <p:cNvSpPr txBox="1"/>
          <p:nvPr/>
        </p:nvSpPr>
        <p:spPr>
          <a:xfrm>
            <a:off x="8111108" y="2831719"/>
            <a:ext cx="29991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Browser</a:t>
            </a:r>
            <a:r>
              <a:rPr dirty="0" sz="1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Automation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Library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650605" y="4988179"/>
            <a:ext cx="19196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5945" marR="5080" indent="-56388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Remotely-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controlled Browser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SELECTING</a:t>
            </a:r>
            <a:r>
              <a:rPr dirty="0" spc="-30"/>
              <a:t> </a:t>
            </a:r>
            <a:r>
              <a:rPr dirty="0" spc="-50"/>
              <a:t>WEB</a:t>
            </a:r>
            <a:r>
              <a:rPr dirty="0" spc="-5"/>
              <a:t> </a:t>
            </a:r>
            <a:r>
              <a:rPr dirty="0"/>
              <a:t>PAGE </a:t>
            </a:r>
            <a:r>
              <a:rPr dirty="0" spc="-45"/>
              <a:t>ELEMENTS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99692"/>
            <a:ext cx="10097135" cy="277749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 marR="13970">
              <a:lnSpc>
                <a:spcPts val="2690"/>
              </a:lnSpc>
              <a:spcBef>
                <a:spcPts val="74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Selecting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locating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elements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which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interact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crucial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E2E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testing.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Three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main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approaches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locator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strategies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exist: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329"/>
              </a:lnSpc>
              <a:spcBef>
                <a:spcPts val="34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Absolute</a:t>
            </a:r>
            <a:r>
              <a:rPr dirty="0" sz="2800" spc="-10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coordinates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ts val="2845"/>
              </a:lnSpc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Identify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elements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based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screen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coordinates</a:t>
            </a:r>
            <a:endParaRPr sz="2400">
              <a:latin typeface="Calibri"/>
              <a:cs typeface="Calibri"/>
            </a:endParaRPr>
          </a:p>
          <a:p>
            <a:pPr lvl="1" marL="697865" indent="-228600">
              <a:lnSpc>
                <a:spcPts val="2635"/>
              </a:lnSpc>
              <a:buFont typeface="Arial MT"/>
              <a:buChar char="•"/>
              <a:tabLst>
                <a:tab pos="697865" algn="l"/>
              </a:tabLst>
            </a:pPr>
            <a:r>
              <a:rPr dirty="0" sz="2200">
                <a:solidFill>
                  <a:srgbClr val="0000FC"/>
                </a:solidFill>
                <a:latin typeface="Consolas"/>
                <a:cs typeface="Consolas"/>
              </a:rPr>
              <a:t>click</a:t>
            </a:r>
            <a:r>
              <a:rPr dirty="0" sz="2200">
                <a:solidFill>
                  <a:srgbClr val="111F35"/>
                </a:solidFill>
                <a:latin typeface="Consolas"/>
                <a:cs typeface="Consolas"/>
              </a:rPr>
              <a:t>(200,</a:t>
            </a:r>
            <a:r>
              <a:rPr dirty="0" sz="2200" spc="-10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2200">
                <a:solidFill>
                  <a:srgbClr val="111F35"/>
                </a:solidFill>
                <a:latin typeface="Consolas"/>
                <a:cs typeface="Consolas"/>
              </a:rPr>
              <a:t>300);</a:t>
            </a:r>
            <a:r>
              <a:rPr dirty="0" sz="2200" spc="-8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2000">
                <a:solidFill>
                  <a:srgbClr val="008000"/>
                </a:solidFill>
                <a:latin typeface="Calibri"/>
                <a:cs typeface="Calibri"/>
              </a:rPr>
              <a:t>//click</a:t>
            </a:r>
            <a:r>
              <a:rPr dirty="0" sz="2000" spc="-5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8000"/>
                </a:solidFill>
                <a:latin typeface="Calibri"/>
                <a:cs typeface="Calibri"/>
              </a:rPr>
              <a:t>at</a:t>
            </a:r>
            <a:r>
              <a:rPr dirty="0" sz="2000" spc="-2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8000"/>
                </a:solidFill>
                <a:latin typeface="Calibri"/>
                <a:cs typeface="Calibri"/>
              </a:rPr>
              <a:t>coordinates</a:t>
            </a:r>
            <a:r>
              <a:rPr dirty="0" sz="2000" spc="-5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8000"/>
                </a:solidFill>
                <a:latin typeface="Calibri"/>
                <a:cs typeface="Calibri"/>
              </a:rPr>
              <a:t>200,300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ts val="3329"/>
              </a:lnSpc>
              <a:spcBef>
                <a:spcPts val="30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Visual-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based</a:t>
            </a:r>
            <a:r>
              <a:rPr dirty="0" sz="2800" spc="-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locators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ts val="2850"/>
              </a:lnSpc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Identify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elems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based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their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appearence,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image-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matching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algorithms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19225" y="4248099"/>
            <a:ext cx="240919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  <a:tab pos="2088514" algn="l"/>
              </a:tabLst>
            </a:pPr>
            <a:r>
              <a:rPr dirty="0" sz="2200" spc="-10">
                <a:solidFill>
                  <a:srgbClr val="0000FC"/>
                </a:solidFill>
                <a:latin typeface="Consolas"/>
                <a:cs typeface="Consolas"/>
              </a:rPr>
              <a:t>click</a:t>
            </a:r>
            <a:r>
              <a:rPr dirty="0" sz="2200" spc="-10">
                <a:solidFill>
                  <a:srgbClr val="111F35"/>
                </a:solidFill>
                <a:latin typeface="Consolas"/>
                <a:cs typeface="Consolas"/>
              </a:rPr>
              <a:t>(</a:t>
            </a:r>
            <a:r>
              <a:rPr dirty="0" sz="2200">
                <a:solidFill>
                  <a:srgbClr val="111F35"/>
                </a:solidFill>
                <a:latin typeface="Consolas"/>
                <a:cs typeface="Consolas"/>
              </a:rPr>
              <a:t>	</a:t>
            </a:r>
            <a:r>
              <a:rPr dirty="0" sz="2200" spc="-25">
                <a:solidFill>
                  <a:srgbClr val="111F35"/>
                </a:solidFill>
                <a:latin typeface="Consolas"/>
                <a:cs typeface="Consolas"/>
              </a:rPr>
              <a:t>);</a:t>
            </a:r>
            <a:endParaRPr sz="22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58590" y="4272483"/>
            <a:ext cx="538924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008000"/>
                </a:solidFill>
                <a:latin typeface="Calibri"/>
                <a:cs typeface="Calibri"/>
              </a:rPr>
              <a:t>//click</a:t>
            </a:r>
            <a:r>
              <a:rPr dirty="0" sz="2000" spc="-7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8000"/>
                </a:solidFill>
                <a:latin typeface="Calibri"/>
                <a:cs typeface="Calibri"/>
              </a:rPr>
              <a:t>on</a:t>
            </a:r>
            <a:r>
              <a:rPr dirty="0" sz="2000" spc="-6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dirty="0" sz="2000" spc="-7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8000"/>
                </a:solidFill>
                <a:latin typeface="Calibri"/>
                <a:cs typeface="Calibri"/>
              </a:rPr>
              <a:t>element</a:t>
            </a:r>
            <a:r>
              <a:rPr dirty="0" sz="2000" spc="-4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8000"/>
                </a:solidFill>
                <a:latin typeface="Calibri"/>
                <a:cs typeface="Calibri"/>
              </a:rPr>
              <a:t>matching</a:t>
            </a:r>
            <a:r>
              <a:rPr dirty="0" sz="2000" spc="-6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dirty="0" sz="2000" spc="-5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8000"/>
                </a:solidFill>
                <a:latin typeface="Calibri"/>
                <a:cs typeface="Calibri"/>
              </a:rPr>
              <a:t>provided</a:t>
            </a:r>
            <a:r>
              <a:rPr dirty="0" sz="2000" spc="-6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8000"/>
                </a:solidFill>
                <a:latin typeface="Calibri"/>
                <a:cs typeface="Calibri"/>
              </a:rPr>
              <a:t>image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4623561"/>
            <a:ext cx="9542780" cy="1142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32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Layout-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based</a:t>
            </a:r>
            <a:r>
              <a:rPr dirty="0" sz="2800" spc="-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locators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ts val="2840"/>
              </a:lnSpc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Identify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elements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based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layout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properties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selectors!)</a:t>
            </a:r>
            <a:endParaRPr sz="2400">
              <a:latin typeface="Calibri"/>
              <a:cs typeface="Calibri"/>
            </a:endParaRPr>
          </a:p>
          <a:p>
            <a:pPr lvl="1" marL="697865" indent="-228600">
              <a:lnSpc>
                <a:spcPts val="2630"/>
              </a:lnSpc>
              <a:buFont typeface="Arial MT"/>
              <a:buChar char="•"/>
              <a:tabLst>
                <a:tab pos="697865" algn="l"/>
              </a:tabLst>
            </a:pPr>
            <a:r>
              <a:rPr dirty="0" sz="2200">
                <a:solidFill>
                  <a:srgbClr val="0000FC"/>
                </a:solidFill>
                <a:latin typeface="Consolas"/>
                <a:cs typeface="Consolas"/>
              </a:rPr>
              <a:t>click</a:t>
            </a:r>
            <a:r>
              <a:rPr dirty="0" sz="2200">
                <a:solidFill>
                  <a:srgbClr val="111F35"/>
                </a:solidFill>
                <a:latin typeface="Consolas"/>
                <a:cs typeface="Consolas"/>
              </a:rPr>
              <a:t>(</a:t>
            </a:r>
            <a:r>
              <a:rPr dirty="0" sz="2200">
                <a:solidFill>
                  <a:srgbClr val="A21515"/>
                </a:solidFill>
                <a:latin typeface="Consolas"/>
                <a:cs typeface="Consolas"/>
              </a:rPr>
              <a:t>".item</a:t>
            </a:r>
            <a:r>
              <a:rPr dirty="0" sz="2200" spc="-8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2200">
                <a:solidFill>
                  <a:srgbClr val="A21515"/>
                </a:solidFill>
                <a:latin typeface="Consolas"/>
                <a:cs typeface="Consolas"/>
              </a:rPr>
              <a:t>button.buy"</a:t>
            </a:r>
            <a:r>
              <a:rPr dirty="0" sz="2200">
                <a:solidFill>
                  <a:srgbClr val="111F35"/>
                </a:solidFill>
                <a:latin typeface="Consolas"/>
                <a:cs typeface="Consolas"/>
              </a:rPr>
              <a:t>);</a:t>
            </a:r>
            <a:r>
              <a:rPr dirty="0" sz="2200" spc="-10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2000">
                <a:solidFill>
                  <a:srgbClr val="008000"/>
                </a:solidFill>
                <a:latin typeface="Calibri"/>
                <a:cs typeface="Calibri"/>
              </a:rPr>
              <a:t>//click</a:t>
            </a:r>
            <a:r>
              <a:rPr dirty="0" sz="2000" spc="-4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8000"/>
                </a:solidFill>
                <a:latin typeface="Calibri"/>
                <a:cs typeface="Calibri"/>
              </a:rPr>
              <a:t>on</a:t>
            </a:r>
            <a:r>
              <a:rPr dirty="0" sz="2000" spc="-5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dirty="0" sz="2000" spc="-3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8000"/>
                </a:solidFill>
                <a:latin typeface="Calibri"/>
                <a:cs typeface="Calibri"/>
              </a:rPr>
              <a:t>button.buy</a:t>
            </a:r>
            <a:r>
              <a:rPr dirty="0" sz="2000" spc="-8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8000"/>
                </a:solidFill>
                <a:latin typeface="Calibri"/>
                <a:cs typeface="Calibri"/>
              </a:rPr>
              <a:t>contained</a:t>
            </a:r>
            <a:r>
              <a:rPr dirty="0" sz="2000" spc="-4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8000"/>
                </a:solidFill>
                <a:latin typeface="Calibri"/>
                <a:cs typeface="Calibri"/>
              </a:rPr>
              <a:t>in</a:t>
            </a:r>
            <a:r>
              <a:rPr dirty="0" sz="2000" spc="-4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dirty="0" sz="2000" spc="-4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8000"/>
                </a:solidFill>
                <a:latin typeface="Calibri"/>
                <a:cs typeface="Calibri"/>
              </a:rPr>
              <a:t>.item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5851" y="4241291"/>
            <a:ext cx="861060" cy="419100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VISUAL</a:t>
            </a:r>
            <a:r>
              <a:rPr dirty="0" spc="-240"/>
              <a:t> </a:t>
            </a:r>
            <a:r>
              <a:rPr dirty="0" spc="-55"/>
              <a:t>WEB</a:t>
            </a:r>
            <a:r>
              <a:rPr dirty="0" spc="-170"/>
              <a:t> </a:t>
            </a:r>
            <a:r>
              <a:rPr dirty="0" spc="-175"/>
              <a:t>TEST</a:t>
            </a:r>
            <a:r>
              <a:rPr dirty="0" spc="-85"/>
              <a:t> </a:t>
            </a:r>
            <a:r>
              <a:rPr dirty="0" spc="-120"/>
              <a:t>SELECTORS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829800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Tools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like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SikuliX</a:t>
            </a:r>
            <a:r>
              <a:rPr dirty="0" sz="2800" spc="-5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E2E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visual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locators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Live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demo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time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!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495994" y="2741295"/>
            <a:ext cx="7200265" cy="3445510"/>
            <a:chOff x="2495994" y="2741295"/>
            <a:chExt cx="7200265" cy="344551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05456" y="2750820"/>
              <a:ext cx="7181088" cy="3425952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500757" y="2746057"/>
              <a:ext cx="7190740" cy="3435985"/>
            </a:xfrm>
            <a:custGeom>
              <a:avLst/>
              <a:gdLst/>
              <a:ahLst/>
              <a:cxnLst/>
              <a:rect l="l" t="t" r="r" b="b"/>
              <a:pathLst>
                <a:path w="7190740" h="3435985">
                  <a:moveTo>
                    <a:pt x="0" y="3435477"/>
                  </a:moveTo>
                  <a:lnTo>
                    <a:pt x="7190613" y="3435477"/>
                  </a:lnTo>
                  <a:lnTo>
                    <a:pt x="7190613" y="0"/>
                  </a:lnTo>
                  <a:lnTo>
                    <a:pt x="0" y="0"/>
                  </a:lnTo>
                  <a:lnTo>
                    <a:pt x="0" y="3435477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E2E</a:t>
            </a:r>
            <a:r>
              <a:rPr dirty="0" spc="-170"/>
              <a:t> </a:t>
            </a:r>
            <a:r>
              <a:rPr dirty="0" spc="-65"/>
              <a:t>WEB</a:t>
            </a:r>
            <a:r>
              <a:rPr dirty="0" spc="-185"/>
              <a:t> </a:t>
            </a:r>
            <a:r>
              <a:rPr dirty="0" spc="-75"/>
              <a:t>TESTING</a:t>
            </a:r>
            <a:r>
              <a:rPr dirty="0" spc="-180"/>
              <a:t> </a:t>
            </a:r>
            <a:r>
              <a:rPr dirty="0" spc="-10"/>
              <a:t>CHALLENGES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7694930" cy="15614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Two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key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challenges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arise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E2E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testing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Fragility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Flakiness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E2E</a:t>
            </a:r>
            <a:r>
              <a:rPr dirty="0" spc="-220"/>
              <a:t> </a:t>
            </a:r>
            <a:r>
              <a:rPr dirty="0" spc="-65"/>
              <a:t>WEB</a:t>
            </a:r>
            <a:r>
              <a:rPr dirty="0" spc="-165"/>
              <a:t> </a:t>
            </a:r>
            <a:r>
              <a:rPr dirty="0" spc="-175"/>
              <a:t>TEST</a:t>
            </a:r>
            <a:r>
              <a:rPr dirty="0" spc="-85"/>
              <a:t> </a:t>
            </a:r>
            <a:r>
              <a:rPr dirty="0" spc="-150"/>
              <a:t>FRAGILITY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889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E2E</a:t>
            </a:r>
            <a:r>
              <a:rPr dirty="0" spc="-65"/>
              <a:t> </a:t>
            </a:r>
            <a:r>
              <a:rPr dirty="0"/>
              <a:t>web</a:t>
            </a:r>
            <a:r>
              <a:rPr dirty="0" spc="-60"/>
              <a:t> </a:t>
            </a:r>
            <a:r>
              <a:rPr dirty="0"/>
              <a:t>tests</a:t>
            </a:r>
            <a:r>
              <a:rPr dirty="0" spc="-45"/>
              <a:t> </a:t>
            </a:r>
            <a:r>
              <a:rPr dirty="0"/>
              <a:t>are</a:t>
            </a:r>
            <a:r>
              <a:rPr dirty="0" spc="-60"/>
              <a:t> </a:t>
            </a:r>
            <a:r>
              <a:rPr dirty="0"/>
              <a:t>often</a:t>
            </a:r>
            <a:r>
              <a:rPr dirty="0" spc="-60"/>
              <a:t> </a:t>
            </a:r>
            <a:r>
              <a:rPr dirty="0" b="1">
                <a:latin typeface="Calibri"/>
                <a:cs typeface="Calibri"/>
              </a:rPr>
              <a:t>fragile</a:t>
            </a:r>
            <a:r>
              <a:rPr dirty="0" spc="-25" b="1">
                <a:latin typeface="Calibri"/>
                <a:cs typeface="Calibri"/>
              </a:rPr>
              <a:t> </a:t>
            </a:r>
            <a:r>
              <a:rPr dirty="0" spc="-85"/>
              <a:t>w.r.t.</a:t>
            </a:r>
            <a:r>
              <a:rPr dirty="0" spc="-65"/>
              <a:t> </a:t>
            </a:r>
            <a:r>
              <a:rPr dirty="0"/>
              <a:t>web</a:t>
            </a:r>
            <a:r>
              <a:rPr dirty="0" spc="-55"/>
              <a:t> </a:t>
            </a:r>
            <a:r>
              <a:rPr dirty="0"/>
              <a:t>app</a:t>
            </a:r>
            <a:r>
              <a:rPr dirty="0" spc="-50"/>
              <a:t> </a:t>
            </a:r>
            <a:r>
              <a:rPr dirty="0" spc="-10"/>
              <a:t>evolution</a:t>
            </a: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Even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minor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changes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environment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break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locators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result,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become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unable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interact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correct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elements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Time-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consuming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maintenance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required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repair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broken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locators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138928" y="3599688"/>
            <a:ext cx="1914525" cy="341630"/>
          </a:xfrm>
          <a:prstGeom prst="rect">
            <a:avLst/>
          </a:prstGeom>
          <a:solidFill>
            <a:srgbClr val="F1F1F1"/>
          </a:solidFill>
          <a:ln w="12700">
            <a:solidFill>
              <a:srgbClr val="00252F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15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username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132578" y="4091685"/>
            <a:ext cx="1927225" cy="854075"/>
            <a:chOff x="5132578" y="4091685"/>
            <a:chExt cx="1927225" cy="854075"/>
          </a:xfrm>
        </p:grpSpPr>
        <p:sp>
          <p:nvSpPr>
            <p:cNvPr id="6" name="object 6" descr=""/>
            <p:cNvSpPr/>
            <p:nvPr/>
          </p:nvSpPr>
          <p:spPr>
            <a:xfrm>
              <a:off x="5138928" y="4098035"/>
              <a:ext cx="1914525" cy="342900"/>
            </a:xfrm>
            <a:custGeom>
              <a:avLst/>
              <a:gdLst/>
              <a:ahLst/>
              <a:cxnLst/>
              <a:rect l="l" t="t" r="r" b="b"/>
              <a:pathLst>
                <a:path w="1914525" h="342900">
                  <a:moveTo>
                    <a:pt x="1914144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1914144" y="342900"/>
                  </a:lnTo>
                  <a:lnTo>
                    <a:pt x="191414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138928" y="4098035"/>
              <a:ext cx="1914525" cy="342900"/>
            </a:xfrm>
            <a:custGeom>
              <a:avLst/>
              <a:gdLst/>
              <a:ahLst/>
              <a:cxnLst/>
              <a:rect l="l" t="t" r="r" b="b"/>
              <a:pathLst>
                <a:path w="1914525" h="342900">
                  <a:moveTo>
                    <a:pt x="0" y="342900"/>
                  </a:moveTo>
                  <a:lnTo>
                    <a:pt x="1914144" y="342900"/>
                  </a:lnTo>
                  <a:lnTo>
                    <a:pt x="1914144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138928" y="4597907"/>
              <a:ext cx="1914525" cy="341630"/>
            </a:xfrm>
            <a:custGeom>
              <a:avLst/>
              <a:gdLst/>
              <a:ahLst/>
              <a:cxnLst/>
              <a:rect l="l" t="t" r="r" b="b"/>
              <a:pathLst>
                <a:path w="1914525" h="341629">
                  <a:moveTo>
                    <a:pt x="1857248" y="0"/>
                  </a:moveTo>
                  <a:lnTo>
                    <a:pt x="56896" y="0"/>
                  </a:lnTo>
                  <a:lnTo>
                    <a:pt x="34772" y="4478"/>
                  </a:lnTo>
                  <a:lnTo>
                    <a:pt x="16684" y="16684"/>
                  </a:lnTo>
                  <a:lnTo>
                    <a:pt x="4478" y="34772"/>
                  </a:lnTo>
                  <a:lnTo>
                    <a:pt x="0" y="56896"/>
                  </a:lnTo>
                  <a:lnTo>
                    <a:pt x="0" y="284480"/>
                  </a:lnTo>
                  <a:lnTo>
                    <a:pt x="4478" y="306603"/>
                  </a:lnTo>
                  <a:lnTo>
                    <a:pt x="16684" y="324691"/>
                  </a:lnTo>
                  <a:lnTo>
                    <a:pt x="34772" y="336897"/>
                  </a:lnTo>
                  <a:lnTo>
                    <a:pt x="56896" y="341376"/>
                  </a:lnTo>
                  <a:lnTo>
                    <a:pt x="1857248" y="341376"/>
                  </a:lnTo>
                  <a:lnTo>
                    <a:pt x="1879371" y="336897"/>
                  </a:lnTo>
                  <a:lnTo>
                    <a:pt x="1897459" y="324691"/>
                  </a:lnTo>
                  <a:lnTo>
                    <a:pt x="1909665" y="306603"/>
                  </a:lnTo>
                  <a:lnTo>
                    <a:pt x="1914144" y="284480"/>
                  </a:lnTo>
                  <a:lnTo>
                    <a:pt x="1914144" y="56896"/>
                  </a:lnTo>
                  <a:lnTo>
                    <a:pt x="1909665" y="34772"/>
                  </a:lnTo>
                  <a:lnTo>
                    <a:pt x="1897459" y="16684"/>
                  </a:lnTo>
                  <a:lnTo>
                    <a:pt x="1879371" y="4478"/>
                  </a:lnTo>
                  <a:lnTo>
                    <a:pt x="185724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138928" y="4597907"/>
              <a:ext cx="1914525" cy="341630"/>
            </a:xfrm>
            <a:custGeom>
              <a:avLst/>
              <a:gdLst/>
              <a:ahLst/>
              <a:cxnLst/>
              <a:rect l="l" t="t" r="r" b="b"/>
              <a:pathLst>
                <a:path w="1914525" h="341629">
                  <a:moveTo>
                    <a:pt x="0" y="56896"/>
                  </a:moveTo>
                  <a:lnTo>
                    <a:pt x="4478" y="34772"/>
                  </a:lnTo>
                  <a:lnTo>
                    <a:pt x="16684" y="16684"/>
                  </a:lnTo>
                  <a:lnTo>
                    <a:pt x="34772" y="4478"/>
                  </a:lnTo>
                  <a:lnTo>
                    <a:pt x="56896" y="0"/>
                  </a:lnTo>
                  <a:lnTo>
                    <a:pt x="1857248" y="0"/>
                  </a:lnTo>
                  <a:lnTo>
                    <a:pt x="1879371" y="4478"/>
                  </a:lnTo>
                  <a:lnTo>
                    <a:pt x="1897459" y="16684"/>
                  </a:lnTo>
                  <a:lnTo>
                    <a:pt x="1909665" y="34772"/>
                  </a:lnTo>
                  <a:lnTo>
                    <a:pt x="1914144" y="56896"/>
                  </a:lnTo>
                  <a:lnTo>
                    <a:pt x="1914144" y="284480"/>
                  </a:lnTo>
                  <a:lnTo>
                    <a:pt x="1909665" y="306603"/>
                  </a:lnTo>
                  <a:lnTo>
                    <a:pt x="1897459" y="324691"/>
                  </a:lnTo>
                  <a:lnTo>
                    <a:pt x="1879371" y="336897"/>
                  </a:lnTo>
                  <a:lnTo>
                    <a:pt x="1857248" y="341376"/>
                  </a:lnTo>
                  <a:lnTo>
                    <a:pt x="56896" y="341376"/>
                  </a:lnTo>
                  <a:lnTo>
                    <a:pt x="34772" y="336897"/>
                  </a:lnTo>
                  <a:lnTo>
                    <a:pt x="16684" y="324691"/>
                  </a:lnTo>
                  <a:lnTo>
                    <a:pt x="4478" y="306603"/>
                  </a:lnTo>
                  <a:lnTo>
                    <a:pt x="0" y="284480"/>
                  </a:lnTo>
                  <a:lnTo>
                    <a:pt x="0" y="56896"/>
                  </a:lnTo>
                  <a:close/>
                </a:path>
              </a:pathLst>
            </a:custGeom>
            <a:ln w="12699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887467" y="3429000"/>
            <a:ext cx="2417445" cy="27482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800">
              <a:latin typeface="Times New Roman"/>
              <a:cs typeface="Times New Roman"/>
            </a:endParaRPr>
          </a:p>
          <a:p>
            <a:pPr marL="34417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password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Login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8014461" y="4262373"/>
            <a:ext cx="1925320" cy="854075"/>
            <a:chOff x="8014461" y="4262373"/>
            <a:chExt cx="1925320" cy="854075"/>
          </a:xfrm>
        </p:grpSpPr>
        <p:sp>
          <p:nvSpPr>
            <p:cNvPr id="12" name="object 12" descr=""/>
            <p:cNvSpPr/>
            <p:nvPr/>
          </p:nvSpPr>
          <p:spPr>
            <a:xfrm>
              <a:off x="8020811" y="4268723"/>
              <a:ext cx="1912620" cy="342900"/>
            </a:xfrm>
            <a:custGeom>
              <a:avLst/>
              <a:gdLst/>
              <a:ahLst/>
              <a:cxnLst/>
              <a:rect l="l" t="t" r="r" b="b"/>
              <a:pathLst>
                <a:path w="1912620" h="342900">
                  <a:moveTo>
                    <a:pt x="191262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1912620" y="342900"/>
                  </a:lnTo>
                  <a:lnTo>
                    <a:pt x="19126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020811" y="4268723"/>
              <a:ext cx="1912620" cy="342900"/>
            </a:xfrm>
            <a:custGeom>
              <a:avLst/>
              <a:gdLst/>
              <a:ahLst/>
              <a:cxnLst/>
              <a:rect l="l" t="t" r="r" b="b"/>
              <a:pathLst>
                <a:path w="1912620" h="342900">
                  <a:moveTo>
                    <a:pt x="0" y="342900"/>
                  </a:moveTo>
                  <a:lnTo>
                    <a:pt x="1912620" y="342900"/>
                  </a:lnTo>
                  <a:lnTo>
                    <a:pt x="191262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020811" y="4768595"/>
              <a:ext cx="1912620" cy="341630"/>
            </a:xfrm>
            <a:custGeom>
              <a:avLst/>
              <a:gdLst/>
              <a:ahLst/>
              <a:cxnLst/>
              <a:rect l="l" t="t" r="r" b="b"/>
              <a:pathLst>
                <a:path w="1912620" h="341629">
                  <a:moveTo>
                    <a:pt x="1912620" y="0"/>
                  </a:moveTo>
                  <a:lnTo>
                    <a:pt x="0" y="0"/>
                  </a:lnTo>
                  <a:lnTo>
                    <a:pt x="0" y="341375"/>
                  </a:lnTo>
                  <a:lnTo>
                    <a:pt x="1912620" y="341375"/>
                  </a:lnTo>
                  <a:lnTo>
                    <a:pt x="19126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020811" y="4768595"/>
              <a:ext cx="1912620" cy="341630"/>
            </a:xfrm>
            <a:custGeom>
              <a:avLst/>
              <a:gdLst/>
              <a:ahLst/>
              <a:cxnLst/>
              <a:rect l="l" t="t" r="r" b="b"/>
              <a:pathLst>
                <a:path w="1912620" h="341629">
                  <a:moveTo>
                    <a:pt x="0" y="341375"/>
                  </a:moveTo>
                  <a:lnTo>
                    <a:pt x="1912620" y="341375"/>
                  </a:lnTo>
                  <a:lnTo>
                    <a:pt x="1912620" y="0"/>
                  </a:lnTo>
                  <a:lnTo>
                    <a:pt x="0" y="0"/>
                  </a:lnTo>
                  <a:lnTo>
                    <a:pt x="0" y="341375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8113521" y="4845303"/>
            <a:ext cx="887094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10"/>
              </a:lnSpc>
            </a:pP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password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8014461" y="5260594"/>
            <a:ext cx="1925320" cy="355600"/>
            <a:chOff x="8014461" y="5260594"/>
            <a:chExt cx="1925320" cy="355600"/>
          </a:xfrm>
        </p:grpSpPr>
        <p:sp>
          <p:nvSpPr>
            <p:cNvPr id="18" name="object 18" descr=""/>
            <p:cNvSpPr/>
            <p:nvPr/>
          </p:nvSpPr>
          <p:spPr>
            <a:xfrm>
              <a:off x="8020811" y="5266944"/>
              <a:ext cx="1912620" cy="342900"/>
            </a:xfrm>
            <a:custGeom>
              <a:avLst/>
              <a:gdLst/>
              <a:ahLst/>
              <a:cxnLst/>
              <a:rect l="l" t="t" r="r" b="b"/>
              <a:pathLst>
                <a:path w="1912620" h="342900">
                  <a:moveTo>
                    <a:pt x="185547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49"/>
                  </a:lnTo>
                  <a:lnTo>
                    <a:pt x="0" y="285749"/>
                  </a:lnTo>
                  <a:lnTo>
                    <a:pt x="4482" y="308020"/>
                  </a:lnTo>
                  <a:lnTo>
                    <a:pt x="16716" y="326183"/>
                  </a:lnTo>
                  <a:lnTo>
                    <a:pt x="34879" y="338417"/>
                  </a:lnTo>
                  <a:lnTo>
                    <a:pt x="57150" y="342899"/>
                  </a:lnTo>
                  <a:lnTo>
                    <a:pt x="1855470" y="342899"/>
                  </a:lnTo>
                  <a:lnTo>
                    <a:pt x="1877740" y="338417"/>
                  </a:lnTo>
                  <a:lnTo>
                    <a:pt x="1895903" y="326183"/>
                  </a:lnTo>
                  <a:lnTo>
                    <a:pt x="1908137" y="308020"/>
                  </a:lnTo>
                  <a:lnTo>
                    <a:pt x="1912620" y="285749"/>
                  </a:lnTo>
                  <a:lnTo>
                    <a:pt x="1912620" y="57149"/>
                  </a:lnTo>
                  <a:lnTo>
                    <a:pt x="1908137" y="34879"/>
                  </a:lnTo>
                  <a:lnTo>
                    <a:pt x="1895903" y="16716"/>
                  </a:lnTo>
                  <a:lnTo>
                    <a:pt x="1877740" y="4482"/>
                  </a:lnTo>
                  <a:lnTo>
                    <a:pt x="185547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020811" y="5266944"/>
              <a:ext cx="1912620" cy="342900"/>
            </a:xfrm>
            <a:custGeom>
              <a:avLst/>
              <a:gdLst/>
              <a:ahLst/>
              <a:cxnLst/>
              <a:rect l="l" t="t" r="r" b="b"/>
              <a:pathLst>
                <a:path w="1912620" h="342900">
                  <a:moveTo>
                    <a:pt x="0" y="57149"/>
                  </a:move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855470" y="0"/>
                  </a:lnTo>
                  <a:lnTo>
                    <a:pt x="1877740" y="4482"/>
                  </a:lnTo>
                  <a:lnTo>
                    <a:pt x="1895903" y="16716"/>
                  </a:lnTo>
                  <a:lnTo>
                    <a:pt x="1908137" y="34879"/>
                  </a:lnTo>
                  <a:lnTo>
                    <a:pt x="1912620" y="57149"/>
                  </a:lnTo>
                  <a:lnTo>
                    <a:pt x="1912620" y="285749"/>
                  </a:lnTo>
                  <a:lnTo>
                    <a:pt x="1908137" y="308020"/>
                  </a:lnTo>
                  <a:lnTo>
                    <a:pt x="1895903" y="326183"/>
                  </a:lnTo>
                  <a:lnTo>
                    <a:pt x="1877740" y="338417"/>
                  </a:lnTo>
                  <a:lnTo>
                    <a:pt x="1855470" y="342899"/>
                  </a:lnTo>
                  <a:lnTo>
                    <a:pt x="57150" y="342899"/>
                  </a:lnTo>
                  <a:lnTo>
                    <a:pt x="34879" y="338417"/>
                  </a:lnTo>
                  <a:lnTo>
                    <a:pt x="16716" y="326183"/>
                  </a:lnTo>
                  <a:lnTo>
                    <a:pt x="4482" y="308020"/>
                  </a:lnTo>
                  <a:lnTo>
                    <a:pt x="0" y="285749"/>
                  </a:lnTo>
                  <a:lnTo>
                    <a:pt x="0" y="57149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7769352" y="3429000"/>
            <a:ext cx="2415540" cy="27482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800">
              <a:latin typeface="Times New Roman"/>
              <a:cs typeface="Times New Roman"/>
            </a:endParaRPr>
          </a:p>
          <a:p>
            <a:pPr marL="344170">
              <a:lnSpc>
                <a:spcPct val="100000"/>
              </a:lnSpc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username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8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Login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5156" y="3706114"/>
            <a:ext cx="954913" cy="384683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882396" y="3429000"/>
            <a:ext cx="2468880" cy="36893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C"/>
                </a:solidFill>
                <a:latin typeface="Consolas"/>
                <a:cs typeface="Consolas"/>
              </a:rPr>
              <a:t>click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(100,</a:t>
            </a:r>
            <a:r>
              <a:rPr dirty="0" sz="1800" spc="-6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111F35"/>
                </a:solidFill>
                <a:latin typeface="Consolas"/>
                <a:cs typeface="Consolas"/>
              </a:rPr>
              <a:t>200);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7467" y="4303776"/>
            <a:ext cx="1551432" cy="115366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69352" y="4303776"/>
            <a:ext cx="1551431" cy="1153668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961136" y="3969766"/>
            <a:ext cx="308102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This</a:t>
            </a:r>
            <a:r>
              <a:rPr dirty="0" sz="1800" spc="-5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locator</a:t>
            </a:r>
            <a:r>
              <a:rPr dirty="0" sz="1800" spc="-5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breaks</a:t>
            </a:r>
            <a:r>
              <a:rPr dirty="0" sz="1800" spc="-5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in</a:t>
            </a:r>
            <a:r>
              <a:rPr dirty="0" sz="1800" spc="-30" b="1">
                <a:solidFill>
                  <a:srgbClr val="D70031"/>
                </a:solidFill>
                <a:latin typeface="Calibri"/>
                <a:cs typeface="Calibri"/>
              </a:rPr>
              <a:t> v.</a:t>
            </a:r>
            <a:r>
              <a:rPr dirty="0" sz="1800" spc="-3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D70031"/>
                </a:solidFill>
                <a:latin typeface="Calibri"/>
                <a:cs typeface="Calibri"/>
              </a:rPr>
              <a:t>1.1!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The</a:t>
            </a:r>
            <a:r>
              <a:rPr dirty="0" sz="1800" spc="-2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absolute</a:t>
            </a:r>
            <a:r>
              <a:rPr dirty="0" sz="1800" spc="-2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D70031"/>
                </a:solidFill>
                <a:latin typeface="Calibri"/>
                <a:cs typeface="Calibri"/>
              </a:rPr>
              <a:t>coordinates</a:t>
            </a:r>
            <a:r>
              <a:rPr dirty="0" sz="1800" spc="-2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do</a:t>
            </a:r>
            <a:r>
              <a:rPr dirty="0" sz="1800" spc="-25" b="1">
                <a:solidFill>
                  <a:srgbClr val="D70031"/>
                </a:solidFill>
                <a:latin typeface="Calibri"/>
                <a:cs typeface="Calibri"/>
              </a:rPr>
              <a:t> not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correspond</a:t>
            </a:r>
            <a:r>
              <a:rPr dirty="0" sz="1800" spc="-6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to</a:t>
            </a:r>
            <a:r>
              <a:rPr dirty="0" sz="1800" spc="-3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the</a:t>
            </a:r>
            <a:r>
              <a:rPr dirty="0" sz="1800" spc="-2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login</a:t>
            </a:r>
            <a:r>
              <a:rPr dirty="0" sz="1800" spc="-3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D70031"/>
                </a:solidFill>
                <a:latin typeface="Calibri"/>
                <a:cs typeface="Calibri"/>
              </a:rPr>
              <a:t>button anymore!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388609" y="6310528"/>
            <a:ext cx="141605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1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v.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1.0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270493" y="6310528"/>
            <a:ext cx="141605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1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v.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1.1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34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E2E</a:t>
            </a:r>
            <a:r>
              <a:rPr dirty="0" spc="-220"/>
              <a:t> </a:t>
            </a:r>
            <a:r>
              <a:rPr dirty="0" spc="-65"/>
              <a:t>WEB</a:t>
            </a:r>
            <a:r>
              <a:rPr dirty="0" spc="-165"/>
              <a:t> </a:t>
            </a:r>
            <a:r>
              <a:rPr dirty="0" spc="-175"/>
              <a:t>TEST</a:t>
            </a:r>
            <a:r>
              <a:rPr dirty="0" spc="-85"/>
              <a:t> </a:t>
            </a:r>
            <a:r>
              <a:rPr dirty="0" spc="-150"/>
              <a:t>FRAGILITY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889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E2E</a:t>
            </a:r>
            <a:r>
              <a:rPr dirty="0" spc="-65"/>
              <a:t> </a:t>
            </a:r>
            <a:r>
              <a:rPr dirty="0"/>
              <a:t>web</a:t>
            </a:r>
            <a:r>
              <a:rPr dirty="0" spc="-60"/>
              <a:t> </a:t>
            </a:r>
            <a:r>
              <a:rPr dirty="0"/>
              <a:t>tests</a:t>
            </a:r>
            <a:r>
              <a:rPr dirty="0" spc="-45"/>
              <a:t> </a:t>
            </a:r>
            <a:r>
              <a:rPr dirty="0"/>
              <a:t>are</a:t>
            </a:r>
            <a:r>
              <a:rPr dirty="0" spc="-60"/>
              <a:t> </a:t>
            </a:r>
            <a:r>
              <a:rPr dirty="0"/>
              <a:t>often</a:t>
            </a:r>
            <a:r>
              <a:rPr dirty="0" spc="-60"/>
              <a:t> </a:t>
            </a:r>
            <a:r>
              <a:rPr dirty="0" b="1">
                <a:latin typeface="Calibri"/>
                <a:cs typeface="Calibri"/>
              </a:rPr>
              <a:t>fragile</a:t>
            </a:r>
            <a:r>
              <a:rPr dirty="0" spc="-25" b="1">
                <a:latin typeface="Calibri"/>
                <a:cs typeface="Calibri"/>
              </a:rPr>
              <a:t> </a:t>
            </a:r>
            <a:r>
              <a:rPr dirty="0" spc="-85"/>
              <a:t>w.r.t.</a:t>
            </a:r>
            <a:r>
              <a:rPr dirty="0" spc="-65"/>
              <a:t> </a:t>
            </a:r>
            <a:r>
              <a:rPr dirty="0"/>
              <a:t>web</a:t>
            </a:r>
            <a:r>
              <a:rPr dirty="0" spc="-55"/>
              <a:t> </a:t>
            </a:r>
            <a:r>
              <a:rPr dirty="0"/>
              <a:t>app</a:t>
            </a:r>
            <a:r>
              <a:rPr dirty="0" spc="-50"/>
              <a:t> </a:t>
            </a:r>
            <a:r>
              <a:rPr dirty="0" spc="-10"/>
              <a:t>evolution</a:t>
            </a: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Even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minor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changes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environment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break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locators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result,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become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unable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interact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correct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elements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Time-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consuming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maintenance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required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repair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broken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locators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887467" y="3429000"/>
            <a:ext cx="2417445" cy="2748280"/>
          </a:xfrm>
          <a:custGeom>
            <a:avLst/>
            <a:gdLst/>
            <a:ahLst/>
            <a:cxnLst/>
            <a:rect l="l" t="t" r="r" b="b"/>
            <a:pathLst>
              <a:path w="2417445" h="2748279">
                <a:moveTo>
                  <a:pt x="0" y="2747772"/>
                </a:moveTo>
                <a:lnTo>
                  <a:pt x="2417064" y="2747772"/>
                </a:lnTo>
                <a:lnTo>
                  <a:pt x="2417064" y="0"/>
                </a:lnTo>
                <a:lnTo>
                  <a:pt x="0" y="0"/>
                </a:lnTo>
                <a:lnTo>
                  <a:pt x="0" y="2747772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138928" y="3599688"/>
            <a:ext cx="1914525" cy="341630"/>
          </a:xfrm>
          <a:prstGeom prst="rect">
            <a:avLst/>
          </a:prstGeom>
          <a:solidFill>
            <a:srgbClr val="F1F1F1"/>
          </a:solidFill>
          <a:ln w="12700">
            <a:solidFill>
              <a:srgbClr val="00252F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15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username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132578" y="4091685"/>
            <a:ext cx="1927225" cy="355600"/>
            <a:chOff x="5132578" y="4091685"/>
            <a:chExt cx="1927225" cy="355600"/>
          </a:xfrm>
        </p:grpSpPr>
        <p:sp>
          <p:nvSpPr>
            <p:cNvPr id="7" name="object 7" descr=""/>
            <p:cNvSpPr/>
            <p:nvPr/>
          </p:nvSpPr>
          <p:spPr>
            <a:xfrm>
              <a:off x="5138928" y="4098035"/>
              <a:ext cx="1914525" cy="342900"/>
            </a:xfrm>
            <a:custGeom>
              <a:avLst/>
              <a:gdLst/>
              <a:ahLst/>
              <a:cxnLst/>
              <a:rect l="l" t="t" r="r" b="b"/>
              <a:pathLst>
                <a:path w="1914525" h="342900">
                  <a:moveTo>
                    <a:pt x="1914144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1914144" y="342900"/>
                  </a:lnTo>
                  <a:lnTo>
                    <a:pt x="191414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138928" y="4098035"/>
              <a:ext cx="1914525" cy="342900"/>
            </a:xfrm>
            <a:custGeom>
              <a:avLst/>
              <a:gdLst/>
              <a:ahLst/>
              <a:cxnLst/>
              <a:rect l="l" t="t" r="r" b="b"/>
              <a:pathLst>
                <a:path w="1914525" h="342900">
                  <a:moveTo>
                    <a:pt x="0" y="342900"/>
                  </a:moveTo>
                  <a:lnTo>
                    <a:pt x="1914144" y="342900"/>
                  </a:lnTo>
                  <a:lnTo>
                    <a:pt x="1914144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5218938" y="4105147"/>
            <a:ext cx="91249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password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132578" y="4591558"/>
            <a:ext cx="1927225" cy="354330"/>
            <a:chOff x="5132578" y="4591558"/>
            <a:chExt cx="1927225" cy="354330"/>
          </a:xfrm>
        </p:grpSpPr>
        <p:sp>
          <p:nvSpPr>
            <p:cNvPr id="11" name="object 11" descr=""/>
            <p:cNvSpPr/>
            <p:nvPr/>
          </p:nvSpPr>
          <p:spPr>
            <a:xfrm>
              <a:off x="5138928" y="4597908"/>
              <a:ext cx="1914525" cy="341630"/>
            </a:xfrm>
            <a:custGeom>
              <a:avLst/>
              <a:gdLst/>
              <a:ahLst/>
              <a:cxnLst/>
              <a:rect l="l" t="t" r="r" b="b"/>
              <a:pathLst>
                <a:path w="1914525" h="341629">
                  <a:moveTo>
                    <a:pt x="1857248" y="0"/>
                  </a:moveTo>
                  <a:lnTo>
                    <a:pt x="56896" y="0"/>
                  </a:lnTo>
                  <a:lnTo>
                    <a:pt x="34772" y="4478"/>
                  </a:lnTo>
                  <a:lnTo>
                    <a:pt x="16684" y="16684"/>
                  </a:lnTo>
                  <a:lnTo>
                    <a:pt x="4478" y="34772"/>
                  </a:lnTo>
                  <a:lnTo>
                    <a:pt x="0" y="56896"/>
                  </a:lnTo>
                  <a:lnTo>
                    <a:pt x="0" y="284480"/>
                  </a:lnTo>
                  <a:lnTo>
                    <a:pt x="4478" y="306603"/>
                  </a:lnTo>
                  <a:lnTo>
                    <a:pt x="16684" y="324691"/>
                  </a:lnTo>
                  <a:lnTo>
                    <a:pt x="34772" y="336897"/>
                  </a:lnTo>
                  <a:lnTo>
                    <a:pt x="56896" y="341376"/>
                  </a:lnTo>
                  <a:lnTo>
                    <a:pt x="1857248" y="341376"/>
                  </a:lnTo>
                  <a:lnTo>
                    <a:pt x="1879371" y="336897"/>
                  </a:lnTo>
                  <a:lnTo>
                    <a:pt x="1897459" y="324691"/>
                  </a:lnTo>
                  <a:lnTo>
                    <a:pt x="1909665" y="306603"/>
                  </a:lnTo>
                  <a:lnTo>
                    <a:pt x="1914144" y="284480"/>
                  </a:lnTo>
                  <a:lnTo>
                    <a:pt x="1914144" y="56896"/>
                  </a:lnTo>
                  <a:lnTo>
                    <a:pt x="1909665" y="34772"/>
                  </a:lnTo>
                  <a:lnTo>
                    <a:pt x="1897459" y="16684"/>
                  </a:lnTo>
                  <a:lnTo>
                    <a:pt x="1879371" y="4478"/>
                  </a:lnTo>
                  <a:lnTo>
                    <a:pt x="185724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138928" y="4597908"/>
              <a:ext cx="1914525" cy="341630"/>
            </a:xfrm>
            <a:custGeom>
              <a:avLst/>
              <a:gdLst/>
              <a:ahLst/>
              <a:cxnLst/>
              <a:rect l="l" t="t" r="r" b="b"/>
              <a:pathLst>
                <a:path w="1914525" h="341629">
                  <a:moveTo>
                    <a:pt x="0" y="56896"/>
                  </a:moveTo>
                  <a:lnTo>
                    <a:pt x="4478" y="34772"/>
                  </a:lnTo>
                  <a:lnTo>
                    <a:pt x="16684" y="16684"/>
                  </a:lnTo>
                  <a:lnTo>
                    <a:pt x="34772" y="4478"/>
                  </a:lnTo>
                  <a:lnTo>
                    <a:pt x="56896" y="0"/>
                  </a:lnTo>
                  <a:lnTo>
                    <a:pt x="1857248" y="0"/>
                  </a:lnTo>
                  <a:lnTo>
                    <a:pt x="1879371" y="4478"/>
                  </a:lnTo>
                  <a:lnTo>
                    <a:pt x="1897459" y="16684"/>
                  </a:lnTo>
                  <a:lnTo>
                    <a:pt x="1909665" y="34772"/>
                  </a:lnTo>
                  <a:lnTo>
                    <a:pt x="1914144" y="56896"/>
                  </a:lnTo>
                  <a:lnTo>
                    <a:pt x="1914144" y="284480"/>
                  </a:lnTo>
                  <a:lnTo>
                    <a:pt x="1909665" y="306603"/>
                  </a:lnTo>
                  <a:lnTo>
                    <a:pt x="1897459" y="324691"/>
                  </a:lnTo>
                  <a:lnTo>
                    <a:pt x="1879371" y="336897"/>
                  </a:lnTo>
                  <a:lnTo>
                    <a:pt x="1857248" y="341376"/>
                  </a:lnTo>
                  <a:lnTo>
                    <a:pt x="56896" y="341376"/>
                  </a:lnTo>
                  <a:lnTo>
                    <a:pt x="34772" y="336897"/>
                  </a:lnTo>
                  <a:lnTo>
                    <a:pt x="16684" y="324691"/>
                  </a:lnTo>
                  <a:lnTo>
                    <a:pt x="4478" y="306603"/>
                  </a:lnTo>
                  <a:lnTo>
                    <a:pt x="0" y="284480"/>
                  </a:lnTo>
                  <a:lnTo>
                    <a:pt x="0" y="56896"/>
                  </a:lnTo>
                  <a:close/>
                </a:path>
              </a:pathLst>
            </a:custGeom>
            <a:ln w="12699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835141" y="4604384"/>
            <a:ext cx="5219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Login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82396" y="3429000"/>
            <a:ext cx="2468880" cy="36893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  <a:tabLst>
                <a:tab pos="2095500" algn="l"/>
              </a:tabLst>
            </a:pPr>
            <a:r>
              <a:rPr dirty="0" sz="1800" spc="-10">
                <a:solidFill>
                  <a:srgbClr val="0000FC"/>
                </a:solidFill>
                <a:latin typeface="Consolas"/>
                <a:cs typeface="Consolas"/>
              </a:rPr>
              <a:t>click</a:t>
            </a:r>
            <a:r>
              <a:rPr dirty="0" sz="1800" spc="-10">
                <a:solidFill>
                  <a:srgbClr val="111F35"/>
                </a:solidFill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	</a:t>
            </a:r>
            <a:r>
              <a:rPr dirty="0" sz="1800" spc="-25">
                <a:solidFill>
                  <a:srgbClr val="111F35"/>
                </a:solidFill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8679" y="4268723"/>
            <a:ext cx="1551431" cy="1153667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7764780" y="3429000"/>
            <a:ext cx="2415540" cy="2748280"/>
          </a:xfrm>
          <a:custGeom>
            <a:avLst/>
            <a:gdLst/>
            <a:ahLst/>
            <a:cxnLst/>
            <a:rect l="l" t="t" r="r" b="b"/>
            <a:pathLst>
              <a:path w="2415540" h="2748279">
                <a:moveTo>
                  <a:pt x="0" y="2747772"/>
                </a:moveTo>
                <a:lnTo>
                  <a:pt x="2415539" y="2747772"/>
                </a:lnTo>
                <a:lnTo>
                  <a:pt x="2415539" y="0"/>
                </a:lnTo>
                <a:lnTo>
                  <a:pt x="0" y="0"/>
                </a:lnTo>
                <a:lnTo>
                  <a:pt x="0" y="2747772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8016240" y="3599688"/>
            <a:ext cx="1912620" cy="341630"/>
          </a:xfrm>
          <a:prstGeom prst="rect">
            <a:avLst/>
          </a:prstGeom>
          <a:solidFill>
            <a:srgbClr val="F1F1F1"/>
          </a:solidFill>
          <a:ln w="12700">
            <a:solidFill>
              <a:srgbClr val="00252F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5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username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016240" y="4098035"/>
            <a:ext cx="1912620" cy="342900"/>
          </a:xfrm>
          <a:prstGeom prst="rect">
            <a:avLst/>
          </a:prstGeom>
          <a:solidFill>
            <a:srgbClr val="F1F1F1"/>
          </a:solidFill>
          <a:ln w="12700">
            <a:solidFill>
              <a:srgbClr val="00252F"/>
            </a:solidFill>
          </a:ln>
        </p:spPr>
        <p:txBody>
          <a:bodyPr wrap="square" lIns="0" tIns="1968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55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password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8009890" y="4591558"/>
            <a:ext cx="1925320" cy="354330"/>
            <a:chOff x="8009890" y="4591558"/>
            <a:chExt cx="1925320" cy="354330"/>
          </a:xfrm>
        </p:grpSpPr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6240" y="4597908"/>
              <a:ext cx="1912619" cy="341375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8016240" y="4597908"/>
              <a:ext cx="1912620" cy="341630"/>
            </a:xfrm>
            <a:custGeom>
              <a:avLst/>
              <a:gdLst/>
              <a:ahLst/>
              <a:cxnLst/>
              <a:rect l="l" t="t" r="r" b="b"/>
              <a:pathLst>
                <a:path w="1912620" h="341629">
                  <a:moveTo>
                    <a:pt x="0" y="56896"/>
                  </a:moveTo>
                  <a:lnTo>
                    <a:pt x="4478" y="34772"/>
                  </a:lnTo>
                  <a:lnTo>
                    <a:pt x="16684" y="16684"/>
                  </a:lnTo>
                  <a:lnTo>
                    <a:pt x="34772" y="4478"/>
                  </a:lnTo>
                  <a:lnTo>
                    <a:pt x="56895" y="0"/>
                  </a:lnTo>
                  <a:lnTo>
                    <a:pt x="1855724" y="0"/>
                  </a:lnTo>
                  <a:lnTo>
                    <a:pt x="1877847" y="4478"/>
                  </a:lnTo>
                  <a:lnTo>
                    <a:pt x="1895935" y="16684"/>
                  </a:lnTo>
                  <a:lnTo>
                    <a:pt x="1908141" y="34772"/>
                  </a:lnTo>
                  <a:lnTo>
                    <a:pt x="1912619" y="56896"/>
                  </a:lnTo>
                  <a:lnTo>
                    <a:pt x="1912619" y="284480"/>
                  </a:lnTo>
                  <a:lnTo>
                    <a:pt x="1908141" y="306603"/>
                  </a:lnTo>
                  <a:lnTo>
                    <a:pt x="1895935" y="324691"/>
                  </a:lnTo>
                  <a:lnTo>
                    <a:pt x="1877847" y="336897"/>
                  </a:lnTo>
                  <a:lnTo>
                    <a:pt x="1855724" y="341376"/>
                  </a:lnTo>
                  <a:lnTo>
                    <a:pt x="56895" y="341376"/>
                  </a:lnTo>
                  <a:lnTo>
                    <a:pt x="34772" y="336897"/>
                  </a:lnTo>
                  <a:lnTo>
                    <a:pt x="16684" y="324691"/>
                  </a:lnTo>
                  <a:lnTo>
                    <a:pt x="4478" y="306603"/>
                  </a:lnTo>
                  <a:lnTo>
                    <a:pt x="0" y="284480"/>
                  </a:lnTo>
                  <a:lnTo>
                    <a:pt x="0" y="56896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8711945" y="4604384"/>
            <a:ext cx="5219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Login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1772157" y="3475990"/>
            <a:ext cx="1170940" cy="276860"/>
            <a:chOff x="1772157" y="3475990"/>
            <a:chExt cx="1170940" cy="276860"/>
          </a:xfrm>
        </p:grpSpPr>
        <p:sp>
          <p:nvSpPr>
            <p:cNvPr id="24" name="object 24" descr=""/>
            <p:cNvSpPr/>
            <p:nvPr/>
          </p:nvSpPr>
          <p:spPr>
            <a:xfrm>
              <a:off x="1778507" y="3482340"/>
              <a:ext cx="1158240" cy="264160"/>
            </a:xfrm>
            <a:custGeom>
              <a:avLst/>
              <a:gdLst/>
              <a:ahLst/>
              <a:cxnLst/>
              <a:rect l="l" t="t" r="r" b="b"/>
              <a:pathLst>
                <a:path w="1158239" h="264160">
                  <a:moveTo>
                    <a:pt x="1114298" y="0"/>
                  </a:moveTo>
                  <a:lnTo>
                    <a:pt x="43942" y="0"/>
                  </a:lnTo>
                  <a:lnTo>
                    <a:pt x="26842" y="3454"/>
                  </a:lnTo>
                  <a:lnTo>
                    <a:pt x="12874" y="12874"/>
                  </a:lnTo>
                  <a:lnTo>
                    <a:pt x="3454" y="26842"/>
                  </a:lnTo>
                  <a:lnTo>
                    <a:pt x="0" y="43942"/>
                  </a:lnTo>
                  <a:lnTo>
                    <a:pt x="0" y="219710"/>
                  </a:lnTo>
                  <a:lnTo>
                    <a:pt x="3454" y="236809"/>
                  </a:lnTo>
                  <a:lnTo>
                    <a:pt x="12874" y="250777"/>
                  </a:lnTo>
                  <a:lnTo>
                    <a:pt x="26842" y="260197"/>
                  </a:lnTo>
                  <a:lnTo>
                    <a:pt x="43942" y="263652"/>
                  </a:lnTo>
                  <a:lnTo>
                    <a:pt x="1114298" y="263652"/>
                  </a:lnTo>
                  <a:lnTo>
                    <a:pt x="1131397" y="260197"/>
                  </a:lnTo>
                  <a:lnTo>
                    <a:pt x="1145365" y="250777"/>
                  </a:lnTo>
                  <a:lnTo>
                    <a:pt x="1154785" y="236809"/>
                  </a:lnTo>
                  <a:lnTo>
                    <a:pt x="1158240" y="219710"/>
                  </a:lnTo>
                  <a:lnTo>
                    <a:pt x="1158240" y="43942"/>
                  </a:lnTo>
                  <a:lnTo>
                    <a:pt x="1154785" y="26842"/>
                  </a:lnTo>
                  <a:lnTo>
                    <a:pt x="1145365" y="12874"/>
                  </a:lnTo>
                  <a:lnTo>
                    <a:pt x="1131397" y="3454"/>
                  </a:lnTo>
                  <a:lnTo>
                    <a:pt x="111429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778507" y="3482340"/>
              <a:ext cx="1158240" cy="264160"/>
            </a:xfrm>
            <a:custGeom>
              <a:avLst/>
              <a:gdLst/>
              <a:ahLst/>
              <a:cxnLst/>
              <a:rect l="l" t="t" r="r" b="b"/>
              <a:pathLst>
                <a:path w="1158239" h="264160">
                  <a:moveTo>
                    <a:pt x="0" y="43942"/>
                  </a:moveTo>
                  <a:lnTo>
                    <a:pt x="3454" y="26842"/>
                  </a:lnTo>
                  <a:lnTo>
                    <a:pt x="12874" y="12874"/>
                  </a:lnTo>
                  <a:lnTo>
                    <a:pt x="26842" y="3454"/>
                  </a:lnTo>
                  <a:lnTo>
                    <a:pt x="43942" y="0"/>
                  </a:lnTo>
                  <a:lnTo>
                    <a:pt x="1114298" y="0"/>
                  </a:lnTo>
                  <a:lnTo>
                    <a:pt x="1131397" y="3454"/>
                  </a:lnTo>
                  <a:lnTo>
                    <a:pt x="1145365" y="12874"/>
                  </a:lnTo>
                  <a:lnTo>
                    <a:pt x="1154785" y="26842"/>
                  </a:lnTo>
                  <a:lnTo>
                    <a:pt x="1158240" y="43942"/>
                  </a:lnTo>
                  <a:lnTo>
                    <a:pt x="1158240" y="219710"/>
                  </a:lnTo>
                  <a:lnTo>
                    <a:pt x="1154785" y="236809"/>
                  </a:lnTo>
                  <a:lnTo>
                    <a:pt x="1145365" y="250777"/>
                  </a:lnTo>
                  <a:lnTo>
                    <a:pt x="1131397" y="260197"/>
                  </a:lnTo>
                  <a:lnTo>
                    <a:pt x="1114298" y="263652"/>
                  </a:lnTo>
                  <a:lnTo>
                    <a:pt x="43942" y="263652"/>
                  </a:lnTo>
                  <a:lnTo>
                    <a:pt x="26842" y="260197"/>
                  </a:lnTo>
                  <a:lnTo>
                    <a:pt x="12874" y="250777"/>
                  </a:lnTo>
                  <a:lnTo>
                    <a:pt x="3454" y="236809"/>
                  </a:lnTo>
                  <a:lnTo>
                    <a:pt x="0" y="219710"/>
                  </a:lnTo>
                  <a:lnTo>
                    <a:pt x="0" y="43942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1786585" y="3483102"/>
            <a:ext cx="11423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6555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Login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71788" y="4511040"/>
            <a:ext cx="1708403" cy="1659636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961136" y="3969766"/>
            <a:ext cx="296227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This</a:t>
            </a:r>
            <a:r>
              <a:rPr dirty="0" sz="1800" spc="-5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locator</a:t>
            </a:r>
            <a:r>
              <a:rPr dirty="0" sz="1800" spc="-5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breaks</a:t>
            </a:r>
            <a:r>
              <a:rPr dirty="0" sz="1800" spc="-5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in</a:t>
            </a:r>
            <a:r>
              <a:rPr dirty="0" sz="1800" spc="-30" b="1">
                <a:solidFill>
                  <a:srgbClr val="D70031"/>
                </a:solidFill>
                <a:latin typeface="Calibri"/>
                <a:cs typeface="Calibri"/>
              </a:rPr>
              <a:t> v.</a:t>
            </a:r>
            <a:r>
              <a:rPr dirty="0" sz="1800" spc="-3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D70031"/>
                </a:solidFill>
                <a:latin typeface="Calibri"/>
                <a:cs typeface="Calibri"/>
              </a:rPr>
              <a:t>1.1!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The</a:t>
            </a:r>
            <a:r>
              <a:rPr dirty="0" sz="1800" spc="-3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specified</a:t>
            </a:r>
            <a:r>
              <a:rPr dirty="0" sz="1800" spc="-4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image</a:t>
            </a:r>
            <a:r>
              <a:rPr dirty="0" sz="1800" spc="-3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no</a:t>
            </a:r>
            <a:r>
              <a:rPr dirty="0" sz="1800" spc="-2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D70031"/>
                </a:solidFill>
                <a:latin typeface="Calibri"/>
                <a:cs typeface="Calibri"/>
              </a:rPr>
              <a:t>longer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matches</a:t>
            </a:r>
            <a:r>
              <a:rPr dirty="0" sz="1800" spc="-7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the</a:t>
            </a:r>
            <a:r>
              <a:rPr dirty="0" sz="1800" spc="-3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appearance</a:t>
            </a:r>
            <a:r>
              <a:rPr dirty="0" sz="1800" spc="-6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of</a:t>
            </a:r>
            <a:r>
              <a:rPr dirty="0" sz="1800" spc="-4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D70031"/>
                </a:solidFill>
                <a:latin typeface="Calibri"/>
                <a:cs typeface="Calibri"/>
              </a:rPr>
              <a:t>the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login</a:t>
            </a:r>
            <a:r>
              <a:rPr dirty="0" sz="1800" spc="-2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D70031"/>
                </a:solidFill>
                <a:latin typeface="Calibri"/>
                <a:cs typeface="Calibri"/>
              </a:rPr>
              <a:t>button!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388609" y="6310528"/>
            <a:ext cx="141605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1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v.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1.0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8270493" y="6310528"/>
            <a:ext cx="141605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1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v.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1.1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34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E2E</a:t>
            </a:r>
            <a:r>
              <a:rPr dirty="0" spc="-220"/>
              <a:t> </a:t>
            </a:r>
            <a:r>
              <a:rPr dirty="0" spc="-65"/>
              <a:t>WEB</a:t>
            </a:r>
            <a:r>
              <a:rPr dirty="0" spc="-165"/>
              <a:t> </a:t>
            </a:r>
            <a:r>
              <a:rPr dirty="0" spc="-175"/>
              <a:t>TEST</a:t>
            </a:r>
            <a:r>
              <a:rPr dirty="0" spc="-85"/>
              <a:t> </a:t>
            </a:r>
            <a:r>
              <a:rPr dirty="0" spc="-150"/>
              <a:t>FRAGILITY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889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E2E</a:t>
            </a:r>
            <a:r>
              <a:rPr dirty="0" spc="-65"/>
              <a:t> </a:t>
            </a:r>
            <a:r>
              <a:rPr dirty="0"/>
              <a:t>web</a:t>
            </a:r>
            <a:r>
              <a:rPr dirty="0" spc="-60"/>
              <a:t> </a:t>
            </a:r>
            <a:r>
              <a:rPr dirty="0"/>
              <a:t>tests</a:t>
            </a:r>
            <a:r>
              <a:rPr dirty="0" spc="-45"/>
              <a:t> </a:t>
            </a:r>
            <a:r>
              <a:rPr dirty="0"/>
              <a:t>are</a:t>
            </a:r>
            <a:r>
              <a:rPr dirty="0" spc="-60"/>
              <a:t> </a:t>
            </a:r>
            <a:r>
              <a:rPr dirty="0"/>
              <a:t>often</a:t>
            </a:r>
            <a:r>
              <a:rPr dirty="0" spc="-60"/>
              <a:t> </a:t>
            </a:r>
            <a:r>
              <a:rPr dirty="0" b="1">
                <a:latin typeface="Calibri"/>
                <a:cs typeface="Calibri"/>
              </a:rPr>
              <a:t>fragile</a:t>
            </a:r>
            <a:r>
              <a:rPr dirty="0" spc="-25" b="1">
                <a:latin typeface="Calibri"/>
                <a:cs typeface="Calibri"/>
              </a:rPr>
              <a:t> </a:t>
            </a:r>
            <a:r>
              <a:rPr dirty="0" spc="-85"/>
              <a:t>w.r.t.</a:t>
            </a:r>
            <a:r>
              <a:rPr dirty="0" spc="-65"/>
              <a:t> </a:t>
            </a:r>
            <a:r>
              <a:rPr dirty="0"/>
              <a:t>web</a:t>
            </a:r>
            <a:r>
              <a:rPr dirty="0" spc="-55"/>
              <a:t> </a:t>
            </a:r>
            <a:r>
              <a:rPr dirty="0"/>
              <a:t>app</a:t>
            </a:r>
            <a:r>
              <a:rPr dirty="0" spc="-50"/>
              <a:t> </a:t>
            </a:r>
            <a:r>
              <a:rPr dirty="0" spc="-10"/>
              <a:t>evolution</a:t>
            </a: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Even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minor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changes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environment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break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locators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result,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become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unable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interact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correct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elements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Time-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consuming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maintenance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required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repair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broken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locators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145023" y="4317491"/>
            <a:ext cx="1914525" cy="342900"/>
          </a:xfrm>
          <a:prstGeom prst="rect">
            <a:avLst/>
          </a:prstGeom>
          <a:solidFill>
            <a:srgbClr val="F1F1F1"/>
          </a:solidFill>
          <a:ln w="12700">
            <a:solidFill>
              <a:srgbClr val="00252F"/>
            </a:solidFill>
          </a:ln>
        </p:spPr>
        <p:txBody>
          <a:bodyPr wrap="square" lIns="0" tIns="1968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155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username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138673" y="4811014"/>
            <a:ext cx="1927225" cy="852805"/>
            <a:chOff x="5138673" y="4811014"/>
            <a:chExt cx="1927225" cy="852805"/>
          </a:xfrm>
        </p:grpSpPr>
        <p:sp>
          <p:nvSpPr>
            <p:cNvPr id="6" name="object 6" descr=""/>
            <p:cNvSpPr/>
            <p:nvPr/>
          </p:nvSpPr>
          <p:spPr>
            <a:xfrm>
              <a:off x="5145023" y="4817364"/>
              <a:ext cx="1914525" cy="341630"/>
            </a:xfrm>
            <a:custGeom>
              <a:avLst/>
              <a:gdLst/>
              <a:ahLst/>
              <a:cxnLst/>
              <a:rect l="l" t="t" r="r" b="b"/>
              <a:pathLst>
                <a:path w="1914525" h="341629">
                  <a:moveTo>
                    <a:pt x="1914144" y="0"/>
                  </a:moveTo>
                  <a:lnTo>
                    <a:pt x="0" y="0"/>
                  </a:lnTo>
                  <a:lnTo>
                    <a:pt x="0" y="341375"/>
                  </a:lnTo>
                  <a:lnTo>
                    <a:pt x="1914144" y="341375"/>
                  </a:lnTo>
                  <a:lnTo>
                    <a:pt x="191414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145023" y="4817364"/>
              <a:ext cx="1914525" cy="341630"/>
            </a:xfrm>
            <a:custGeom>
              <a:avLst/>
              <a:gdLst/>
              <a:ahLst/>
              <a:cxnLst/>
              <a:rect l="l" t="t" r="r" b="b"/>
              <a:pathLst>
                <a:path w="1914525" h="341629">
                  <a:moveTo>
                    <a:pt x="0" y="341375"/>
                  </a:moveTo>
                  <a:lnTo>
                    <a:pt x="1914144" y="341375"/>
                  </a:lnTo>
                  <a:lnTo>
                    <a:pt x="1914144" y="0"/>
                  </a:lnTo>
                  <a:lnTo>
                    <a:pt x="0" y="0"/>
                  </a:lnTo>
                  <a:lnTo>
                    <a:pt x="0" y="341375"/>
                  </a:lnTo>
                  <a:close/>
                </a:path>
              </a:pathLst>
            </a:custGeom>
            <a:ln w="12699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145023" y="5315712"/>
              <a:ext cx="1914525" cy="341630"/>
            </a:xfrm>
            <a:custGeom>
              <a:avLst/>
              <a:gdLst/>
              <a:ahLst/>
              <a:cxnLst/>
              <a:rect l="l" t="t" r="r" b="b"/>
              <a:pathLst>
                <a:path w="1914525" h="341629">
                  <a:moveTo>
                    <a:pt x="1857248" y="0"/>
                  </a:moveTo>
                  <a:lnTo>
                    <a:pt x="56896" y="0"/>
                  </a:lnTo>
                  <a:lnTo>
                    <a:pt x="34772" y="4478"/>
                  </a:lnTo>
                  <a:lnTo>
                    <a:pt x="16684" y="16684"/>
                  </a:lnTo>
                  <a:lnTo>
                    <a:pt x="4478" y="34772"/>
                  </a:lnTo>
                  <a:lnTo>
                    <a:pt x="0" y="56896"/>
                  </a:lnTo>
                  <a:lnTo>
                    <a:pt x="0" y="284479"/>
                  </a:lnTo>
                  <a:lnTo>
                    <a:pt x="4478" y="306625"/>
                  </a:lnTo>
                  <a:lnTo>
                    <a:pt x="16684" y="324710"/>
                  </a:lnTo>
                  <a:lnTo>
                    <a:pt x="34772" y="336904"/>
                  </a:lnTo>
                  <a:lnTo>
                    <a:pt x="56896" y="341375"/>
                  </a:lnTo>
                  <a:lnTo>
                    <a:pt x="1857248" y="341375"/>
                  </a:lnTo>
                  <a:lnTo>
                    <a:pt x="1879371" y="336904"/>
                  </a:lnTo>
                  <a:lnTo>
                    <a:pt x="1897459" y="324710"/>
                  </a:lnTo>
                  <a:lnTo>
                    <a:pt x="1909665" y="306625"/>
                  </a:lnTo>
                  <a:lnTo>
                    <a:pt x="1914144" y="284479"/>
                  </a:lnTo>
                  <a:lnTo>
                    <a:pt x="1914144" y="56896"/>
                  </a:lnTo>
                  <a:lnTo>
                    <a:pt x="1909665" y="34772"/>
                  </a:lnTo>
                  <a:lnTo>
                    <a:pt x="1897459" y="16684"/>
                  </a:lnTo>
                  <a:lnTo>
                    <a:pt x="1879371" y="4478"/>
                  </a:lnTo>
                  <a:lnTo>
                    <a:pt x="185724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145023" y="5315712"/>
              <a:ext cx="1914525" cy="341630"/>
            </a:xfrm>
            <a:custGeom>
              <a:avLst/>
              <a:gdLst/>
              <a:ahLst/>
              <a:cxnLst/>
              <a:rect l="l" t="t" r="r" b="b"/>
              <a:pathLst>
                <a:path w="1914525" h="341629">
                  <a:moveTo>
                    <a:pt x="0" y="56896"/>
                  </a:moveTo>
                  <a:lnTo>
                    <a:pt x="4478" y="34772"/>
                  </a:lnTo>
                  <a:lnTo>
                    <a:pt x="16684" y="16684"/>
                  </a:lnTo>
                  <a:lnTo>
                    <a:pt x="34772" y="4478"/>
                  </a:lnTo>
                  <a:lnTo>
                    <a:pt x="56896" y="0"/>
                  </a:lnTo>
                  <a:lnTo>
                    <a:pt x="1857248" y="0"/>
                  </a:lnTo>
                  <a:lnTo>
                    <a:pt x="1879371" y="4478"/>
                  </a:lnTo>
                  <a:lnTo>
                    <a:pt x="1897459" y="16684"/>
                  </a:lnTo>
                  <a:lnTo>
                    <a:pt x="1909665" y="34772"/>
                  </a:lnTo>
                  <a:lnTo>
                    <a:pt x="1914144" y="56896"/>
                  </a:lnTo>
                  <a:lnTo>
                    <a:pt x="1914144" y="284479"/>
                  </a:lnTo>
                  <a:lnTo>
                    <a:pt x="1909665" y="306625"/>
                  </a:lnTo>
                  <a:lnTo>
                    <a:pt x="1897459" y="324710"/>
                  </a:lnTo>
                  <a:lnTo>
                    <a:pt x="1879371" y="336904"/>
                  </a:lnTo>
                  <a:lnTo>
                    <a:pt x="1857248" y="341375"/>
                  </a:lnTo>
                  <a:lnTo>
                    <a:pt x="56896" y="341375"/>
                  </a:lnTo>
                  <a:lnTo>
                    <a:pt x="34772" y="336904"/>
                  </a:lnTo>
                  <a:lnTo>
                    <a:pt x="16684" y="324710"/>
                  </a:lnTo>
                  <a:lnTo>
                    <a:pt x="4478" y="306625"/>
                  </a:lnTo>
                  <a:lnTo>
                    <a:pt x="0" y="284479"/>
                  </a:lnTo>
                  <a:lnTo>
                    <a:pt x="0" y="56896"/>
                  </a:lnTo>
                  <a:close/>
                </a:path>
              </a:pathLst>
            </a:custGeom>
            <a:ln w="12699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887467" y="4098035"/>
            <a:ext cx="2417445" cy="2078989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70"/>
              </a:spcBef>
            </a:pPr>
            <a:endParaRPr sz="1800">
              <a:latin typeface="Times New Roman"/>
              <a:cs typeface="Times New Roman"/>
            </a:endParaRPr>
          </a:p>
          <a:p>
            <a:pPr marL="349885">
              <a:lnSpc>
                <a:spcPct val="100000"/>
              </a:lnSpc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password</a:t>
            </a:r>
            <a:endParaRPr sz="1800">
              <a:latin typeface="Calibri"/>
              <a:cs typeface="Calibri"/>
            </a:endParaRPr>
          </a:p>
          <a:p>
            <a:pPr algn="ctr" marL="12065">
              <a:lnSpc>
                <a:spcPct val="100000"/>
              </a:lnSpc>
              <a:spcBef>
                <a:spcPts val="1775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Login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82396" y="3429000"/>
            <a:ext cx="4716780" cy="36893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C"/>
                </a:solidFill>
                <a:latin typeface="Consolas"/>
                <a:cs typeface="Consolas"/>
              </a:rPr>
              <a:t>click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".form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button:first-of-type"</a:t>
            </a:r>
            <a:r>
              <a:rPr dirty="0" sz="1800" spc="-10">
                <a:solidFill>
                  <a:srgbClr val="111F35"/>
                </a:solidFill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4588" y="5023103"/>
            <a:ext cx="1551432" cy="1153668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7769352" y="4098035"/>
            <a:ext cx="2415540" cy="2078989"/>
          </a:xfrm>
          <a:custGeom>
            <a:avLst/>
            <a:gdLst/>
            <a:ahLst/>
            <a:cxnLst/>
            <a:rect l="l" t="t" r="r" b="b"/>
            <a:pathLst>
              <a:path w="2415540" h="2078989">
                <a:moveTo>
                  <a:pt x="0" y="2078736"/>
                </a:moveTo>
                <a:lnTo>
                  <a:pt x="2415540" y="2078736"/>
                </a:lnTo>
                <a:lnTo>
                  <a:pt x="2415540" y="0"/>
                </a:lnTo>
                <a:lnTo>
                  <a:pt x="0" y="0"/>
                </a:lnTo>
                <a:lnTo>
                  <a:pt x="0" y="2078736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8026907" y="4317491"/>
            <a:ext cx="1912620" cy="342900"/>
          </a:xfrm>
          <a:prstGeom prst="rect">
            <a:avLst/>
          </a:prstGeom>
          <a:solidFill>
            <a:srgbClr val="F1F1F1"/>
          </a:solidFill>
          <a:ln w="12700">
            <a:solidFill>
              <a:srgbClr val="00252F"/>
            </a:solidFill>
          </a:ln>
        </p:spPr>
        <p:txBody>
          <a:bodyPr wrap="square" lIns="0" tIns="1968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155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username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8020557" y="4811014"/>
            <a:ext cx="1925320" cy="354330"/>
            <a:chOff x="8020557" y="4811014"/>
            <a:chExt cx="1925320" cy="354330"/>
          </a:xfrm>
        </p:grpSpPr>
        <p:sp>
          <p:nvSpPr>
            <p:cNvPr id="16" name="object 16" descr=""/>
            <p:cNvSpPr/>
            <p:nvPr/>
          </p:nvSpPr>
          <p:spPr>
            <a:xfrm>
              <a:off x="8026907" y="4817364"/>
              <a:ext cx="1912620" cy="341630"/>
            </a:xfrm>
            <a:custGeom>
              <a:avLst/>
              <a:gdLst/>
              <a:ahLst/>
              <a:cxnLst/>
              <a:rect l="l" t="t" r="r" b="b"/>
              <a:pathLst>
                <a:path w="1912620" h="341629">
                  <a:moveTo>
                    <a:pt x="1912620" y="0"/>
                  </a:moveTo>
                  <a:lnTo>
                    <a:pt x="0" y="0"/>
                  </a:lnTo>
                  <a:lnTo>
                    <a:pt x="0" y="341375"/>
                  </a:lnTo>
                  <a:lnTo>
                    <a:pt x="1912620" y="341375"/>
                  </a:lnTo>
                  <a:lnTo>
                    <a:pt x="19126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026907" y="4817364"/>
              <a:ext cx="1912620" cy="341630"/>
            </a:xfrm>
            <a:custGeom>
              <a:avLst/>
              <a:gdLst/>
              <a:ahLst/>
              <a:cxnLst/>
              <a:rect l="l" t="t" r="r" b="b"/>
              <a:pathLst>
                <a:path w="1912620" h="341629">
                  <a:moveTo>
                    <a:pt x="0" y="341375"/>
                  </a:moveTo>
                  <a:lnTo>
                    <a:pt x="1912620" y="341375"/>
                  </a:lnTo>
                  <a:lnTo>
                    <a:pt x="1912620" y="0"/>
                  </a:lnTo>
                  <a:lnTo>
                    <a:pt x="0" y="0"/>
                  </a:lnTo>
                  <a:lnTo>
                    <a:pt x="0" y="341375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8106918" y="4823282"/>
            <a:ext cx="91249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password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8020557" y="5309361"/>
            <a:ext cx="1925320" cy="753745"/>
            <a:chOff x="8020557" y="5309361"/>
            <a:chExt cx="1925320" cy="753745"/>
          </a:xfrm>
        </p:grpSpPr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26907" y="5315711"/>
              <a:ext cx="1912620" cy="341375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8026907" y="5315711"/>
              <a:ext cx="1912620" cy="341630"/>
            </a:xfrm>
            <a:custGeom>
              <a:avLst/>
              <a:gdLst/>
              <a:ahLst/>
              <a:cxnLst/>
              <a:rect l="l" t="t" r="r" b="b"/>
              <a:pathLst>
                <a:path w="1912620" h="341629">
                  <a:moveTo>
                    <a:pt x="0" y="56896"/>
                  </a:moveTo>
                  <a:lnTo>
                    <a:pt x="4478" y="34772"/>
                  </a:lnTo>
                  <a:lnTo>
                    <a:pt x="16684" y="16684"/>
                  </a:lnTo>
                  <a:lnTo>
                    <a:pt x="34772" y="4478"/>
                  </a:lnTo>
                  <a:lnTo>
                    <a:pt x="56896" y="0"/>
                  </a:lnTo>
                  <a:lnTo>
                    <a:pt x="1855724" y="0"/>
                  </a:lnTo>
                  <a:lnTo>
                    <a:pt x="1877847" y="4478"/>
                  </a:lnTo>
                  <a:lnTo>
                    <a:pt x="1895935" y="16684"/>
                  </a:lnTo>
                  <a:lnTo>
                    <a:pt x="1908141" y="34772"/>
                  </a:lnTo>
                  <a:lnTo>
                    <a:pt x="1912620" y="56896"/>
                  </a:lnTo>
                  <a:lnTo>
                    <a:pt x="1912620" y="284479"/>
                  </a:lnTo>
                  <a:lnTo>
                    <a:pt x="1908141" y="306625"/>
                  </a:lnTo>
                  <a:lnTo>
                    <a:pt x="1895935" y="324710"/>
                  </a:lnTo>
                  <a:lnTo>
                    <a:pt x="1877847" y="336904"/>
                  </a:lnTo>
                  <a:lnTo>
                    <a:pt x="1855724" y="341375"/>
                  </a:lnTo>
                  <a:lnTo>
                    <a:pt x="56896" y="341375"/>
                  </a:lnTo>
                  <a:lnTo>
                    <a:pt x="34772" y="336904"/>
                  </a:lnTo>
                  <a:lnTo>
                    <a:pt x="16684" y="324710"/>
                  </a:lnTo>
                  <a:lnTo>
                    <a:pt x="4478" y="306625"/>
                  </a:lnTo>
                  <a:lnTo>
                    <a:pt x="0" y="284479"/>
                  </a:lnTo>
                  <a:lnTo>
                    <a:pt x="0" y="56896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26907" y="5714999"/>
              <a:ext cx="1912620" cy="341376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8026907" y="5714999"/>
              <a:ext cx="1912620" cy="341630"/>
            </a:xfrm>
            <a:custGeom>
              <a:avLst/>
              <a:gdLst/>
              <a:ahLst/>
              <a:cxnLst/>
              <a:rect l="l" t="t" r="r" b="b"/>
              <a:pathLst>
                <a:path w="1912620" h="341629">
                  <a:moveTo>
                    <a:pt x="0" y="56896"/>
                  </a:moveTo>
                  <a:lnTo>
                    <a:pt x="4478" y="34750"/>
                  </a:lnTo>
                  <a:lnTo>
                    <a:pt x="16684" y="16665"/>
                  </a:lnTo>
                  <a:lnTo>
                    <a:pt x="34772" y="4471"/>
                  </a:lnTo>
                  <a:lnTo>
                    <a:pt x="56896" y="0"/>
                  </a:lnTo>
                  <a:lnTo>
                    <a:pt x="1855724" y="0"/>
                  </a:lnTo>
                  <a:lnTo>
                    <a:pt x="1877847" y="4471"/>
                  </a:lnTo>
                  <a:lnTo>
                    <a:pt x="1895935" y="16665"/>
                  </a:lnTo>
                  <a:lnTo>
                    <a:pt x="1908141" y="34750"/>
                  </a:lnTo>
                  <a:lnTo>
                    <a:pt x="1912620" y="56896"/>
                  </a:lnTo>
                  <a:lnTo>
                    <a:pt x="1912620" y="284480"/>
                  </a:lnTo>
                  <a:lnTo>
                    <a:pt x="1908141" y="306625"/>
                  </a:lnTo>
                  <a:lnTo>
                    <a:pt x="1895935" y="324710"/>
                  </a:lnTo>
                  <a:lnTo>
                    <a:pt x="1877847" y="336904"/>
                  </a:lnTo>
                  <a:lnTo>
                    <a:pt x="1855724" y="341376"/>
                  </a:lnTo>
                  <a:lnTo>
                    <a:pt x="56896" y="341376"/>
                  </a:lnTo>
                  <a:lnTo>
                    <a:pt x="34772" y="336904"/>
                  </a:lnTo>
                  <a:lnTo>
                    <a:pt x="16684" y="324710"/>
                  </a:lnTo>
                  <a:lnTo>
                    <a:pt x="4478" y="306625"/>
                  </a:lnTo>
                  <a:lnTo>
                    <a:pt x="0" y="284480"/>
                  </a:lnTo>
                  <a:lnTo>
                    <a:pt x="0" y="56896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8633206" y="5197855"/>
            <a:ext cx="703580" cy="824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2235" marR="5080" indent="-90170">
              <a:lnSpc>
                <a:spcPct val="1456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Sign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up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Login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61136" y="3969766"/>
            <a:ext cx="3098165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This</a:t>
            </a:r>
            <a:r>
              <a:rPr dirty="0" sz="1800" spc="-5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locator</a:t>
            </a:r>
            <a:r>
              <a:rPr dirty="0" sz="1800" spc="-5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breaks</a:t>
            </a:r>
            <a:r>
              <a:rPr dirty="0" sz="1800" spc="-5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in</a:t>
            </a:r>
            <a:r>
              <a:rPr dirty="0" sz="1800" spc="-30" b="1">
                <a:solidFill>
                  <a:srgbClr val="D70031"/>
                </a:solidFill>
                <a:latin typeface="Calibri"/>
                <a:cs typeface="Calibri"/>
              </a:rPr>
              <a:t> v.</a:t>
            </a:r>
            <a:r>
              <a:rPr dirty="0" sz="1800" spc="-3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D70031"/>
                </a:solidFill>
                <a:latin typeface="Calibri"/>
                <a:cs typeface="Calibri"/>
              </a:rPr>
              <a:t>1.1!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A</a:t>
            </a:r>
            <a:r>
              <a:rPr dirty="0" sz="1800" spc="-1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new</a:t>
            </a:r>
            <a:r>
              <a:rPr dirty="0" sz="1800" spc="-3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button</a:t>
            </a:r>
            <a:r>
              <a:rPr dirty="0" sz="1800" spc="-3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is</a:t>
            </a:r>
            <a:r>
              <a:rPr dirty="0" sz="1800" spc="-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added</a:t>
            </a:r>
            <a:r>
              <a:rPr dirty="0" sz="1800" spc="-1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in</a:t>
            </a:r>
            <a:r>
              <a:rPr dirty="0" sz="1800" spc="-1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D70031"/>
                </a:solidFill>
                <a:latin typeface="Calibri"/>
                <a:cs typeface="Calibri"/>
              </a:rPr>
              <a:t>.form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before</a:t>
            </a:r>
            <a:r>
              <a:rPr dirty="0" sz="1800" spc="-4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the</a:t>
            </a:r>
            <a:r>
              <a:rPr dirty="0" sz="1800" spc="-4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login</a:t>
            </a:r>
            <a:r>
              <a:rPr dirty="0" sz="1800" spc="-4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button.</a:t>
            </a:r>
            <a:r>
              <a:rPr dirty="0" sz="1800" spc="-4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The</a:t>
            </a:r>
            <a:r>
              <a:rPr dirty="0" sz="1800" spc="-6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D70031"/>
                </a:solidFill>
                <a:latin typeface="Calibri"/>
                <a:cs typeface="Calibri"/>
              </a:rPr>
              <a:t>test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will</a:t>
            </a:r>
            <a:r>
              <a:rPr dirty="0" sz="1800" spc="-5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incorrectly</a:t>
            </a:r>
            <a:r>
              <a:rPr dirty="0" sz="1800" spc="-4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click</a:t>
            </a:r>
            <a:r>
              <a:rPr dirty="0" sz="1800" spc="-4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on</a:t>
            </a:r>
            <a:r>
              <a:rPr dirty="0" sz="1800" spc="-25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70031"/>
                </a:solidFill>
                <a:latin typeface="Calibri"/>
                <a:cs typeface="Calibri"/>
              </a:rPr>
              <a:t>the</a:t>
            </a:r>
            <a:r>
              <a:rPr dirty="0" sz="1800" spc="-4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D70031"/>
                </a:solidFill>
                <a:latin typeface="Calibri"/>
                <a:cs typeface="Calibri"/>
              </a:rPr>
              <a:t>new </a:t>
            </a:r>
            <a:r>
              <a:rPr dirty="0" sz="1800" spc="-10" b="1">
                <a:solidFill>
                  <a:srgbClr val="D70031"/>
                </a:solidFill>
                <a:latin typeface="Calibri"/>
                <a:cs typeface="Calibri"/>
              </a:rPr>
              <a:t>button!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60564" y="5023103"/>
            <a:ext cx="1551431" cy="1153668"/>
          </a:xfrm>
          <a:prstGeom prst="rect">
            <a:avLst/>
          </a:prstGeom>
        </p:spPr>
      </p:pic>
      <p:sp>
        <p:nvSpPr>
          <p:cNvPr id="27" name="object 27" descr=""/>
          <p:cNvSpPr txBox="1"/>
          <p:nvPr/>
        </p:nvSpPr>
        <p:spPr>
          <a:xfrm>
            <a:off x="5388609" y="6310528"/>
            <a:ext cx="141605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1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v.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1.0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8270493" y="6310528"/>
            <a:ext cx="141605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1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v.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1.1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34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LOCATOR</a:t>
            </a:r>
            <a:r>
              <a:rPr dirty="0" spc="-15"/>
              <a:t> </a:t>
            </a:r>
            <a:r>
              <a:rPr dirty="0" spc="-155"/>
              <a:t>STRATEGIES</a:t>
            </a:r>
            <a:r>
              <a:rPr dirty="0" spc="-25"/>
              <a:t> </a:t>
            </a:r>
            <a:r>
              <a:rPr dirty="0" spc="125"/>
              <a:t>AND</a:t>
            </a:r>
            <a:r>
              <a:rPr dirty="0" spc="-25"/>
              <a:t> </a:t>
            </a:r>
            <a:r>
              <a:rPr dirty="0" spc="-110"/>
              <a:t>FRAGILITY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96596"/>
            <a:ext cx="9912985" cy="448119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Good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locators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generic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too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generic,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easily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select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element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than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intended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too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specific,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even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minor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changes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break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them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Experience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goes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long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designing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robust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locators!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Coordinate-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based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locators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most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fragile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Visual-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based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locators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robust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layout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changes,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fragile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w.r.t.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changes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appearence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elements</a:t>
            </a:r>
            <a:endParaRPr sz="2800">
              <a:latin typeface="Calibri"/>
              <a:cs typeface="Calibri"/>
            </a:endParaRPr>
          </a:p>
          <a:p>
            <a:pPr marL="240029" marR="352425" indent="-227329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Layout-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based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locators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robust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w.r.t.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purely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visual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changes,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but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fragile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w.r.t.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layout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changes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Layout-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based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locators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most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practice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E2E</a:t>
            </a:r>
            <a:r>
              <a:rPr dirty="0" spc="-220"/>
              <a:t> </a:t>
            </a:r>
            <a:r>
              <a:rPr dirty="0" spc="-65"/>
              <a:t>WEB</a:t>
            </a:r>
            <a:r>
              <a:rPr dirty="0" spc="-165"/>
              <a:t> </a:t>
            </a:r>
            <a:r>
              <a:rPr dirty="0" spc="-175"/>
              <a:t>TEST</a:t>
            </a:r>
            <a:r>
              <a:rPr dirty="0" spc="-85"/>
              <a:t> </a:t>
            </a:r>
            <a:r>
              <a:rPr dirty="0" spc="-70"/>
              <a:t>FLAKINESS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93020" cy="428561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E2E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tendency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flaky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i.e.,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behave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inconsistently</a:t>
            </a:r>
            <a:endParaRPr sz="2800">
              <a:latin typeface="Calibri"/>
              <a:cs typeface="Calibri"/>
            </a:endParaRPr>
          </a:p>
          <a:p>
            <a:pPr marL="240029" marR="129286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pass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fail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intermittently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under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identical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conditions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(i.e.,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change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test)</a:t>
            </a:r>
            <a:endParaRPr sz="2800">
              <a:latin typeface="Calibri"/>
              <a:cs typeface="Calibri"/>
            </a:endParaRPr>
          </a:p>
          <a:p>
            <a:pPr marL="240029" marR="84455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unpredictability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often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caused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non-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determinism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related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loading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times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fetching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lvl="1" marL="696595" marR="516255" indent="-227329">
              <a:lnSpc>
                <a:spcPts val="2590"/>
              </a:lnSpc>
              <a:spcBef>
                <a:spcPts val="52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times,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example,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external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resource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takes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longer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return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needs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visualized</a:t>
            </a:r>
            <a:endParaRPr sz="2400">
              <a:latin typeface="Calibri"/>
              <a:cs typeface="Calibri"/>
            </a:endParaRPr>
          </a:p>
          <a:p>
            <a:pPr lvl="1" marL="696595" marR="297180" indent="-227329">
              <a:lnSpc>
                <a:spcPts val="2590"/>
              </a:lnSpc>
              <a:spcBef>
                <a:spcPts val="49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consequence,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try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access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elements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which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been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rendered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yet,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resulting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errors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(element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found)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Flakiness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mitigated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appropriate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waiting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strategies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E2E</a:t>
            </a:r>
            <a:r>
              <a:rPr dirty="0" spc="-204"/>
              <a:t> </a:t>
            </a:r>
            <a:r>
              <a:rPr dirty="0" spc="-175"/>
              <a:t>TEST</a:t>
            </a:r>
            <a:r>
              <a:rPr dirty="0" spc="-85"/>
              <a:t> </a:t>
            </a:r>
            <a:r>
              <a:rPr dirty="0" spc="-35"/>
              <a:t>ISOLATION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96596"/>
            <a:ext cx="9711055" cy="3297554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E2E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run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isolation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24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failure</a:t>
            </a:r>
            <a:r>
              <a:rPr dirty="0" sz="24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carry-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over</a:t>
            </a:r>
            <a:r>
              <a:rPr dirty="0" sz="24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(one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failing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does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affect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subsequent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tests)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execution</a:t>
            </a:r>
            <a:r>
              <a:rPr dirty="0" sz="24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order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does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matter</a:t>
            </a:r>
            <a:r>
              <a:rPr dirty="0" sz="24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(tests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executed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parallel)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executed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independently</a:t>
            </a:r>
            <a:r>
              <a:rPr dirty="0" sz="2400" spc="-2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(easier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debug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E2E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isolation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achieved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two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ways: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Start</a:t>
            </a:r>
            <a:r>
              <a:rPr dirty="0" sz="24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scratch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runs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brand-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new,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clean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environment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ts val="2735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20" b="1">
                <a:solidFill>
                  <a:srgbClr val="111F35"/>
                </a:solidFill>
                <a:latin typeface="Calibri"/>
                <a:cs typeface="Calibri"/>
              </a:rPr>
              <a:t>Clean-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up</a:t>
            </a:r>
            <a:r>
              <a:rPr dirty="0" sz="24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between</a:t>
            </a:r>
            <a:r>
              <a:rPr dirty="0" sz="24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Make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sure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clean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reset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environment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ts val="2735"/>
              </a:lnSpc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between</a:t>
            </a:r>
            <a:r>
              <a:rPr dirty="0" sz="24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E2E</a:t>
            </a:r>
            <a:r>
              <a:rPr dirty="0" spc="-170"/>
              <a:t> </a:t>
            </a:r>
            <a:r>
              <a:rPr dirty="0" spc="-65"/>
              <a:t>WEB</a:t>
            </a:r>
            <a:r>
              <a:rPr dirty="0" spc="-185"/>
              <a:t> </a:t>
            </a:r>
            <a:r>
              <a:rPr dirty="0" spc="-75"/>
              <a:t>TESTING</a:t>
            </a:r>
            <a:r>
              <a:rPr dirty="0" spc="-180"/>
              <a:t> </a:t>
            </a:r>
            <a:r>
              <a:rPr dirty="0" spc="-10"/>
              <a:t>TOOLS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5444" y="1565147"/>
            <a:ext cx="2548255" cy="4612005"/>
          </a:xfrm>
          <a:custGeom>
            <a:avLst/>
            <a:gdLst/>
            <a:ahLst/>
            <a:cxnLst/>
            <a:rect l="l" t="t" r="r" b="b"/>
            <a:pathLst>
              <a:path w="2548254" h="4612005">
                <a:moveTo>
                  <a:pt x="2293366" y="0"/>
                </a:moveTo>
                <a:lnTo>
                  <a:pt x="254812" y="0"/>
                </a:lnTo>
                <a:lnTo>
                  <a:pt x="209010" y="4104"/>
                </a:lnTo>
                <a:lnTo>
                  <a:pt x="165900" y="15936"/>
                </a:lnTo>
                <a:lnTo>
                  <a:pt x="126204" y="34779"/>
                </a:lnTo>
                <a:lnTo>
                  <a:pt x="90640" y="59911"/>
                </a:lnTo>
                <a:lnTo>
                  <a:pt x="59928" y="90615"/>
                </a:lnTo>
                <a:lnTo>
                  <a:pt x="34789" y="126172"/>
                </a:lnTo>
                <a:lnTo>
                  <a:pt x="15941" y="165861"/>
                </a:lnTo>
                <a:lnTo>
                  <a:pt x="4105" y="208964"/>
                </a:lnTo>
                <a:lnTo>
                  <a:pt x="0" y="254762"/>
                </a:lnTo>
                <a:lnTo>
                  <a:pt x="0" y="4356811"/>
                </a:lnTo>
                <a:lnTo>
                  <a:pt x="4105" y="4402613"/>
                </a:lnTo>
                <a:lnTo>
                  <a:pt x="15941" y="4445723"/>
                </a:lnTo>
                <a:lnTo>
                  <a:pt x="34789" y="4485419"/>
                </a:lnTo>
                <a:lnTo>
                  <a:pt x="59928" y="4520983"/>
                </a:lnTo>
                <a:lnTo>
                  <a:pt x="90640" y="4551695"/>
                </a:lnTo>
                <a:lnTo>
                  <a:pt x="126204" y="4576834"/>
                </a:lnTo>
                <a:lnTo>
                  <a:pt x="165900" y="4595682"/>
                </a:lnTo>
                <a:lnTo>
                  <a:pt x="209010" y="4607518"/>
                </a:lnTo>
                <a:lnTo>
                  <a:pt x="254812" y="4611624"/>
                </a:lnTo>
                <a:lnTo>
                  <a:pt x="2293366" y="4611624"/>
                </a:lnTo>
                <a:lnTo>
                  <a:pt x="2339163" y="4607518"/>
                </a:lnTo>
                <a:lnTo>
                  <a:pt x="2382266" y="4595682"/>
                </a:lnTo>
                <a:lnTo>
                  <a:pt x="2421955" y="4576834"/>
                </a:lnTo>
                <a:lnTo>
                  <a:pt x="2457512" y="4551695"/>
                </a:lnTo>
                <a:lnTo>
                  <a:pt x="2488216" y="4520983"/>
                </a:lnTo>
                <a:lnTo>
                  <a:pt x="2513348" y="4485419"/>
                </a:lnTo>
                <a:lnTo>
                  <a:pt x="2532191" y="4445723"/>
                </a:lnTo>
                <a:lnTo>
                  <a:pt x="2544023" y="4402613"/>
                </a:lnTo>
                <a:lnTo>
                  <a:pt x="2548128" y="4356811"/>
                </a:lnTo>
                <a:lnTo>
                  <a:pt x="2548128" y="254762"/>
                </a:lnTo>
                <a:lnTo>
                  <a:pt x="2544023" y="208964"/>
                </a:lnTo>
                <a:lnTo>
                  <a:pt x="2532191" y="165861"/>
                </a:lnTo>
                <a:lnTo>
                  <a:pt x="2513348" y="126172"/>
                </a:lnTo>
                <a:lnTo>
                  <a:pt x="2488216" y="90615"/>
                </a:lnTo>
                <a:lnTo>
                  <a:pt x="2457512" y="59911"/>
                </a:lnTo>
                <a:lnTo>
                  <a:pt x="2421955" y="34779"/>
                </a:lnTo>
                <a:lnTo>
                  <a:pt x="2382266" y="15936"/>
                </a:lnTo>
                <a:lnTo>
                  <a:pt x="2339163" y="4104"/>
                </a:lnTo>
                <a:lnTo>
                  <a:pt x="2293366" y="0"/>
                </a:lnTo>
                <a:close/>
              </a:path>
            </a:pathLst>
          </a:custGeom>
          <a:solidFill>
            <a:srgbClr val="006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87323" y="3371593"/>
            <a:ext cx="1751330" cy="1329055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463550">
              <a:lnSpc>
                <a:spcPct val="100000"/>
              </a:lnSpc>
              <a:spcBef>
                <a:spcPts val="1325"/>
              </a:spcBef>
            </a:pPr>
            <a:r>
              <a:rPr dirty="0" u="sng" sz="26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Selenium</a:t>
            </a:r>
            <a:endParaRPr sz="26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944"/>
              </a:spcBef>
              <a:buChar char="•"/>
              <a:tabLst>
                <a:tab pos="240029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Since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2009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70"/>
              </a:spcBef>
              <a:buChar char="•"/>
              <a:tabLst>
                <a:tab pos="240029" algn="l"/>
              </a:tabLst>
            </a:pP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Cross-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browser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385061" y="1565147"/>
            <a:ext cx="4672965" cy="4612005"/>
            <a:chOff x="1385061" y="1565147"/>
            <a:chExt cx="4672965" cy="461200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1411" y="1842515"/>
              <a:ext cx="1536191" cy="153466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391411" y="1842515"/>
              <a:ext cx="1536700" cy="1534795"/>
            </a:xfrm>
            <a:custGeom>
              <a:avLst/>
              <a:gdLst/>
              <a:ahLst/>
              <a:cxnLst/>
              <a:rect l="l" t="t" r="r" b="b"/>
              <a:pathLst>
                <a:path w="1536700" h="1534795">
                  <a:moveTo>
                    <a:pt x="0" y="767334"/>
                  </a:moveTo>
                  <a:lnTo>
                    <a:pt x="1511" y="718805"/>
                  </a:lnTo>
                  <a:lnTo>
                    <a:pt x="5985" y="671078"/>
                  </a:lnTo>
                  <a:lnTo>
                    <a:pt x="13331" y="624244"/>
                  </a:lnTo>
                  <a:lnTo>
                    <a:pt x="23460" y="578392"/>
                  </a:lnTo>
                  <a:lnTo>
                    <a:pt x="36281" y="533611"/>
                  </a:lnTo>
                  <a:lnTo>
                    <a:pt x="51705" y="489993"/>
                  </a:lnTo>
                  <a:lnTo>
                    <a:pt x="69641" y="447626"/>
                  </a:lnTo>
                  <a:lnTo>
                    <a:pt x="89999" y="406601"/>
                  </a:lnTo>
                  <a:lnTo>
                    <a:pt x="112691" y="367007"/>
                  </a:lnTo>
                  <a:lnTo>
                    <a:pt x="137624" y="328934"/>
                  </a:lnTo>
                  <a:lnTo>
                    <a:pt x="164710" y="292472"/>
                  </a:lnTo>
                  <a:lnTo>
                    <a:pt x="193859" y="257712"/>
                  </a:lnTo>
                  <a:lnTo>
                    <a:pt x="224980" y="224742"/>
                  </a:lnTo>
                  <a:lnTo>
                    <a:pt x="257983" y="193653"/>
                  </a:lnTo>
                  <a:lnTo>
                    <a:pt x="292779" y="164535"/>
                  </a:lnTo>
                  <a:lnTo>
                    <a:pt x="329278" y="137477"/>
                  </a:lnTo>
                  <a:lnTo>
                    <a:pt x="367389" y="112569"/>
                  </a:lnTo>
                  <a:lnTo>
                    <a:pt x="407022" y="89902"/>
                  </a:lnTo>
                  <a:lnTo>
                    <a:pt x="448088" y="69565"/>
                  </a:lnTo>
                  <a:lnTo>
                    <a:pt x="490496" y="51648"/>
                  </a:lnTo>
                  <a:lnTo>
                    <a:pt x="534156" y="36241"/>
                  </a:lnTo>
                  <a:lnTo>
                    <a:pt x="578979" y="23434"/>
                  </a:lnTo>
                  <a:lnTo>
                    <a:pt x="624875" y="13316"/>
                  </a:lnTo>
                  <a:lnTo>
                    <a:pt x="671753" y="5978"/>
                  </a:lnTo>
                  <a:lnTo>
                    <a:pt x="719523" y="1509"/>
                  </a:lnTo>
                  <a:lnTo>
                    <a:pt x="768095" y="0"/>
                  </a:lnTo>
                  <a:lnTo>
                    <a:pt x="816668" y="1509"/>
                  </a:lnTo>
                  <a:lnTo>
                    <a:pt x="864438" y="5978"/>
                  </a:lnTo>
                  <a:lnTo>
                    <a:pt x="911316" y="13316"/>
                  </a:lnTo>
                  <a:lnTo>
                    <a:pt x="957212" y="23434"/>
                  </a:lnTo>
                  <a:lnTo>
                    <a:pt x="1002035" y="36241"/>
                  </a:lnTo>
                  <a:lnTo>
                    <a:pt x="1045695" y="51648"/>
                  </a:lnTo>
                  <a:lnTo>
                    <a:pt x="1088103" y="69565"/>
                  </a:lnTo>
                  <a:lnTo>
                    <a:pt x="1129169" y="89902"/>
                  </a:lnTo>
                  <a:lnTo>
                    <a:pt x="1168802" y="112569"/>
                  </a:lnTo>
                  <a:lnTo>
                    <a:pt x="1206913" y="137477"/>
                  </a:lnTo>
                  <a:lnTo>
                    <a:pt x="1243412" y="164535"/>
                  </a:lnTo>
                  <a:lnTo>
                    <a:pt x="1278208" y="193653"/>
                  </a:lnTo>
                  <a:lnTo>
                    <a:pt x="1311211" y="224742"/>
                  </a:lnTo>
                  <a:lnTo>
                    <a:pt x="1342332" y="257712"/>
                  </a:lnTo>
                  <a:lnTo>
                    <a:pt x="1371481" y="292472"/>
                  </a:lnTo>
                  <a:lnTo>
                    <a:pt x="1398567" y="328934"/>
                  </a:lnTo>
                  <a:lnTo>
                    <a:pt x="1423500" y="367007"/>
                  </a:lnTo>
                  <a:lnTo>
                    <a:pt x="1446192" y="406601"/>
                  </a:lnTo>
                  <a:lnTo>
                    <a:pt x="1466550" y="447626"/>
                  </a:lnTo>
                  <a:lnTo>
                    <a:pt x="1484486" y="489993"/>
                  </a:lnTo>
                  <a:lnTo>
                    <a:pt x="1499910" y="533611"/>
                  </a:lnTo>
                  <a:lnTo>
                    <a:pt x="1512731" y="578392"/>
                  </a:lnTo>
                  <a:lnTo>
                    <a:pt x="1522860" y="624244"/>
                  </a:lnTo>
                  <a:lnTo>
                    <a:pt x="1530206" y="671078"/>
                  </a:lnTo>
                  <a:lnTo>
                    <a:pt x="1534680" y="718805"/>
                  </a:lnTo>
                  <a:lnTo>
                    <a:pt x="1536192" y="767334"/>
                  </a:lnTo>
                  <a:lnTo>
                    <a:pt x="1534680" y="815862"/>
                  </a:lnTo>
                  <a:lnTo>
                    <a:pt x="1530206" y="863589"/>
                  </a:lnTo>
                  <a:lnTo>
                    <a:pt x="1522860" y="910423"/>
                  </a:lnTo>
                  <a:lnTo>
                    <a:pt x="1512731" y="956275"/>
                  </a:lnTo>
                  <a:lnTo>
                    <a:pt x="1499910" y="1001056"/>
                  </a:lnTo>
                  <a:lnTo>
                    <a:pt x="1484486" y="1044674"/>
                  </a:lnTo>
                  <a:lnTo>
                    <a:pt x="1466550" y="1087041"/>
                  </a:lnTo>
                  <a:lnTo>
                    <a:pt x="1446192" y="1128066"/>
                  </a:lnTo>
                  <a:lnTo>
                    <a:pt x="1423500" y="1167660"/>
                  </a:lnTo>
                  <a:lnTo>
                    <a:pt x="1398567" y="1205733"/>
                  </a:lnTo>
                  <a:lnTo>
                    <a:pt x="1371481" y="1242195"/>
                  </a:lnTo>
                  <a:lnTo>
                    <a:pt x="1342332" y="1276955"/>
                  </a:lnTo>
                  <a:lnTo>
                    <a:pt x="1311211" y="1309925"/>
                  </a:lnTo>
                  <a:lnTo>
                    <a:pt x="1278208" y="1341014"/>
                  </a:lnTo>
                  <a:lnTo>
                    <a:pt x="1243412" y="1370132"/>
                  </a:lnTo>
                  <a:lnTo>
                    <a:pt x="1206913" y="1397190"/>
                  </a:lnTo>
                  <a:lnTo>
                    <a:pt x="1168802" y="1422098"/>
                  </a:lnTo>
                  <a:lnTo>
                    <a:pt x="1129169" y="1444765"/>
                  </a:lnTo>
                  <a:lnTo>
                    <a:pt x="1088103" y="1465102"/>
                  </a:lnTo>
                  <a:lnTo>
                    <a:pt x="1045695" y="1483019"/>
                  </a:lnTo>
                  <a:lnTo>
                    <a:pt x="1002035" y="1498426"/>
                  </a:lnTo>
                  <a:lnTo>
                    <a:pt x="957212" y="1511233"/>
                  </a:lnTo>
                  <a:lnTo>
                    <a:pt x="911316" y="1521351"/>
                  </a:lnTo>
                  <a:lnTo>
                    <a:pt x="864438" y="1528689"/>
                  </a:lnTo>
                  <a:lnTo>
                    <a:pt x="816668" y="1533158"/>
                  </a:lnTo>
                  <a:lnTo>
                    <a:pt x="768095" y="1534668"/>
                  </a:lnTo>
                  <a:lnTo>
                    <a:pt x="719523" y="1533158"/>
                  </a:lnTo>
                  <a:lnTo>
                    <a:pt x="671753" y="1528689"/>
                  </a:lnTo>
                  <a:lnTo>
                    <a:pt x="624875" y="1521351"/>
                  </a:lnTo>
                  <a:lnTo>
                    <a:pt x="578979" y="1511233"/>
                  </a:lnTo>
                  <a:lnTo>
                    <a:pt x="534156" y="1498426"/>
                  </a:lnTo>
                  <a:lnTo>
                    <a:pt x="490496" y="1483019"/>
                  </a:lnTo>
                  <a:lnTo>
                    <a:pt x="448088" y="1465102"/>
                  </a:lnTo>
                  <a:lnTo>
                    <a:pt x="407022" y="1444765"/>
                  </a:lnTo>
                  <a:lnTo>
                    <a:pt x="367389" y="1422098"/>
                  </a:lnTo>
                  <a:lnTo>
                    <a:pt x="329278" y="1397190"/>
                  </a:lnTo>
                  <a:lnTo>
                    <a:pt x="292779" y="1370132"/>
                  </a:lnTo>
                  <a:lnTo>
                    <a:pt x="257983" y="1341014"/>
                  </a:lnTo>
                  <a:lnTo>
                    <a:pt x="224980" y="1309925"/>
                  </a:lnTo>
                  <a:lnTo>
                    <a:pt x="193859" y="1276955"/>
                  </a:lnTo>
                  <a:lnTo>
                    <a:pt x="164710" y="1242195"/>
                  </a:lnTo>
                  <a:lnTo>
                    <a:pt x="137624" y="1205733"/>
                  </a:lnTo>
                  <a:lnTo>
                    <a:pt x="112691" y="1167660"/>
                  </a:lnTo>
                  <a:lnTo>
                    <a:pt x="89999" y="1128066"/>
                  </a:lnTo>
                  <a:lnTo>
                    <a:pt x="69641" y="1087041"/>
                  </a:lnTo>
                  <a:lnTo>
                    <a:pt x="51705" y="1044674"/>
                  </a:lnTo>
                  <a:lnTo>
                    <a:pt x="36281" y="1001056"/>
                  </a:lnTo>
                  <a:lnTo>
                    <a:pt x="23460" y="956275"/>
                  </a:lnTo>
                  <a:lnTo>
                    <a:pt x="13331" y="910423"/>
                  </a:lnTo>
                  <a:lnTo>
                    <a:pt x="5985" y="863589"/>
                  </a:lnTo>
                  <a:lnTo>
                    <a:pt x="1511" y="815862"/>
                  </a:lnTo>
                  <a:lnTo>
                    <a:pt x="0" y="767334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509772" y="1565147"/>
              <a:ext cx="2548255" cy="4612005"/>
            </a:xfrm>
            <a:custGeom>
              <a:avLst/>
              <a:gdLst/>
              <a:ahLst/>
              <a:cxnLst/>
              <a:rect l="l" t="t" r="r" b="b"/>
              <a:pathLst>
                <a:path w="2548254" h="4612005">
                  <a:moveTo>
                    <a:pt x="2293366" y="0"/>
                  </a:moveTo>
                  <a:lnTo>
                    <a:pt x="254762" y="0"/>
                  </a:lnTo>
                  <a:lnTo>
                    <a:pt x="208964" y="4104"/>
                  </a:lnTo>
                  <a:lnTo>
                    <a:pt x="165861" y="15936"/>
                  </a:lnTo>
                  <a:lnTo>
                    <a:pt x="126172" y="34779"/>
                  </a:lnTo>
                  <a:lnTo>
                    <a:pt x="90615" y="59911"/>
                  </a:lnTo>
                  <a:lnTo>
                    <a:pt x="59911" y="90615"/>
                  </a:lnTo>
                  <a:lnTo>
                    <a:pt x="34779" y="126172"/>
                  </a:lnTo>
                  <a:lnTo>
                    <a:pt x="15936" y="165861"/>
                  </a:lnTo>
                  <a:lnTo>
                    <a:pt x="4104" y="208964"/>
                  </a:lnTo>
                  <a:lnTo>
                    <a:pt x="0" y="254762"/>
                  </a:lnTo>
                  <a:lnTo>
                    <a:pt x="0" y="4356811"/>
                  </a:lnTo>
                  <a:lnTo>
                    <a:pt x="4104" y="4402613"/>
                  </a:lnTo>
                  <a:lnTo>
                    <a:pt x="15936" y="4445723"/>
                  </a:lnTo>
                  <a:lnTo>
                    <a:pt x="34779" y="4485419"/>
                  </a:lnTo>
                  <a:lnTo>
                    <a:pt x="59911" y="4520983"/>
                  </a:lnTo>
                  <a:lnTo>
                    <a:pt x="90615" y="4551695"/>
                  </a:lnTo>
                  <a:lnTo>
                    <a:pt x="126172" y="4576834"/>
                  </a:lnTo>
                  <a:lnTo>
                    <a:pt x="165861" y="4595682"/>
                  </a:lnTo>
                  <a:lnTo>
                    <a:pt x="208964" y="4607518"/>
                  </a:lnTo>
                  <a:lnTo>
                    <a:pt x="254762" y="4611624"/>
                  </a:lnTo>
                  <a:lnTo>
                    <a:pt x="2293366" y="4611624"/>
                  </a:lnTo>
                  <a:lnTo>
                    <a:pt x="2339163" y="4607518"/>
                  </a:lnTo>
                  <a:lnTo>
                    <a:pt x="2382266" y="4595682"/>
                  </a:lnTo>
                  <a:lnTo>
                    <a:pt x="2421955" y="4576834"/>
                  </a:lnTo>
                  <a:lnTo>
                    <a:pt x="2457512" y="4551695"/>
                  </a:lnTo>
                  <a:lnTo>
                    <a:pt x="2488216" y="4520983"/>
                  </a:lnTo>
                  <a:lnTo>
                    <a:pt x="2513348" y="4485419"/>
                  </a:lnTo>
                  <a:lnTo>
                    <a:pt x="2532191" y="4445723"/>
                  </a:lnTo>
                  <a:lnTo>
                    <a:pt x="2544023" y="4402613"/>
                  </a:lnTo>
                  <a:lnTo>
                    <a:pt x="2548128" y="4356811"/>
                  </a:lnTo>
                  <a:lnTo>
                    <a:pt x="2548128" y="254762"/>
                  </a:lnTo>
                  <a:lnTo>
                    <a:pt x="2544023" y="208964"/>
                  </a:lnTo>
                  <a:lnTo>
                    <a:pt x="2532191" y="165861"/>
                  </a:lnTo>
                  <a:lnTo>
                    <a:pt x="2513348" y="126172"/>
                  </a:lnTo>
                  <a:lnTo>
                    <a:pt x="2488216" y="90615"/>
                  </a:lnTo>
                  <a:lnTo>
                    <a:pt x="2457512" y="59911"/>
                  </a:lnTo>
                  <a:lnTo>
                    <a:pt x="2421955" y="34779"/>
                  </a:lnTo>
                  <a:lnTo>
                    <a:pt x="2382266" y="15936"/>
                  </a:lnTo>
                  <a:lnTo>
                    <a:pt x="2339163" y="4104"/>
                  </a:lnTo>
                  <a:lnTo>
                    <a:pt x="2293366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3712209" y="3371593"/>
            <a:ext cx="1729739" cy="1329055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573405">
              <a:lnSpc>
                <a:spcPct val="100000"/>
              </a:lnSpc>
              <a:spcBef>
                <a:spcPts val="1325"/>
              </a:spcBef>
            </a:pPr>
            <a:r>
              <a:rPr dirty="0" u="sng" sz="26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4"/>
              </a:rPr>
              <a:t>Cypress</a:t>
            </a:r>
            <a:endParaRPr sz="26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944"/>
              </a:spcBef>
              <a:buChar char="•"/>
              <a:tabLst>
                <a:tab pos="240029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Since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2014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70"/>
              </a:spcBef>
              <a:buChar char="•"/>
              <a:tabLst>
                <a:tab pos="240029" algn="l"/>
              </a:tabLst>
            </a:pP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Cross-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browser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009390" y="1565147"/>
            <a:ext cx="4672965" cy="4612005"/>
            <a:chOff x="4009390" y="1565147"/>
            <a:chExt cx="4672965" cy="4612005"/>
          </a:xfrm>
        </p:grpSpPr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15740" y="1842515"/>
              <a:ext cx="1536192" cy="1534668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4015740" y="1842515"/>
              <a:ext cx="1536700" cy="1534795"/>
            </a:xfrm>
            <a:custGeom>
              <a:avLst/>
              <a:gdLst/>
              <a:ahLst/>
              <a:cxnLst/>
              <a:rect l="l" t="t" r="r" b="b"/>
              <a:pathLst>
                <a:path w="1536700" h="1534795">
                  <a:moveTo>
                    <a:pt x="0" y="767334"/>
                  </a:moveTo>
                  <a:lnTo>
                    <a:pt x="1511" y="718805"/>
                  </a:lnTo>
                  <a:lnTo>
                    <a:pt x="5985" y="671078"/>
                  </a:lnTo>
                  <a:lnTo>
                    <a:pt x="13331" y="624244"/>
                  </a:lnTo>
                  <a:lnTo>
                    <a:pt x="23460" y="578392"/>
                  </a:lnTo>
                  <a:lnTo>
                    <a:pt x="36281" y="533611"/>
                  </a:lnTo>
                  <a:lnTo>
                    <a:pt x="51705" y="489993"/>
                  </a:lnTo>
                  <a:lnTo>
                    <a:pt x="69641" y="447626"/>
                  </a:lnTo>
                  <a:lnTo>
                    <a:pt x="89999" y="406601"/>
                  </a:lnTo>
                  <a:lnTo>
                    <a:pt x="112691" y="367007"/>
                  </a:lnTo>
                  <a:lnTo>
                    <a:pt x="137624" y="328934"/>
                  </a:lnTo>
                  <a:lnTo>
                    <a:pt x="164710" y="292472"/>
                  </a:lnTo>
                  <a:lnTo>
                    <a:pt x="193859" y="257712"/>
                  </a:lnTo>
                  <a:lnTo>
                    <a:pt x="224980" y="224742"/>
                  </a:lnTo>
                  <a:lnTo>
                    <a:pt x="257983" y="193653"/>
                  </a:lnTo>
                  <a:lnTo>
                    <a:pt x="292779" y="164535"/>
                  </a:lnTo>
                  <a:lnTo>
                    <a:pt x="329278" y="137477"/>
                  </a:lnTo>
                  <a:lnTo>
                    <a:pt x="367389" y="112569"/>
                  </a:lnTo>
                  <a:lnTo>
                    <a:pt x="407022" y="89902"/>
                  </a:lnTo>
                  <a:lnTo>
                    <a:pt x="448088" y="69565"/>
                  </a:lnTo>
                  <a:lnTo>
                    <a:pt x="490496" y="51648"/>
                  </a:lnTo>
                  <a:lnTo>
                    <a:pt x="534156" y="36241"/>
                  </a:lnTo>
                  <a:lnTo>
                    <a:pt x="578979" y="23434"/>
                  </a:lnTo>
                  <a:lnTo>
                    <a:pt x="624875" y="13316"/>
                  </a:lnTo>
                  <a:lnTo>
                    <a:pt x="671753" y="5978"/>
                  </a:lnTo>
                  <a:lnTo>
                    <a:pt x="719523" y="1509"/>
                  </a:lnTo>
                  <a:lnTo>
                    <a:pt x="768096" y="0"/>
                  </a:lnTo>
                  <a:lnTo>
                    <a:pt x="816668" y="1509"/>
                  </a:lnTo>
                  <a:lnTo>
                    <a:pt x="864438" y="5978"/>
                  </a:lnTo>
                  <a:lnTo>
                    <a:pt x="911316" y="13316"/>
                  </a:lnTo>
                  <a:lnTo>
                    <a:pt x="957212" y="23434"/>
                  </a:lnTo>
                  <a:lnTo>
                    <a:pt x="1002035" y="36241"/>
                  </a:lnTo>
                  <a:lnTo>
                    <a:pt x="1045695" y="51648"/>
                  </a:lnTo>
                  <a:lnTo>
                    <a:pt x="1088103" y="69565"/>
                  </a:lnTo>
                  <a:lnTo>
                    <a:pt x="1129169" y="89902"/>
                  </a:lnTo>
                  <a:lnTo>
                    <a:pt x="1168802" y="112569"/>
                  </a:lnTo>
                  <a:lnTo>
                    <a:pt x="1206913" y="137477"/>
                  </a:lnTo>
                  <a:lnTo>
                    <a:pt x="1243412" y="164535"/>
                  </a:lnTo>
                  <a:lnTo>
                    <a:pt x="1278208" y="193653"/>
                  </a:lnTo>
                  <a:lnTo>
                    <a:pt x="1311211" y="224742"/>
                  </a:lnTo>
                  <a:lnTo>
                    <a:pt x="1342332" y="257712"/>
                  </a:lnTo>
                  <a:lnTo>
                    <a:pt x="1371481" y="292472"/>
                  </a:lnTo>
                  <a:lnTo>
                    <a:pt x="1398567" y="328934"/>
                  </a:lnTo>
                  <a:lnTo>
                    <a:pt x="1423500" y="367007"/>
                  </a:lnTo>
                  <a:lnTo>
                    <a:pt x="1446192" y="406601"/>
                  </a:lnTo>
                  <a:lnTo>
                    <a:pt x="1466550" y="447626"/>
                  </a:lnTo>
                  <a:lnTo>
                    <a:pt x="1484486" y="489993"/>
                  </a:lnTo>
                  <a:lnTo>
                    <a:pt x="1499910" y="533611"/>
                  </a:lnTo>
                  <a:lnTo>
                    <a:pt x="1512731" y="578392"/>
                  </a:lnTo>
                  <a:lnTo>
                    <a:pt x="1522860" y="624244"/>
                  </a:lnTo>
                  <a:lnTo>
                    <a:pt x="1530206" y="671078"/>
                  </a:lnTo>
                  <a:lnTo>
                    <a:pt x="1534680" y="718805"/>
                  </a:lnTo>
                  <a:lnTo>
                    <a:pt x="1536192" y="767334"/>
                  </a:lnTo>
                  <a:lnTo>
                    <a:pt x="1534680" y="815862"/>
                  </a:lnTo>
                  <a:lnTo>
                    <a:pt x="1530206" y="863589"/>
                  </a:lnTo>
                  <a:lnTo>
                    <a:pt x="1522860" y="910423"/>
                  </a:lnTo>
                  <a:lnTo>
                    <a:pt x="1512731" y="956275"/>
                  </a:lnTo>
                  <a:lnTo>
                    <a:pt x="1499910" y="1001056"/>
                  </a:lnTo>
                  <a:lnTo>
                    <a:pt x="1484486" y="1044674"/>
                  </a:lnTo>
                  <a:lnTo>
                    <a:pt x="1466550" y="1087041"/>
                  </a:lnTo>
                  <a:lnTo>
                    <a:pt x="1446192" y="1128066"/>
                  </a:lnTo>
                  <a:lnTo>
                    <a:pt x="1423500" y="1167660"/>
                  </a:lnTo>
                  <a:lnTo>
                    <a:pt x="1398567" y="1205733"/>
                  </a:lnTo>
                  <a:lnTo>
                    <a:pt x="1371481" y="1242195"/>
                  </a:lnTo>
                  <a:lnTo>
                    <a:pt x="1342332" y="1276955"/>
                  </a:lnTo>
                  <a:lnTo>
                    <a:pt x="1311211" y="1309925"/>
                  </a:lnTo>
                  <a:lnTo>
                    <a:pt x="1278208" y="1341014"/>
                  </a:lnTo>
                  <a:lnTo>
                    <a:pt x="1243412" y="1370132"/>
                  </a:lnTo>
                  <a:lnTo>
                    <a:pt x="1206913" y="1397190"/>
                  </a:lnTo>
                  <a:lnTo>
                    <a:pt x="1168802" y="1422098"/>
                  </a:lnTo>
                  <a:lnTo>
                    <a:pt x="1129169" y="1444765"/>
                  </a:lnTo>
                  <a:lnTo>
                    <a:pt x="1088103" y="1465102"/>
                  </a:lnTo>
                  <a:lnTo>
                    <a:pt x="1045695" y="1483019"/>
                  </a:lnTo>
                  <a:lnTo>
                    <a:pt x="1002035" y="1498426"/>
                  </a:lnTo>
                  <a:lnTo>
                    <a:pt x="957212" y="1511233"/>
                  </a:lnTo>
                  <a:lnTo>
                    <a:pt x="911316" y="1521351"/>
                  </a:lnTo>
                  <a:lnTo>
                    <a:pt x="864438" y="1528689"/>
                  </a:lnTo>
                  <a:lnTo>
                    <a:pt x="816668" y="1533158"/>
                  </a:lnTo>
                  <a:lnTo>
                    <a:pt x="768096" y="1534668"/>
                  </a:lnTo>
                  <a:lnTo>
                    <a:pt x="719523" y="1533158"/>
                  </a:lnTo>
                  <a:lnTo>
                    <a:pt x="671753" y="1528689"/>
                  </a:lnTo>
                  <a:lnTo>
                    <a:pt x="624875" y="1521351"/>
                  </a:lnTo>
                  <a:lnTo>
                    <a:pt x="578979" y="1511233"/>
                  </a:lnTo>
                  <a:lnTo>
                    <a:pt x="534156" y="1498426"/>
                  </a:lnTo>
                  <a:lnTo>
                    <a:pt x="490496" y="1483019"/>
                  </a:lnTo>
                  <a:lnTo>
                    <a:pt x="448088" y="1465102"/>
                  </a:lnTo>
                  <a:lnTo>
                    <a:pt x="407022" y="1444765"/>
                  </a:lnTo>
                  <a:lnTo>
                    <a:pt x="367389" y="1422098"/>
                  </a:lnTo>
                  <a:lnTo>
                    <a:pt x="329278" y="1397190"/>
                  </a:lnTo>
                  <a:lnTo>
                    <a:pt x="292779" y="1370132"/>
                  </a:lnTo>
                  <a:lnTo>
                    <a:pt x="257983" y="1341014"/>
                  </a:lnTo>
                  <a:lnTo>
                    <a:pt x="224980" y="1309925"/>
                  </a:lnTo>
                  <a:lnTo>
                    <a:pt x="193859" y="1276955"/>
                  </a:lnTo>
                  <a:lnTo>
                    <a:pt x="164710" y="1242195"/>
                  </a:lnTo>
                  <a:lnTo>
                    <a:pt x="137624" y="1205733"/>
                  </a:lnTo>
                  <a:lnTo>
                    <a:pt x="112691" y="1167660"/>
                  </a:lnTo>
                  <a:lnTo>
                    <a:pt x="89999" y="1128066"/>
                  </a:lnTo>
                  <a:lnTo>
                    <a:pt x="69641" y="1087041"/>
                  </a:lnTo>
                  <a:lnTo>
                    <a:pt x="51705" y="1044674"/>
                  </a:lnTo>
                  <a:lnTo>
                    <a:pt x="36281" y="1001056"/>
                  </a:lnTo>
                  <a:lnTo>
                    <a:pt x="23460" y="956275"/>
                  </a:lnTo>
                  <a:lnTo>
                    <a:pt x="13331" y="910423"/>
                  </a:lnTo>
                  <a:lnTo>
                    <a:pt x="5985" y="863589"/>
                  </a:lnTo>
                  <a:lnTo>
                    <a:pt x="1511" y="815862"/>
                  </a:lnTo>
                  <a:lnTo>
                    <a:pt x="0" y="7673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134100" y="1565147"/>
              <a:ext cx="2548255" cy="4612005"/>
            </a:xfrm>
            <a:custGeom>
              <a:avLst/>
              <a:gdLst/>
              <a:ahLst/>
              <a:cxnLst/>
              <a:rect l="l" t="t" r="r" b="b"/>
              <a:pathLst>
                <a:path w="2548254" h="4612005">
                  <a:moveTo>
                    <a:pt x="2293366" y="0"/>
                  </a:moveTo>
                  <a:lnTo>
                    <a:pt x="254762" y="0"/>
                  </a:lnTo>
                  <a:lnTo>
                    <a:pt x="208964" y="4104"/>
                  </a:lnTo>
                  <a:lnTo>
                    <a:pt x="165861" y="15936"/>
                  </a:lnTo>
                  <a:lnTo>
                    <a:pt x="126172" y="34779"/>
                  </a:lnTo>
                  <a:lnTo>
                    <a:pt x="90615" y="59911"/>
                  </a:lnTo>
                  <a:lnTo>
                    <a:pt x="59911" y="90615"/>
                  </a:lnTo>
                  <a:lnTo>
                    <a:pt x="34779" y="126172"/>
                  </a:lnTo>
                  <a:lnTo>
                    <a:pt x="15936" y="165861"/>
                  </a:lnTo>
                  <a:lnTo>
                    <a:pt x="4104" y="208964"/>
                  </a:lnTo>
                  <a:lnTo>
                    <a:pt x="0" y="254762"/>
                  </a:lnTo>
                  <a:lnTo>
                    <a:pt x="0" y="4356811"/>
                  </a:lnTo>
                  <a:lnTo>
                    <a:pt x="4104" y="4402613"/>
                  </a:lnTo>
                  <a:lnTo>
                    <a:pt x="15936" y="4445723"/>
                  </a:lnTo>
                  <a:lnTo>
                    <a:pt x="34779" y="4485419"/>
                  </a:lnTo>
                  <a:lnTo>
                    <a:pt x="59911" y="4520983"/>
                  </a:lnTo>
                  <a:lnTo>
                    <a:pt x="90615" y="4551695"/>
                  </a:lnTo>
                  <a:lnTo>
                    <a:pt x="126172" y="4576834"/>
                  </a:lnTo>
                  <a:lnTo>
                    <a:pt x="165861" y="4595682"/>
                  </a:lnTo>
                  <a:lnTo>
                    <a:pt x="208964" y="4607518"/>
                  </a:lnTo>
                  <a:lnTo>
                    <a:pt x="254762" y="4611624"/>
                  </a:lnTo>
                  <a:lnTo>
                    <a:pt x="2293366" y="4611624"/>
                  </a:lnTo>
                  <a:lnTo>
                    <a:pt x="2339163" y="4607518"/>
                  </a:lnTo>
                  <a:lnTo>
                    <a:pt x="2382266" y="4595682"/>
                  </a:lnTo>
                  <a:lnTo>
                    <a:pt x="2421955" y="4576834"/>
                  </a:lnTo>
                  <a:lnTo>
                    <a:pt x="2457512" y="4551695"/>
                  </a:lnTo>
                  <a:lnTo>
                    <a:pt x="2488216" y="4520983"/>
                  </a:lnTo>
                  <a:lnTo>
                    <a:pt x="2513348" y="4485419"/>
                  </a:lnTo>
                  <a:lnTo>
                    <a:pt x="2532191" y="4445723"/>
                  </a:lnTo>
                  <a:lnTo>
                    <a:pt x="2544023" y="4402613"/>
                  </a:lnTo>
                  <a:lnTo>
                    <a:pt x="2548128" y="4356811"/>
                  </a:lnTo>
                  <a:lnTo>
                    <a:pt x="2548128" y="254762"/>
                  </a:lnTo>
                  <a:lnTo>
                    <a:pt x="2544023" y="208964"/>
                  </a:lnTo>
                  <a:lnTo>
                    <a:pt x="2532191" y="165861"/>
                  </a:lnTo>
                  <a:lnTo>
                    <a:pt x="2513348" y="126172"/>
                  </a:lnTo>
                  <a:lnTo>
                    <a:pt x="2488216" y="90615"/>
                  </a:lnTo>
                  <a:lnTo>
                    <a:pt x="2457512" y="59911"/>
                  </a:lnTo>
                  <a:lnTo>
                    <a:pt x="2421955" y="34779"/>
                  </a:lnTo>
                  <a:lnTo>
                    <a:pt x="2382266" y="15936"/>
                  </a:lnTo>
                  <a:lnTo>
                    <a:pt x="2339163" y="4104"/>
                  </a:lnTo>
                  <a:lnTo>
                    <a:pt x="2293366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6330441" y="3371593"/>
            <a:ext cx="2030730" cy="1653539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386080">
              <a:lnSpc>
                <a:spcPct val="100000"/>
              </a:lnSpc>
              <a:spcBef>
                <a:spcPts val="1325"/>
              </a:spcBef>
            </a:pPr>
            <a:r>
              <a:rPr dirty="0" u="sng" sz="26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6"/>
              </a:rPr>
              <a:t>Puppeteer</a:t>
            </a:r>
            <a:endParaRPr sz="26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944"/>
              </a:spcBef>
              <a:buChar char="•"/>
              <a:tabLst>
                <a:tab pos="240029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70"/>
              </a:spcBef>
              <a:buChar char="•"/>
              <a:tabLst>
                <a:tab pos="240029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Since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2017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60"/>
              </a:spcBef>
              <a:buChar char="•"/>
              <a:tabLst>
                <a:tab pos="240029" algn="l"/>
              </a:tabLst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Chrome-oriented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633718" y="1565147"/>
            <a:ext cx="4672965" cy="4612005"/>
            <a:chOff x="6633718" y="1565147"/>
            <a:chExt cx="4672965" cy="4612005"/>
          </a:xfrm>
        </p:grpSpPr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40068" y="1842515"/>
              <a:ext cx="1536191" cy="1534667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6640068" y="1842515"/>
              <a:ext cx="1536700" cy="1534795"/>
            </a:xfrm>
            <a:custGeom>
              <a:avLst/>
              <a:gdLst/>
              <a:ahLst/>
              <a:cxnLst/>
              <a:rect l="l" t="t" r="r" b="b"/>
              <a:pathLst>
                <a:path w="1536700" h="1534795">
                  <a:moveTo>
                    <a:pt x="0" y="767334"/>
                  </a:moveTo>
                  <a:lnTo>
                    <a:pt x="1511" y="718805"/>
                  </a:lnTo>
                  <a:lnTo>
                    <a:pt x="5985" y="671078"/>
                  </a:lnTo>
                  <a:lnTo>
                    <a:pt x="13331" y="624244"/>
                  </a:lnTo>
                  <a:lnTo>
                    <a:pt x="23460" y="578392"/>
                  </a:lnTo>
                  <a:lnTo>
                    <a:pt x="36281" y="533611"/>
                  </a:lnTo>
                  <a:lnTo>
                    <a:pt x="51705" y="489993"/>
                  </a:lnTo>
                  <a:lnTo>
                    <a:pt x="69641" y="447626"/>
                  </a:lnTo>
                  <a:lnTo>
                    <a:pt x="89999" y="406601"/>
                  </a:lnTo>
                  <a:lnTo>
                    <a:pt x="112691" y="367007"/>
                  </a:lnTo>
                  <a:lnTo>
                    <a:pt x="137624" y="328934"/>
                  </a:lnTo>
                  <a:lnTo>
                    <a:pt x="164710" y="292472"/>
                  </a:lnTo>
                  <a:lnTo>
                    <a:pt x="193859" y="257712"/>
                  </a:lnTo>
                  <a:lnTo>
                    <a:pt x="224980" y="224742"/>
                  </a:lnTo>
                  <a:lnTo>
                    <a:pt x="257983" y="193653"/>
                  </a:lnTo>
                  <a:lnTo>
                    <a:pt x="292779" y="164535"/>
                  </a:lnTo>
                  <a:lnTo>
                    <a:pt x="329278" y="137477"/>
                  </a:lnTo>
                  <a:lnTo>
                    <a:pt x="367389" y="112569"/>
                  </a:lnTo>
                  <a:lnTo>
                    <a:pt x="407022" y="89902"/>
                  </a:lnTo>
                  <a:lnTo>
                    <a:pt x="448088" y="69565"/>
                  </a:lnTo>
                  <a:lnTo>
                    <a:pt x="490496" y="51648"/>
                  </a:lnTo>
                  <a:lnTo>
                    <a:pt x="534156" y="36241"/>
                  </a:lnTo>
                  <a:lnTo>
                    <a:pt x="578979" y="23434"/>
                  </a:lnTo>
                  <a:lnTo>
                    <a:pt x="624875" y="13316"/>
                  </a:lnTo>
                  <a:lnTo>
                    <a:pt x="671753" y="5978"/>
                  </a:lnTo>
                  <a:lnTo>
                    <a:pt x="719523" y="1509"/>
                  </a:lnTo>
                  <a:lnTo>
                    <a:pt x="768096" y="0"/>
                  </a:lnTo>
                  <a:lnTo>
                    <a:pt x="816668" y="1509"/>
                  </a:lnTo>
                  <a:lnTo>
                    <a:pt x="864438" y="5978"/>
                  </a:lnTo>
                  <a:lnTo>
                    <a:pt x="911316" y="13316"/>
                  </a:lnTo>
                  <a:lnTo>
                    <a:pt x="957212" y="23434"/>
                  </a:lnTo>
                  <a:lnTo>
                    <a:pt x="1002035" y="36241"/>
                  </a:lnTo>
                  <a:lnTo>
                    <a:pt x="1045695" y="51648"/>
                  </a:lnTo>
                  <a:lnTo>
                    <a:pt x="1088103" y="69565"/>
                  </a:lnTo>
                  <a:lnTo>
                    <a:pt x="1129169" y="89902"/>
                  </a:lnTo>
                  <a:lnTo>
                    <a:pt x="1168802" y="112569"/>
                  </a:lnTo>
                  <a:lnTo>
                    <a:pt x="1206913" y="137477"/>
                  </a:lnTo>
                  <a:lnTo>
                    <a:pt x="1243412" y="164535"/>
                  </a:lnTo>
                  <a:lnTo>
                    <a:pt x="1278208" y="193653"/>
                  </a:lnTo>
                  <a:lnTo>
                    <a:pt x="1311211" y="224742"/>
                  </a:lnTo>
                  <a:lnTo>
                    <a:pt x="1342332" y="257712"/>
                  </a:lnTo>
                  <a:lnTo>
                    <a:pt x="1371481" y="292472"/>
                  </a:lnTo>
                  <a:lnTo>
                    <a:pt x="1398567" y="328934"/>
                  </a:lnTo>
                  <a:lnTo>
                    <a:pt x="1423500" y="367007"/>
                  </a:lnTo>
                  <a:lnTo>
                    <a:pt x="1446192" y="406601"/>
                  </a:lnTo>
                  <a:lnTo>
                    <a:pt x="1466550" y="447626"/>
                  </a:lnTo>
                  <a:lnTo>
                    <a:pt x="1484486" y="489993"/>
                  </a:lnTo>
                  <a:lnTo>
                    <a:pt x="1499910" y="533611"/>
                  </a:lnTo>
                  <a:lnTo>
                    <a:pt x="1512731" y="578392"/>
                  </a:lnTo>
                  <a:lnTo>
                    <a:pt x="1522860" y="624244"/>
                  </a:lnTo>
                  <a:lnTo>
                    <a:pt x="1530206" y="671078"/>
                  </a:lnTo>
                  <a:lnTo>
                    <a:pt x="1534680" y="718805"/>
                  </a:lnTo>
                  <a:lnTo>
                    <a:pt x="1536191" y="767334"/>
                  </a:lnTo>
                  <a:lnTo>
                    <a:pt x="1534680" y="815862"/>
                  </a:lnTo>
                  <a:lnTo>
                    <a:pt x="1530206" y="863589"/>
                  </a:lnTo>
                  <a:lnTo>
                    <a:pt x="1522860" y="910423"/>
                  </a:lnTo>
                  <a:lnTo>
                    <a:pt x="1512731" y="956275"/>
                  </a:lnTo>
                  <a:lnTo>
                    <a:pt x="1499910" y="1001056"/>
                  </a:lnTo>
                  <a:lnTo>
                    <a:pt x="1484486" y="1044674"/>
                  </a:lnTo>
                  <a:lnTo>
                    <a:pt x="1466550" y="1087041"/>
                  </a:lnTo>
                  <a:lnTo>
                    <a:pt x="1446192" y="1128066"/>
                  </a:lnTo>
                  <a:lnTo>
                    <a:pt x="1423500" y="1167660"/>
                  </a:lnTo>
                  <a:lnTo>
                    <a:pt x="1398567" y="1205733"/>
                  </a:lnTo>
                  <a:lnTo>
                    <a:pt x="1371481" y="1242195"/>
                  </a:lnTo>
                  <a:lnTo>
                    <a:pt x="1342332" y="1276955"/>
                  </a:lnTo>
                  <a:lnTo>
                    <a:pt x="1311211" y="1309925"/>
                  </a:lnTo>
                  <a:lnTo>
                    <a:pt x="1278208" y="1341014"/>
                  </a:lnTo>
                  <a:lnTo>
                    <a:pt x="1243412" y="1370132"/>
                  </a:lnTo>
                  <a:lnTo>
                    <a:pt x="1206913" y="1397190"/>
                  </a:lnTo>
                  <a:lnTo>
                    <a:pt x="1168802" y="1422098"/>
                  </a:lnTo>
                  <a:lnTo>
                    <a:pt x="1129169" y="1444765"/>
                  </a:lnTo>
                  <a:lnTo>
                    <a:pt x="1088103" y="1465102"/>
                  </a:lnTo>
                  <a:lnTo>
                    <a:pt x="1045695" y="1483019"/>
                  </a:lnTo>
                  <a:lnTo>
                    <a:pt x="1002035" y="1498426"/>
                  </a:lnTo>
                  <a:lnTo>
                    <a:pt x="957212" y="1511233"/>
                  </a:lnTo>
                  <a:lnTo>
                    <a:pt x="911316" y="1521351"/>
                  </a:lnTo>
                  <a:lnTo>
                    <a:pt x="864438" y="1528689"/>
                  </a:lnTo>
                  <a:lnTo>
                    <a:pt x="816668" y="1533158"/>
                  </a:lnTo>
                  <a:lnTo>
                    <a:pt x="768096" y="1534668"/>
                  </a:lnTo>
                  <a:lnTo>
                    <a:pt x="719523" y="1533158"/>
                  </a:lnTo>
                  <a:lnTo>
                    <a:pt x="671753" y="1528689"/>
                  </a:lnTo>
                  <a:lnTo>
                    <a:pt x="624875" y="1521351"/>
                  </a:lnTo>
                  <a:lnTo>
                    <a:pt x="578979" y="1511233"/>
                  </a:lnTo>
                  <a:lnTo>
                    <a:pt x="534156" y="1498426"/>
                  </a:lnTo>
                  <a:lnTo>
                    <a:pt x="490496" y="1483019"/>
                  </a:lnTo>
                  <a:lnTo>
                    <a:pt x="448088" y="1465102"/>
                  </a:lnTo>
                  <a:lnTo>
                    <a:pt x="407022" y="1444765"/>
                  </a:lnTo>
                  <a:lnTo>
                    <a:pt x="367389" y="1422098"/>
                  </a:lnTo>
                  <a:lnTo>
                    <a:pt x="329278" y="1397190"/>
                  </a:lnTo>
                  <a:lnTo>
                    <a:pt x="292779" y="1370132"/>
                  </a:lnTo>
                  <a:lnTo>
                    <a:pt x="257983" y="1341014"/>
                  </a:lnTo>
                  <a:lnTo>
                    <a:pt x="224980" y="1309925"/>
                  </a:lnTo>
                  <a:lnTo>
                    <a:pt x="193859" y="1276955"/>
                  </a:lnTo>
                  <a:lnTo>
                    <a:pt x="164710" y="1242195"/>
                  </a:lnTo>
                  <a:lnTo>
                    <a:pt x="137624" y="1205733"/>
                  </a:lnTo>
                  <a:lnTo>
                    <a:pt x="112691" y="1167660"/>
                  </a:lnTo>
                  <a:lnTo>
                    <a:pt x="89999" y="1128066"/>
                  </a:lnTo>
                  <a:lnTo>
                    <a:pt x="69641" y="1087041"/>
                  </a:lnTo>
                  <a:lnTo>
                    <a:pt x="51705" y="1044674"/>
                  </a:lnTo>
                  <a:lnTo>
                    <a:pt x="36281" y="1001056"/>
                  </a:lnTo>
                  <a:lnTo>
                    <a:pt x="23460" y="956275"/>
                  </a:lnTo>
                  <a:lnTo>
                    <a:pt x="13331" y="910423"/>
                  </a:lnTo>
                  <a:lnTo>
                    <a:pt x="5985" y="863589"/>
                  </a:lnTo>
                  <a:lnTo>
                    <a:pt x="1511" y="815862"/>
                  </a:lnTo>
                  <a:lnTo>
                    <a:pt x="0" y="7673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758428" y="1565147"/>
              <a:ext cx="2548255" cy="4612005"/>
            </a:xfrm>
            <a:custGeom>
              <a:avLst/>
              <a:gdLst/>
              <a:ahLst/>
              <a:cxnLst/>
              <a:rect l="l" t="t" r="r" b="b"/>
              <a:pathLst>
                <a:path w="2548254" h="4612005">
                  <a:moveTo>
                    <a:pt x="2293366" y="0"/>
                  </a:moveTo>
                  <a:lnTo>
                    <a:pt x="254762" y="0"/>
                  </a:lnTo>
                  <a:lnTo>
                    <a:pt x="208964" y="4104"/>
                  </a:lnTo>
                  <a:lnTo>
                    <a:pt x="165861" y="15936"/>
                  </a:lnTo>
                  <a:lnTo>
                    <a:pt x="126172" y="34779"/>
                  </a:lnTo>
                  <a:lnTo>
                    <a:pt x="90615" y="59911"/>
                  </a:lnTo>
                  <a:lnTo>
                    <a:pt x="59911" y="90615"/>
                  </a:lnTo>
                  <a:lnTo>
                    <a:pt x="34779" y="126172"/>
                  </a:lnTo>
                  <a:lnTo>
                    <a:pt x="15936" y="165861"/>
                  </a:lnTo>
                  <a:lnTo>
                    <a:pt x="4104" y="208964"/>
                  </a:lnTo>
                  <a:lnTo>
                    <a:pt x="0" y="254762"/>
                  </a:lnTo>
                  <a:lnTo>
                    <a:pt x="0" y="4356811"/>
                  </a:lnTo>
                  <a:lnTo>
                    <a:pt x="4104" y="4402613"/>
                  </a:lnTo>
                  <a:lnTo>
                    <a:pt x="15936" y="4445723"/>
                  </a:lnTo>
                  <a:lnTo>
                    <a:pt x="34779" y="4485419"/>
                  </a:lnTo>
                  <a:lnTo>
                    <a:pt x="59911" y="4520983"/>
                  </a:lnTo>
                  <a:lnTo>
                    <a:pt x="90615" y="4551695"/>
                  </a:lnTo>
                  <a:lnTo>
                    <a:pt x="126172" y="4576834"/>
                  </a:lnTo>
                  <a:lnTo>
                    <a:pt x="165861" y="4595682"/>
                  </a:lnTo>
                  <a:lnTo>
                    <a:pt x="208964" y="4607518"/>
                  </a:lnTo>
                  <a:lnTo>
                    <a:pt x="254762" y="4611624"/>
                  </a:lnTo>
                  <a:lnTo>
                    <a:pt x="2293366" y="4611624"/>
                  </a:lnTo>
                  <a:lnTo>
                    <a:pt x="2339163" y="4607518"/>
                  </a:lnTo>
                  <a:lnTo>
                    <a:pt x="2382266" y="4595682"/>
                  </a:lnTo>
                  <a:lnTo>
                    <a:pt x="2421955" y="4576834"/>
                  </a:lnTo>
                  <a:lnTo>
                    <a:pt x="2457512" y="4551695"/>
                  </a:lnTo>
                  <a:lnTo>
                    <a:pt x="2488216" y="4520983"/>
                  </a:lnTo>
                  <a:lnTo>
                    <a:pt x="2513348" y="4485419"/>
                  </a:lnTo>
                  <a:lnTo>
                    <a:pt x="2532191" y="4445723"/>
                  </a:lnTo>
                  <a:lnTo>
                    <a:pt x="2544023" y="4402613"/>
                  </a:lnTo>
                  <a:lnTo>
                    <a:pt x="2548128" y="4356811"/>
                  </a:lnTo>
                  <a:lnTo>
                    <a:pt x="2548128" y="254762"/>
                  </a:lnTo>
                  <a:lnTo>
                    <a:pt x="2544023" y="208964"/>
                  </a:lnTo>
                  <a:lnTo>
                    <a:pt x="2532191" y="165861"/>
                  </a:lnTo>
                  <a:lnTo>
                    <a:pt x="2513348" y="126172"/>
                  </a:lnTo>
                  <a:lnTo>
                    <a:pt x="2488216" y="90615"/>
                  </a:lnTo>
                  <a:lnTo>
                    <a:pt x="2457512" y="59911"/>
                  </a:lnTo>
                  <a:lnTo>
                    <a:pt x="2421955" y="34779"/>
                  </a:lnTo>
                  <a:lnTo>
                    <a:pt x="2382266" y="15936"/>
                  </a:lnTo>
                  <a:lnTo>
                    <a:pt x="2339163" y="4104"/>
                  </a:lnTo>
                  <a:lnTo>
                    <a:pt x="2293366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8962135" y="3371593"/>
            <a:ext cx="1845945" cy="1653539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368935">
              <a:lnSpc>
                <a:spcPct val="100000"/>
              </a:lnSpc>
              <a:spcBef>
                <a:spcPts val="1325"/>
              </a:spcBef>
            </a:pPr>
            <a:r>
              <a:rPr dirty="0" u="sng" sz="26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8"/>
              </a:rPr>
              <a:t>Playwright</a:t>
            </a:r>
            <a:endParaRPr sz="26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944"/>
              </a:spcBef>
              <a:buChar char="•"/>
              <a:tabLst>
                <a:tab pos="240029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Microsoft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70"/>
              </a:spcBef>
              <a:buChar char="•"/>
              <a:tabLst>
                <a:tab pos="240029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Since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2020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60"/>
              </a:spcBef>
              <a:buChar char="•"/>
              <a:tabLst>
                <a:tab pos="240029" algn="l"/>
              </a:tabLst>
            </a:pP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Cross-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browser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293622" y="1836166"/>
            <a:ext cx="9605010" cy="4117340"/>
            <a:chOff x="1293622" y="1836166"/>
            <a:chExt cx="9605010" cy="4117340"/>
          </a:xfrm>
        </p:grpSpPr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64395" y="1842516"/>
              <a:ext cx="1536192" cy="1534667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9264395" y="1842516"/>
              <a:ext cx="1536700" cy="1534795"/>
            </a:xfrm>
            <a:custGeom>
              <a:avLst/>
              <a:gdLst/>
              <a:ahLst/>
              <a:cxnLst/>
              <a:rect l="l" t="t" r="r" b="b"/>
              <a:pathLst>
                <a:path w="1536700" h="1534795">
                  <a:moveTo>
                    <a:pt x="0" y="767334"/>
                  </a:moveTo>
                  <a:lnTo>
                    <a:pt x="1511" y="718805"/>
                  </a:lnTo>
                  <a:lnTo>
                    <a:pt x="5985" y="671078"/>
                  </a:lnTo>
                  <a:lnTo>
                    <a:pt x="13331" y="624244"/>
                  </a:lnTo>
                  <a:lnTo>
                    <a:pt x="23460" y="578392"/>
                  </a:lnTo>
                  <a:lnTo>
                    <a:pt x="36281" y="533611"/>
                  </a:lnTo>
                  <a:lnTo>
                    <a:pt x="51705" y="489993"/>
                  </a:lnTo>
                  <a:lnTo>
                    <a:pt x="69641" y="447626"/>
                  </a:lnTo>
                  <a:lnTo>
                    <a:pt x="89999" y="406601"/>
                  </a:lnTo>
                  <a:lnTo>
                    <a:pt x="112691" y="367007"/>
                  </a:lnTo>
                  <a:lnTo>
                    <a:pt x="137624" y="328934"/>
                  </a:lnTo>
                  <a:lnTo>
                    <a:pt x="164710" y="292472"/>
                  </a:lnTo>
                  <a:lnTo>
                    <a:pt x="193859" y="257712"/>
                  </a:lnTo>
                  <a:lnTo>
                    <a:pt x="224980" y="224742"/>
                  </a:lnTo>
                  <a:lnTo>
                    <a:pt x="257983" y="193653"/>
                  </a:lnTo>
                  <a:lnTo>
                    <a:pt x="292779" y="164535"/>
                  </a:lnTo>
                  <a:lnTo>
                    <a:pt x="329278" y="137477"/>
                  </a:lnTo>
                  <a:lnTo>
                    <a:pt x="367389" y="112569"/>
                  </a:lnTo>
                  <a:lnTo>
                    <a:pt x="407022" y="89902"/>
                  </a:lnTo>
                  <a:lnTo>
                    <a:pt x="448088" y="69565"/>
                  </a:lnTo>
                  <a:lnTo>
                    <a:pt x="490496" y="51648"/>
                  </a:lnTo>
                  <a:lnTo>
                    <a:pt x="534156" y="36241"/>
                  </a:lnTo>
                  <a:lnTo>
                    <a:pt x="578979" y="23434"/>
                  </a:lnTo>
                  <a:lnTo>
                    <a:pt x="624875" y="13316"/>
                  </a:lnTo>
                  <a:lnTo>
                    <a:pt x="671753" y="5978"/>
                  </a:lnTo>
                  <a:lnTo>
                    <a:pt x="719523" y="1509"/>
                  </a:lnTo>
                  <a:lnTo>
                    <a:pt x="768096" y="0"/>
                  </a:lnTo>
                  <a:lnTo>
                    <a:pt x="816668" y="1509"/>
                  </a:lnTo>
                  <a:lnTo>
                    <a:pt x="864438" y="5978"/>
                  </a:lnTo>
                  <a:lnTo>
                    <a:pt x="911316" y="13316"/>
                  </a:lnTo>
                  <a:lnTo>
                    <a:pt x="957212" y="23434"/>
                  </a:lnTo>
                  <a:lnTo>
                    <a:pt x="1002035" y="36241"/>
                  </a:lnTo>
                  <a:lnTo>
                    <a:pt x="1045695" y="51648"/>
                  </a:lnTo>
                  <a:lnTo>
                    <a:pt x="1088103" y="69565"/>
                  </a:lnTo>
                  <a:lnTo>
                    <a:pt x="1129169" y="89902"/>
                  </a:lnTo>
                  <a:lnTo>
                    <a:pt x="1168802" y="112569"/>
                  </a:lnTo>
                  <a:lnTo>
                    <a:pt x="1206913" y="137477"/>
                  </a:lnTo>
                  <a:lnTo>
                    <a:pt x="1243412" y="164535"/>
                  </a:lnTo>
                  <a:lnTo>
                    <a:pt x="1278208" y="193653"/>
                  </a:lnTo>
                  <a:lnTo>
                    <a:pt x="1311211" y="224742"/>
                  </a:lnTo>
                  <a:lnTo>
                    <a:pt x="1342332" y="257712"/>
                  </a:lnTo>
                  <a:lnTo>
                    <a:pt x="1371481" y="292472"/>
                  </a:lnTo>
                  <a:lnTo>
                    <a:pt x="1398567" y="328934"/>
                  </a:lnTo>
                  <a:lnTo>
                    <a:pt x="1423500" y="367007"/>
                  </a:lnTo>
                  <a:lnTo>
                    <a:pt x="1446192" y="406601"/>
                  </a:lnTo>
                  <a:lnTo>
                    <a:pt x="1466550" y="447626"/>
                  </a:lnTo>
                  <a:lnTo>
                    <a:pt x="1484486" y="489993"/>
                  </a:lnTo>
                  <a:lnTo>
                    <a:pt x="1499910" y="533611"/>
                  </a:lnTo>
                  <a:lnTo>
                    <a:pt x="1512731" y="578392"/>
                  </a:lnTo>
                  <a:lnTo>
                    <a:pt x="1522860" y="624244"/>
                  </a:lnTo>
                  <a:lnTo>
                    <a:pt x="1530206" y="671078"/>
                  </a:lnTo>
                  <a:lnTo>
                    <a:pt x="1534680" y="718805"/>
                  </a:lnTo>
                  <a:lnTo>
                    <a:pt x="1536192" y="767334"/>
                  </a:lnTo>
                  <a:lnTo>
                    <a:pt x="1534680" y="815862"/>
                  </a:lnTo>
                  <a:lnTo>
                    <a:pt x="1530206" y="863589"/>
                  </a:lnTo>
                  <a:lnTo>
                    <a:pt x="1522860" y="910423"/>
                  </a:lnTo>
                  <a:lnTo>
                    <a:pt x="1512731" y="956275"/>
                  </a:lnTo>
                  <a:lnTo>
                    <a:pt x="1499910" y="1001056"/>
                  </a:lnTo>
                  <a:lnTo>
                    <a:pt x="1484486" y="1044674"/>
                  </a:lnTo>
                  <a:lnTo>
                    <a:pt x="1466550" y="1087041"/>
                  </a:lnTo>
                  <a:lnTo>
                    <a:pt x="1446192" y="1128066"/>
                  </a:lnTo>
                  <a:lnTo>
                    <a:pt x="1423500" y="1167660"/>
                  </a:lnTo>
                  <a:lnTo>
                    <a:pt x="1398567" y="1205733"/>
                  </a:lnTo>
                  <a:lnTo>
                    <a:pt x="1371481" y="1242195"/>
                  </a:lnTo>
                  <a:lnTo>
                    <a:pt x="1342332" y="1276955"/>
                  </a:lnTo>
                  <a:lnTo>
                    <a:pt x="1311211" y="1309925"/>
                  </a:lnTo>
                  <a:lnTo>
                    <a:pt x="1278208" y="1341014"/>
                  </a:lnTo>
                  <a:lnTo>
                    <a:pt x="1243412" y="1370132"/>
                  </a:lnTo>
                  <a:lnTo>
                    <a:pt x="1206913" y="1397190"/>
                  </a:lnTo>
                  <a:lnTo>
                    <a:pt x="1168802" y="1422098"/>
                  </a:lnTo>
                  <a:lnTo>
                    <a:pt x="1129169" y="1444765"/>
                  </a:lnTo>
                  <a:lnTo>
                    <a:pt x="1088103" y="1465102"/>
                  </a:lnTo>
                  <a:lnTo>
                    <a:pt x="1045695" y="1483019"/>
                  </a:lnTo>
                  <a:lnTo>
                    <a:pt x="1002035" y="1498426"/>
                  </a:lnTo>
                  <a:lnTo>
                    <a:pt x="957212" y="1511233"/>
                  </a:lnTo>
                  <a:lnTo>
                    <a:pt x="911316" y="1521351"/>
                  </a:lnTo>
                  <a:lnTo>
                    <a:pt x="864438" y="1528689"/>
                  </a:lnTo>
                  <a:lnTo>
                    <a:pt x="816668" y="1533158"/>
                  </a:lnTo>
                  <a:lnTo>
                    <a:pt x="768096" y="1534668"/>
                  </a:lnTo>
                  <a:lnTo>
                    <a:pt x="719523" y="1533158"/>
                  </a:lnTo>
                  <a:lnTo>
                    <a:pt x="671753" y="1528689"/>
                  </a:lnTo>
                  <a:lnTo>
                    <a:pt x="624875" y="1521351"/>
                  </a:lnTo>
                  <a:lnTo>
                    <a:pt x="578979" y="1511233"/>
                  </a:lnTo>
                  <a:lnTo>
                    <a:pt x="534156" y="1498426"/>
                  </a:lnTo>
                  <a:lnTo>
                    <a:pt x="490496" y="1483019"/>
                  </a:lnTo>
                  <a:lnTo>
                    <a:pt x="448088" y="1465102"/>
                  </a:lnTo>
                  <a:lnTo>
                    <a:pt x="407022" y="1444765"/>
                  </a:lnTo>
                  <a:lnTo>
                    <a:pt x="367389" y="1422098"/>
                  </a:lnTo>
                  <a:lnTo>
                    <a:pt x="329278" y="1397190"/>
                  </a:lnTo>
                  <a:lnTo>
                    <a:pt x="292779" y="1370132"/>
                  </a:lnTo>
                  <a:lnTo>
                    <a:pt x="257983" y="1341014"/>
                  </a:lnTo>
                  <a:lnTo>
                    <a:pt x="224980" y="1309925"/>
                  </a:lnTo>
                  <a:lnTo>
                    <a:pt x="193859" y="1276955"/>
                  </a:lnTo>
                  <a:lnTo>
                    <a:pt x="164710" y="1242195"/>
                  </a:lnTo>
                  <a:lnTo>
                    <a:pt x="137624" y="1205733"/>
                  </a:lnTo>
                  <a:lnTo>
                    <a:pt x="112691" y="1167660"/>
                  </a:lnTo>
                  <a:lnTo>
                    <a:pt x="89999" y="1128066"/>
                  </a:lnTo>
                  <a:lnTo>
                    <a:pt x="69641" y="1087041"/>
                  </a:lnTo>
                  <a:lnTo>
                    <a:pt x="51705" y="1044674"/>
                  </a:lnTo>
                  <a:lnTo>
                    <a:pt x="36281" y="1001056"/>
                  </a:lnTo>
                  <a:lnTo>
                    <a:pt x="23460" y="956275"/>
                  </a:lnTo>
                  <a:lnTo>
                    <a:pt x="13331" y="910423"/>
                  </a:lnTo>
                  <a:lnTo>
                    <a:pt x="5985" y="863589"/>
                  </a:lnTo>
                  <a:lnTo>
                    <a:pt x="1511" y="815862"/>
                  </a:lnTo>
                  <a:lnTo>
                    <a:pt x="0" y="7673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299972" y="5254751"/>
              <a:ext cx="9592310" cy="692150"/>
            </a:xfrm>
            <a:custGeom>
              <a:avLst/>
              <a:gdLst/>
              <a:ahLst/>
              <a:cxnLst/>
              <a:rect l="l" t="t" r="r" b="b"/>
              <a:pathLst>
                <a:path w="9592310" h="692150">
                  <a:moveTo>
                    <a:pt x="9246108" y="0"/>
                  </a:moveTo>
                  <a:lnTo>
                    <a:pt x="9246108" y="172974"/>
                  </a:lnTo>
                  <a:lnTo>
                    <a:pt x="0" y="172974"/>
                  </a:lnTo>
                  <a:lnTo>
                    <a:pt x="0" y="518922"/>
                  </a:lnTo>
                  <a:lnTo>
                    <a:pt x="9246108" y="518922"/>
                  </a:lnTo>
                  <a:lnTo>
                    <a:pt x="9246108" y="691896"/>
                  </a:lnTo>
                  <a:lnTo>
                    <a:pt x="9592056" y="345948"/>
                  </a:lnTo>
                  <a:lnTo>
                    <a:pt x="9246108" y="0"/>
                  </a:lnTo>
                  <a:close/>
                </a:path>
              </a:pathLst>
            </a:custGeom>
            <a:solidFill>
              <a:srgbClr val="AAB8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299972" y="5254751"/>
              <a:ext cx="9592310" cy="692150"/>
            </a:xfrm>
            <a:custGeom>
              <a:avLst/>
              <a:gdLst/>
              <a:ahLst/>
              <a:cxnLst/>
              <a:rect l="l" t="t" r="r" b="b"/>
              <a:pathLst>
                <a:path w="9592310" h="692150">
                  <a:moveTo>
                    <a:pt x="0" y="172974"/>
                  </a:moveTo>
                  <a:lnTo>
                    <a:pt x="9246108" y="172974"/>
                  </a:lnTo>
                  <a:lnTo>
                    <a:pt x="9246108" y="0"/>
                  </a:lnTo>
                  <a:lnTo>
                    <a:pt x="9592056" y="345948"/>
                  </a:lnTo>
                  <a:lnTo>
                    <a:pt x="9246108" y="691896"/>
                  </a:lnTo>
                  <a:lnTo>
                    <a:pt x="9246108" y="518922"/>
                  </a:lnTo>
                  <a:lnTo>
                    <a:pt x="0" y="518922"/>
                  </a:lnTo>
                  <a:lnTo>
                    <a:pt x="0" y="17297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5"/>
              <a:t>PLAYWRIGHT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902190" cy="437388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Open-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source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automation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testing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Developed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Microsoft,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first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released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31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January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2020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Cross-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cross-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platform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Event-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driven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Async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approach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Written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endParaRPr sz="2800">
              <a:latin typeface="Calibri"/>
              <a:cs typeface="Calibri"/>
            </a:endParaRPr>
          </a:p>
          <a:p>
            <a:pPr marL="240029" marR="2759075" indent="-227329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APIs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TypeScript,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JavaScript,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C#,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Java, 	Python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Slightly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less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popular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Selenium,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Puppeteer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Cypress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right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now,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higher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interest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retention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rates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State</a:t>
            </a:r>
            <a:r>
              <a:rPr dirty="0" u="sng" sz="2800" spc="-1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of</a:t>
            </a:r>
            <a:r>
              <a:rPr dirty="0" u="sng" sz="2800" spc="-9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JS</a:t>
            </a:r>
            <a:r>
              <a:rPr dirty="0" u="sng" sz="2800" spc="-1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2022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63774" y="2819378"/>
            <a:ext cx="2361033" cy="1769543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INSTALLING</a:t>
            </a:r>
            <a:r>
              <a:rPr dirty="0" spc="-210"/>
              <a:t> </a:t>
            </a:r>
            <a:r>
              <a:rPr dirty="0" spc="-95"/>
              <a:t>PLAYWRIGHT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87217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Several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get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started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(see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docs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).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Most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common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2200655"/>
            <a:ext cx="10427335" cy="3970020"/>
          </a:xfrm>
          <a:custGeom>
            <a:avLst/>
            <a:gdLst/>
            <a:ahLst/>
            <a:cxnLst/>
            <a:rect l="l" t="t" r="r" b="b"/>
            <a:pathLst>
              <a:path w="10427335" h="3970020">
                <a:moveTo>
                  <a:pt x="10427208" y="0"/>
                </a:moveTo>
                <a:lnTo>
                  <a:pt x="0" y="0"/>
                </a:lnTo>
                <a:lnTo>
                  <a:pt x="0" y="3970020"/>
                </a:lnTo>
                <a:lnTo>
                  <a:pt x="10427208" y="3970020"/>
                </a:lnTo>
                <a:lnTo>
                  <a:pt x="10427208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62050" y="2221738"/>
            <a:ext cx="8900795" cy="167068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7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D/O/T/W/2/e/2/playwright-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example</a:t>
            </a:r>
            <a:r>
              <a:rPr dirty="0" sz="1800" spc="3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npm</a:t>
            </a:r>
            <a:r>
              <a:rPr dirty="0" sz="1800" spc="-1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init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playwright@latest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Need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install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following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packages: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ts val="2090"/>
              </a:lnSpc>
            </a:pP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  <a:hlinkClick r:id="rId3"/>
              </a:rPr>
              <a:t>create-playwright@1.17.131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Ok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proceed?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(y)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y</a:t>
            </a:r>
            <a:endParaRPr sz="1800">
              <a:latin typeface="Consolas"/>
              <a:cs typeface="Consolas"/>
            </a:endParaRPr>
          </a:p>
          <a:p>
            <a:pPr marL="12700" marR="1100455">
              <a:lnSpc>
                <a:spcPct val="100000"/>
              </a:lnSpc>
            </a:pP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Getting</a:t>
            </a:r>
            <a:r>
              <a:rPr dirty="0" sz="1800" spc="-2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started</a:t>
            </a:r>
            <a:r>
              <a:rPr dirty="0" sz="1800" spc="-2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with</a:t>
            </a:r>
            <a:r>
              <a:rPr dirty="0" sz="1800" spc="-1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writing</a:t>
            </a:r>
            <a:r>
              <a:rPr dirty="0" sz="1800" spc="-10">
                <a:solidFill>
                  <a:srgbClr val="D6B576"/>
                </a:solidFill>
                <a:latin typeface="Consolas"/>
                <a:cs typeface="Consolas"/>
              </a:rPr>
              <a:t> end-to-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end</a:t>
            </a:r>
            <a:r>
              <a:rPr dirty="0" sz="1800" spc="-2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tests</a:t>
            </a:r>
            <a:r>
              <a:rPr dirty="0" sz="1800" spc="-1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with</a:t>
            </a:r>
            <a:r>
              <a:rPr dirty="0" sz="1800" spc="-10">
                <a:solidFill>
                  <a:srgbClr val="D6B576"/>
                </a:solidFill>
                <a:latin typeface="Consolas"/>
                <a:cs typeface="Consolas"/>
              </a:rPr>
              <a:t> Playwright: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Initializing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project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'.'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852919" y="3866515"/>
            <a:ext cx="1530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EBEBE"/>
                </a:solidFill>
                <a:latin typeface="Consolas"/>
                <a:cs typeface="Consolas"/>
              </a:rPr>
              <a:t>·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TypeScript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17292" y="5462015"/>
            <a:ext cx="589026" cy="48082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962050" y="3866515"/>
            <a:ext cx="5792470" cy="2222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CD681"/>
                </a:solidFill>
                <a:latin typeface="Consolas"/>
                <a:cs typeface="Consolas"/>
              </a:rPr>
              <a:t>√</a:t>
            </a:r>
            <a:r>
              <a:rPr dirty="0" sz="1800" spc="-35">
                <a:solidFill>
                  <a:srgbClr val="5CD681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Do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you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want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use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TypeScript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or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JavaScript?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5CD681"/>
                </a:solidFill>
                <a:latin typeface="Consolas"/>
                <a:cs typeface="Consolas"/>
              </a:rPr>
              <a:t>√</a:t>
            </a:r>
            <a:r>
              <a:rPr dirty="0" sz="1800" spc="-20">
                <a:solidFill>
                  <a:srgbClr val="5CD681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Where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put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your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end-to-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end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tests?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BEBEBE"/>
                </a:solidFill>
                <a:latin typeface="Consolas"/>
                <a:cs typeface="Consolas"/>
              </a:rPr>
              <a:t>·</a:t>
            </a:r>
            <a:r>
              <a:rPr dirty="0" sz="1800" spc="-20">
                <a:solidFill>
                  <a:srgbClr val="BEBEBE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5CD681"/>
                </a:solidFill>
                <a:latin typeface="Consolas"/>
                <a:cs typeface="Consolas"/>
              </a:rPr>
              <a:t>tests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5CD681"/>
                </a:solidFill>
                <a:latin typeface="Consolas"/>
                <a:cs typeface="Consolas"/>
              </a:rPr>
              <a:t>√</a:t>
            </a:r>
            <a:r>
              <a:rPr dirty="0" sz="1800" spc="-40">
                <a:solidFill>
                  <a:srgbClr val="5CD681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Add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GitHub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Actions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workflow?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(y/N)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BEBEBE"/>
                </a:solidFill>
                <a:latin typeface="Consolas"/>
                <a:cs typeface="Consolas"/>
              </a:rPr>
              <a:t>·</a:t>
            </a:r>
            <a:r>
              <a:rPr dirty="0" sz="1800" spc="-10">
                <a:solidFill>
                  <a:srgbClr val="BEBEBE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5CD681"/>
                </a:solidFill>
                <a:latin typeface="Consolas"/>
                <a:cs typeface="Consolas"/>
              </a:rPr>
              <a:t>false</a:t>
            </a:r>
            <a:endParaRPr sz="1800">
              <a:latin typeface="Consolas"/>
              <a:cs typeface="Consolas"/>
            </a:endParaRPr>
          </a:p>
          <a:p>
            <a:pPr marL="12700" marR="381000">
              <a:lnSpc>
                <a:spcPct val="100000"/>
              </a:lnSpc>
            </a:pPr>
            <a:r>
              <a:rPr dirty="0" sz="1800">
                <a:solidFill>
                  <a:srgbClr val="5CD681"/>
                </a:solidFill>
                <a:latin typeface="Consolas"/>
                <a:cs typeface="Consolas"/>
              </a:rPr>
              <a:t>√</a:t>
            </a:r>
            <a:r>
              <a:rPr dirty="0" sz="1800" spc="-35">
                <a:solidFill>
                  <a:srgbClr val="5CD681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Install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Playwright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browsers?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(Y/n)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BEBEBE"/>
                </a:solidFill>
                <a:latin typeface="Consolas"/>
                <a:cs typeface="Consolas"/>
              </a:rPr>
              <a:t>·</a:t>
            </a:r>
            <a:r>
              <a:rPr dirty="0" sz="1800" spc="-30">
                <a:solidFill>
                  <a:srgbClr val="BEBEBE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5CD681"/>
                </a:solidFill>
                <a:latin typeface="Consolas"/>
                <a:cs typeface="Consolas"/>
              </a:rPr>
              <a:t>true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Initializing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NPM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project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(npm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init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-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y)...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Happy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hacking!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1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75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D/O/T/W/2/e/2/playwright-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example</a:t>
            </a:r>
            <a:r>
              <a:rPr dirty="0" sz="1800" spc="4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79195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OUR</a:t>
            </a:r>
            <a:r>
              <a:rPr dirty="0" spc="55"/>
              <a:t> </a:t>
            </a:r>
            <a:r>
              <a:rPr dirty="0" spc="-270"/>
              <a:t>FIRST</a:t>
            </a:r>
            <a:r>
              <a:rPr dirty="0" spc="50"/>
              <a:t> </a:t>
            </a:r>
            <a:r>
              <a:rPr dirty="0" spc="-114"/>
              <a:t>PLAYWRIGHT</a:t>
            </a:r>
            <a:r>
              <a:rPr dirty="0" spc="55"/>
              <a:t> </a:t>
            </a:r>
            <a:r>
              <a:rPr dirty="0" spc="-85"/>
              <a:t>TEST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843135" cy="233870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course,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Playwright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test()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Takes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title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async</a:t>
            </a:r>
            <a:r>
              <a:rPr dirty="0" sz="24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4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4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containing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3195"/>
              </a:lnSpc>
              <a:spcBef>
                <a:spcPts val="64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Playwright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APIs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remotely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control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browsers,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locate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elements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pages,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interact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them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128515"/>
            <a:ext cx="1042733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test,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expect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'@playwright/test'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test(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'has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title'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async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({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page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})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page.goto(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'https://playwright.dev/'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Expect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page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has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title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matching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substring.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expect(page).toHaveTitle(</a:t>
            </a:r>
            <a:r>
              <a:rPr dirty="0" sz="1800" spc="-10">
                <a:solidFill>
                  <a:srgbClr val="811F3E"/>
                </a:solidFill>
                <a:latin typeface="Consolas"/>
                <a:cs typeface="Consolas"/>
              </a:rPr>
              <a:t>/Playwright/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762698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10"/>
              <a:t>PRE-</a:t>
            </a:r>
            <a:r>
              <a:rPr dirty="0" spc="-60"/>
              <a:t>DEFINED</a:t>
            </a:r>
            <a:r>
              <a:rPr dirty="0" spc="-145"/>
              <a:t> </a:t>
            </a:r>
            <a:r>
              <a:rPr dirty="0" spc="-95"/>
              <a:t>PLAYWRIGHT</a:t>
            </a:r>
            <a:r>
              <a:rPr dirty="0" spc="-145"/>
              <a:t> </a:t>
            </a:r>
            <a:r>
              <a:rPr dirty="0" spc="-125"/>
              <a:t>TEST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15339" y="1748027"/>
            <a:ext cx="10561320" cy="4247515"/>
          </a:xfrm>
          <a:custGeom>
            <a:avLst/>
            <a:gdLst/>
            <a:ahLst/>
            <a:cxnLst/>
            <a:rect l="l" t="t" r="r" b="b"/>
            <a:pathLst>
              <a:path w="10561320" h="4247515">
                <a:moveTo>
                  <a:pt x="0" y="4247388"/>
                </a:moveTo>
                <a:lnTo>
                  <a:pt x="10561320" y="4247388"/>
                </a:lnTo>
                <a:lnTo>
                  <a:pt x="10561320" y="0"/>
                </a:lnTo>
                <a:lnTo>
                  <a:pt x="0" y="0"/>
                </a:lnTo>
                <a:lnTo>
                  <a:pt x="0" y="4247388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93470" y="1767027"/>
            <a:ext cx="10305415" cy="4141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test,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expect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'@playwright/test'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test(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'has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title'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async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({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page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})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page.goto(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'https://playwright.dev/'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Expect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page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has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title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matching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substring.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expect(page).toHaveTitle(</a:t>
            </a:r>
            <a:r>
              <a:rPr dirty="0" sz="1800" spc="-10">
                <a:solidFill>
                  <a:srgbClr val="811F3E"/>
                </a:solidFill>
                <a:latin typeface="Consolas"/>
                <a:cs typeface="Consolas"/>
              </a:rPr>
              <a:t>/Playwright/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262255" marR="4518025" indent="-25019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test(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'get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started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link'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async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({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page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})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page.goto(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'https://playwright.dev/'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Click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get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started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link.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page.getByRole(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'link'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name: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'Get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started'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}).click();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Expects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page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have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heading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with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name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Installation.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expect(page.getByRole(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'heading'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name: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'Installation'</a:t>
            </a:r>
            <a:r>
              <a:rPr dirty="0" sz="1800" spc="-5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})).toBeVisible();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70154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RUNNING</a:t>
            </a:r>
            <a:r>
              <a:rPr dirty="0" spc="-15"/>
              <a:t> </a:t>
            </a:r>
            <a:r>
              <a:rPr dirty="0" spc="-100"/>
              <a:t>PLAYWRIGHT</a:t>
            </a:r>
            <a:r>
              <a:rPr dirty="0" spc="-15"/>
              <a:t> </a:t>
            </a:r>
            <a:r>
              <a:rPr dirty="0" spc="-130"/>
              <a:t>TESTS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80491" y="2956179"/>
            <a:ext cx="3462020" cy="3370579"/>
            <a:chOff x="880491" y="2956179"/>
            <a:chExt cx="3462020" cy="3370579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0016" y="2965704"/>
              <a:ext cx="3442716" cy="3351276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885253" y="2960941"/>
              <a:ext cx="3452495" cy="3361054"/>
            </a:xfrm>
            <a:custGeom>
              <a:avLst/>
              <a:gdLst/>
              <a:ahLst/>
              <a:cxnLst/>
              <a:rect l="l" t="t" r="r" b="b"/>
              <a:pathLst>
                <a:path w="3452495" h="3361054">
                  <a:moveTo>
                    <a:pt x="0" y="3360801"/>
                  </a:moveTo>
                  <a:lnTo>
                    <a:pt x="3452241" y="3360801"/>
                  </a:lnTo>
                  <a:lnTo>
                    <a:pt x="3452241" y="0"/>
                  </a:lnTo>
                  <a:lnTo>
                    <a:pt x="0" y="0"/>
                  </a:lnTo>
                  <a:lnTo>
                    <a:pt x="0" y="3360801"/>
                  </a:lnTo>
                  <a:close/>
                </a:path>
              </a:pathLst>
            </a:custGeom>
            <a:ln w="9524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882396" y="1389888"/>
            <a:ext cx="10427335" cy="1478280"/>
          </a:xfrm>
          <a:prstGeom prst="rect">
            <a:avLst/>
          </a:prstGeom>
          <a:solidFill>
            <a:srgbClr val="282C34"/>
          </a:solidFill>
        </p:spPr>
        <p:txBody>
          <a:bodyPr wrap="square" lIns="0" tIns="44450" rIns="0" bIns="0" rtlCol="0" vert="horz">
            <a:spAutoFit/>
          </a:bodyPr>
          <a:lstStyle/>
          <a:p>
            <a:pPr marL="92075" marR="4079875">
              <a:lnSpc>
                <a:spcPts val="2150"/>
              </a:lnSpc>
              <a:spcBef>
                <a:spcPts val="35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2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55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playwright-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example</a:t>
            </a:r>
            <a:r>
              <a:rPr dirty="0" sz="1800" spc="1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4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npx</a:t>
            </a:r>
            <a:r>
              <a:rPr dirty="0" sz="1800" spc="-2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playwright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test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Running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6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tests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using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6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workers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ts val="2090"/>
              </a:lnSpc>
            </a:pPr>
            <a:r>
              <a:rPr dirty="0" sz="1800">
                <a:solidFill>
                  <a:srgbClr val="5CD681"/>
                </a:solidFill>
                <a:latin typeface="Consolas"/>
                <a:cs typeface="Consolas"/>
              </a:rPr>
              <a:t>6</a:t>
            </a:r>
            <a:r>
              <a:rPr dirty="0" sz="1800" spc="-25">
                <a:solidFill>
                  <a:srgbClr val="5CD681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Consolas"/>
                <a:cs typeface="Consolas"/>
              </a:rPr>
              <a:t>passed</a:t>
            </a:r>
            <a:r>
              <a:rPr dirty="0" sz="1800" spc="-20">
                <a:solidFill>
                  <a:srgbClr val="5CD681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(7.1s)</a:t>
            </a:r>
            <a:endParaRPr sz="1800">
              <a:latin typeface="Consolas"/>
              <a:cs typeface="Consolas"/>
            </a:endParaRPr>
          </a:p>
          <a:p>
            <a:pPr marL="342265" marR="3204845" indent="-250190">
              <a:lnSpc>
                <a:spcPts val="2150"/>
              </a:lnSpc>
              <a:spcBef>
                <a:spcPts val="95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3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5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playwright-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example</a:t>
            </a:r>
            <a:r>
              <a:rPr dirty="0" sz="1800" spc="1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4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npx</a:t>
            </a:r>
            <a:r>
              <a:rPr dirty="0" sz="1800" spc="-2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playwright</a:t>
            </a:r>
            <a:r>
              <a:rPr dirty="0" sz="1800" spc="-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show-report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Serving</a:t>
            </a:r>
            <a:r>
              <a:rPr dirty="0" sz="1800" spc="-4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HTML</a:t>
            </a:r>
            <a:r>
              <a:rPr dirty="0" sz="1800" spc="-2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report</a:t>
            </a:r>
            <a:r>
              <a:rPr dirty="0" sz="1800" spc="-3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at</a:t>
            </a:r>
            <a:r>
              <a:rPr dirty="0" sz="1800" spc="-1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  <a:hlinkClick r:id="rId3"/>
              </a:rPr>
              <a:t>http://localhost:9323.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80940" y="2933445"/>
            <a:ext cx="49510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default,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executed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497573" y="3390645"/>
            <a:ext cx="172021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(Blink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engine)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176773" y="3431794"/>
            <a:ext cx="1262380" cy="322580"/>
            <a:chOff x="5176773" y="3431794"/>
            <a:chExt cx="1262380" cy="322580"/>
          </a:xfrm>
        </p:grpSpPr>
        <p:sp>
          <p:nvSpPr>
            <p:cNvPr id="10" name="object 10" descr=""/>
            <p:cNvSpPr/>
            <p:nvPr/>
          </p:nvSpPr>
          <p:spPr>
            <a:xfrm>
              <a:off x="5183123" y="3438144"/>
              <a:ext cx="1249680" cy="309880"/>
            </a:xfrm>
            <a:custGeom>
              <a:avLst/>
              <a:gdLst/>
              <a:ahLst/>
              <a:cxnLst/>
              <a:rect l="l" t="t" r="r" b="b"/>
              <a:pathLst>
                <a:path w="1249679" h="309879">
                  <a:moveTo>
                    <a:pt x="1094993" y="0"/>
                  </a:moveTo>
                  <a:lnTo>
                    <a:pt x="154686" y="0"/>
                  </a:lnTo>
                  <a:lnTo>
                    <a:pt x="105777" y="7882"/>
                  </a:lnTo>
                  <a:lnTo>
                    <a:pt x="63313" y="29833"/>
                  </a:lnTo>
                  <a:lnTo>
                    <a:pt x="29833" y="63313"/>
                  </a:lnTo>
                  <a:lnTo>
                    <a:pt x="7882" y="105777"/>
                  </a:lnTo>
                  <a:lnTo>
                    <a:pt x="0" y="154685"/>
                  </a:lnTo>
                  <a:lnTo>
                    <a:pt x="7882" y="203594"/>
                  </a:lnTo>
                  <a:lnTo>
                    <a:pt x="29833" y="246058"/>
                  </a:lnTo>
                  <a:lnTo>
                    <a:pt x="63313" y="279538"/>
                  </a:lnTo>
                  <a:lnTo>
                    <a:pt x="105777" y="301489"/>
                  </a:lnTo>
                  <a:lnTo>
                    <a:pt x="154686" y="309371"/>
                  </a:lnTo>
                  <a:lnTo>
                    <a:pt x="1094993" y="309371"/>
                  </a:lnTo>
                  <a:lnTo>
                    <a:pt x="1143902" y="301489"/>
                  </a:lnTo>
                  <a:lnTo>
                    <a:pt x="1186366" y="279538"/>
                  </a:lnTo>
                  <a:lnTo>
                    <a:pt x="1219846" y="246058"/>
                  </a:lnTo>
                  <a:lnTo>
                    <a:pt x="1241797" y="203594"/>
                  </a:lnTo>
                  <a:lnTo>
                    <a:pt x="1249679" y="154685"/>
                  </a:lnTo>
                  <a:lnTo>
                    <a:pt x="1241797" y="105777"/>
                  </a:lnTo>
                  <a:lnTo>
                    <a:pt x="1219846" y="63313"/>
                  </a:lnTo>
                  <a:lnTo>
                    <a:pt x="1186366" y="29833"/>
                  </a:lnTo>
                  <a:lnTo>
                    <a:pt x="1143902" y="7882"/>
                  </a:lnTo>
                  <a:lnTo>
                    <a:pt x="1094993" y="0"/>
                  </a:lnTo>
                  <a:close/>
                </a:path>
              </a:pathLst>
            </a:custGeom>
            <a:solidFill>
              <a:srgbClr val="DDF4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183123" y="3438144"/>
              <a:ext cx="1249680" cy="309880"/>
            </a:xfrm>
            <a:custGeom>
              <a:avLst/>
              <a:gdLst/>
              <a:ahLst/>
              <a:cxnLst/>
              <a:rect l="l" t="t" r="r" b="b"/>
              <a:pathLst>
                <a:path w="1249679" h="309879">
                  <a:moveTo>
                    <a:pt x="0" y="154685"/>
                  </a:moveTo>
                  <a:lnTo>
                    <a:pt x="7882" y="105777"/>
                  </a:lnTo>
                  <a:lnTo>
                    <a:pt x="29833" y="63313"/>
                  </a:lnTo>
                  <a:lnTo>
                    <a:pt x="63313" y="29833"/>
                  </a:lnTo>
                  <a:lnTo>
                    <a:pt x="105777" y="7882"/>
                  </a:lnTo>
                  <a:lnTo>
                    <a:pt x="154686" y="0"/>
                  </a:lnTo>
                  <a:lnTo>
                    <a:pt x="1094993" y="0"/>
                  </a:lnTo>
                  <a:lnTo>
                    <a:pt x="1143902" y="7882"/>
                  </a:lnTo>
                  <a:lnTo>
                    <a:pt x="1186366" y="29833"/>
                  </a:lnTo>
                  <a:lnTo>
                    <a:pt x="1219846" y="63313"/>
                  </a:lnTo>
                  <a:lnTo>
                    <a:pt x="1241797" y="105777"/>
                  </a:lnTo>
                  <a:lnTo>
                    <a:pt x="1249679" y="154685"/>
                  </a:lnTo>
                  <a:lnTo>
                    <a:pt x="1241797" y="203594"/>
                  </a:lnTo>
                  <a:lnTo>
                    <a:pt x="1219846" y="246058"/>
                  </a:lnTo>
                  <a:lnTo>
                    <a:pt x="1186366" y="279538"/>
                  </a:lnTo>
                  <a:lnTo>
                    <a:pt x="1143902" y="301489"/>
                  </a:lnTo>
                  <a:lnTo>
                    <a:pt x="1094993" y="309371"/>
                  </a:lnTo>
                  <a:lnTo>
                    <a:pt x="154686" y="309371"/>
                  </a:lnTo>
                  <a:lnTo>
                    <a:pt x="105777" y="301489"/>
                  </a:lnTo>
                  <a:lnTo>
                    <a:pt x="63313" y="279538"/>
                  </a:lnTo>
                  <a:lnTo>
                    <a:pt x="29833" y="246058"/>
                  </a:lnTo>
                  <a:lnTo>
                    <a:pt x="7882" y="203594"/>
                  </a:lnTo>
                  <a:lnTo>
                    <a:pt x="0" y="154685"/>
                  </a:lnTo>
                  <a:close/>
                </a:path>
              </a:pathLst>
            </a:custGeom>
            <a:ln w="12700">
              <a:solidFill>
                <a:srgbClr val="3D66B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912740" y="3352038"/>
            <a:ext cx="14103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 baseline="-6944" sz="3600" spc="-120">
                <a:solidFill>
                  <a:srgbClr val="3D66B8"/>
                </a:solidFill>
                <a:latin typeface="Calibri"/>
                <a:cs typeface="Calibri"/>
              </a:rPr>
              <a:t>C</a:t>
            </a:r>
            <a:r>
              <a:rPr dirty="0" sz="1800" spc="-715">
                <a:solidFill>
                  <a:srgbClr val="3D66B8"/>
                </a:solidFill>
                <a:latin typeface="Calibri"/>
                <a:cs typeface="Calibri"/>
              </a:rPr>
              <a:t>c</a:t>
            </a:r>
            <a:r>
              <a:rPr dirty="0" baseline="-6944" sz="3600" spc="-900">
                <a:solidFill>
                  <a:srgbClr val="3D66B8"/>
                </a:solidFill>
                <a:latin typeface="Calibri"/>
                <a:cs typeface="Calibri"/>
              </a:rPr>
              <a:t>h</a:t>
            </a:r>
            <a:r>
              <a:rPr dirty="0" sz="1800" spc="-385">
                <a:solidFill>
                  <a:srgbClr val="3D66B8"/>
                </a:solidFill>
                <a:latin typeface="Calibri"/>
                <a:cs typeface="Calibri"/>
              </a:rPr>
              <a:t>h</a:t>
            </a:r>
            <a:r>
              <a:rPr dirty="0" baseline="-6944" sz="3600" spc="-727">
                <a:solidFill>
                  <a:srgbClr val="3D66B8"/>
                </a:solidFill>
                <a:latin typeface="Calibri"/>
                <a:cs typeface="Calibri"/>
              </a:rPr>
              <a:t>r</a:t>
            </a:r>
            <a:r>
              <a:rPr dirty="0" sz="1800" spc="-200">
                <a:solidFill>
                  <a:srgbClr val="3D66B8"/>
                </a:solidFill>
                <a:latin typeface="Calibri"/>
                <a:cs typeface="Calibri"/>
              </a:rPr>
              <a:t>r</a:t>
            </a:r>
            <a:r>
              <a:rPr dirty="0" baseline="-6944" sz="3600" spc="-1672">
                <a:solidFill>
                  <a:srgbClr val="3D66B8"/>
                </a:solidFill>
                <a:latin typeface="Calibri"/>
                <a:cs typeface="Calibri"/>
              </a:rPr>
              <a:t>o</a:t>
            </a:r>
            <a:r>
              <a:rPr dirty="0" sz="1800" spc="-10">
                <a:solidFill>
                  <a:srgbClr val="3D66B8"/>
                </a:solidFill>
                <a:latin typeface="Calibri"/>
                <a:cs typeface="Calibri"/>
              </a:rPr>
              <a:t>o</a:t>
            </a:r>
            <a:r>
              <a:rPr dirty="0" sz="1800" spc="-1300">
                <a:solidFill>
                  <a:srgbClr val="3D66B8"/>
                </a:solidFill>
                <a:latin typeface="Calibri"/>
                <a:cs typeface="Calibri"/>
              </a:rPr>
              <a:t>m</a:t>
            </a:r>
            <a:r>
              <a:rPr dirty="0" baseline="-6944" sz="3600" spc="-960">
                <a:solidFill>
                  <a:srgbClr val="3D66B8"/>
                </a:solidFill>
                <a:latin typeface="Calibri"/>
                <a:cs typeface="Calibri"/>
              </a:rPr>
              <a:t>m</a:t>
            </a:r>
            <a:r>
              <a:rPr dirty="0" sz="1800" spc="-20">
                <a:solidFill>
                  <a:srgbClr val="3D66B8"/>
                </a:solidFill>
                <a:latin typeface="Calibri"/>
                <a:cs typeface="Calibri"/>
              </a:rPr>
              <a:t>i</a:t>
            </a:r>
            <a:r>
              <a:rPr dirty="0" sz="1800" spc="-750">
                <a:solidFill>
                  <a:srgbClr val="3D66B8"/>
                </a:solidFill>
                <a:latin typeface="Calibri"/>
                <a:cs typeface="Calibri"/>
              </a:rPr>
              <a:t>u</a:t>
            </a:r>
            <a:r>
              <a:rPr dirty="0" baseline="-6944" sz="3600" spc="-22">
                <a:solidFill>
                  <a:srgbClr val="3D66B8"/>
                </a:solidFill>
                <a:latin typeface="Calibri"/>
                <a:cs typeface="Calibri"/>
              </a:rPr>
              <a:t>i</a:t>
            </a:r>
            <a:r>
              <a:rPr dirty="0" baseline="-6944" sz="3600" spc="-1664">
                <a:solidFill>
                  <a:srgbClr val="3D66B8"/>
                </a:solidFill>
                <a:latin typeface="Calibri"/>
                <a:cs typeface="Calibri"/>
              </a:rPr>
              <a:t>u</a:t>
            </a:r>
            <a:r>
              <a:rPr dirty="0" sz="1800" spc="-10">
                <a:solidFill>
                  <a:srgbClr val="3D66B8"/>
                </a:solidFill>
                <a:latin typeface="Calibri"/>
                <a:cs typeface="Calibri"/>
              </a:rPr>
              <a:t>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176773" y="3838702"/>
            <a:ext cx="925830" cy="320675"/>
            <a:chOff x="5176773" y="3838702"/>
            <a:chExt cx="925830" cy="320675"/>
          </a:xfrm>
        </p:grpSpPr>
        <p:sp>
          <p:nvSpPr>
            <p:cNvPr id="14" name="object 14" descr=""/>
            <p:cNvSpPr/>
            <p:nvPr/>
          </p:nvSpPr>
          <p:spPr>
            <a:xfrm>
              <a:off x="5183123" y="3845052"/>
              <a:ext cx="913130" cy="307975"/>
            </a:xfrm>
            <a:custGeom>
              <a:avLst/>
              <a:gdLst/>
              <a:ahLst/>
              <a:cxnLst/>
              <a:rect l="l" t="t" r="r" b="b"/>
              <a:pathLst>
                <a:path w="913129" h="307975">
                  <a:moveTo>
                    <a:pt x="758951" y="0"/>
                  </a:moveTo>
                  <a:lnTo>
                    <a:pt x="153924" y="0"/>
                  </a:lnTo>
                  <a:lnTo>
                    <a:pt x="105290" y="7851"/>
                  </a:lnTo>
                  <a:lnTo>
                    <a:pt x="63038" y="29711"/>
                  </a:lnTo>
                  <a:lnTo>
                    <a:pt x="29711" y="63038"/>
                  </a:lnTo>
                  <a:lnTo>
                    <a:pt x="7851" y="105290"/>
                  </a:lnTo>
                  <a:lnTo>
                    <a:pt x="0" y="153924"/>
                  </a:lnTo>
                  <a:lnTo>
                    <a:pt x="7851" y="202557"/>
                  </a:lnTo>
                  <a:lnTo>
                    <a:pt x="29711" y="244809"/>
                  </a:lnTo>
                  <a:lnTo>
                    <a:pt x="63038" y="278136"/>
                  </a:lnTo>
                  <a:lnTo>
                    <a:pt x="105290" y="299996"/>
                  </a:lnTo>
                  <a:lnTo>
                    <a:pt x="153924" y="307848"/>
                  </a:lnTo>
                  <a:lnTo>
                    <a:pt x="758951" y="307848"/>
                  </a:lnTo>
                  <a:lnTo>
                    <a:pt x="807585" y="299996"/>
                  </a:lnTo>
                  <a:lnTo>
                    <a:pt x="849837" y="278136"/>
                  </a:lnTo>
                  <a:lnTo>
                    <a:pt x="883164" y="244809"/>
                  </a:lnTo>
                  <a:lnTo>
                    <a:pt x="905024" y="202557"/>
                  </a:lnTo>
                  <a:lnTo>
                    <a:pt x="912876" y="153924"/>
                  </a:lnTo>
                  <a:lnTo>
                    <a:pt x="905024" y="105290"/>
                  </a:lnTo>
                  <a:lnTo>
                    <a:pt x="883164" y="63038"/>
                  </a:lnTo>
                  <a:lnTo>
                    <a:pt x="849837" y="29711"/>
                  </a:lnTo>
                  <a:lnTo>
                    <a:pt x="807585" y="7851"/>
                  </a:lnTo>
                  <a:lnTo>
                    <a:pt x="758951" y="0"/>
                  </a:lnTo>
                  <a:close/>
                </a:path>
              </a:pathLst>
            </a:custGeom>
            <a:solidFill>
              <a:srgbClr val="FFF8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183123" y="3845052"/>
              <a:ext cx="913130" cy="307975"/>
            </a:xfrm>
            <a:custGeom>
              <a:avLst/>
              <a:gdLst/>
              <a:ahLst/>
              <a:cxnLst/>
              <a:rect l="l" t="t" r="r" b="b"/>
              <a:pathLst>
                <a:path w="913129" h="307975">
                  <a:moveTo>
                    <a:pt x="0" y="153924"/>
                  </a:moveTo>
                  <a:lnTo>
                    <a:pt x="7851" y="105290"/>
                  </a:lnTo>
                  <a:lnTo>
                    <a:pt x="29711" y="63038"/>
                  </a:lnTo>
                  <a:lnTo>
                    <a:pt x="63038" y="29711"/>
                  </a:lnTo>
                  <a:lnTo>
                    <a:pt x="105290" y="7851"/>
                  </a:lnTo>
                  <a:lnTo>
                    <a:pt x="153924" y="0"/>
                  </a:lnTo>
                  <a:lnTo>
                    <a:pt x="758951" y="0"/>
                  </a:lnTo>
                  <a:lnTo>
                    <a:pt x="807585" y="7851"/>
                  </a:lnTo>
                  <a:lnTo>
                    <a:pt x="849837" y="29711"/>
                  </a:lnTo>
                  <a:lnTo>
                    <a:pt x="883164" y="63038"/>
                  </a:lnTo>
                  <a:lnTo>
                    <a:pt x="905024" y="105290"/>
                  </a:lnTo>
                  <a:lnTo>
                    <a:pt x="912876" y="153924"/>
                  </a:lnTo>
                  <a:lnTo>
                    <a:pt x="905024" y="202557"/>
                  </a:lnTo>
                  <a:lnTo>
                    <a:pt x="883164" y="244809"/>
                  </a:lnTo>
                  <a:lnTo>
                    <a:pt x="849837" y="278136"/>
                  </a:lnTo>
                  <a:lnTo>
                    <a:pt x="807585" y="299996"/>
                  </a:lnTo>
                  <a:lnTo>
                    <a:pt x="758951" y="307848"/>
                  </a:lnTo>
                  <a:lnTo>
                    <a:pt x="153924" y="307848"/>
                  </a:lnTo>
                  <a:lnTo>
                    <a:pt x="105290" y="299996"/>
                  </a:lnTo>
                  <a:lnTo>
                    <a:pt x="63038" y="278136"/>
                  </a:lnTo>
                  <a:lnTo>
                    <a:pt x="29711" y="244809"/>
                  </a:lnTo>
                  <a:lnTo>
                    <a:pt x="7851" y="202557"/>
                  </a:lnTo>
                  <a:lnTo>
                    <a:pt x="0" y="153924"/>
                  </a:lnTo>
                  <a:close/>
                </a:path>
              </a:pathLst>
            </a:custGeom>
            <a:ln w="12700">
              <a:solidFill>
                <a:srgbClr val="9B780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5176773" y="4244085"/>
            <a:ext cx="925830" cy="322580"/>
            <a:chOff x="5176773" y="4244085"/>
            <a:chExt cx="925830" cy="322580"/>
          </a:xfrm>
        </p:grpSpPr>
        <p:sp>
          <p:nvSpPr>
            <p:cNvPr id="17" name="object 17" descr=""/>
            <p:cNvSpPr/>
            <p:nvPr/>
          </p:nvSpPr>
          <p:spPr>
            <a:xfrm>
              <a:off x="5183123" y="4250435"/>
              <a:ext cx="913130" cy="309880"/>
            </a:xfrm>
            <a:custGeom>
              <a:avLst/>
              <a:gdLst/>
              <a:ahLst/>
              <a:cxnLst/>
              <a:rect l="l" t="t" r="r" b="b"/>
              <a:pathLst>
                <a:path w="913129" h="309879">
                  <a:moveTo>
                    <a:pt x="758189" y="0"/>
                  </a:moveTo>
                  <a:lnTo>
                    <a:pt x="154686" y="0"/>
                  </a:lnTo>
                  <a:lnTo>
                    <a:pt x="105777" y="7882"/>
                  </a:lnTo>
                  <a:lnTo>
                    <a:pt x="63313" y="29833"/>
                  </a:lnTo>
                  <a:lnTo>
                    <a:pt x="29833" y="63313"/>
                  </a:lnTo>
                  <a:lnTo>
                    <a:pt x="7882" y="105777"/>
                  </a:lnTo>
                  <a:lnTo>
                    <a:pt x="0" y="154686"/>
                  </a:lnTo>
                  <a:lnTo>
                    <a:pt x="7882" y="203594"/>
                  </a:lnTo>
                  <a:lnTo>
                    <a:pt x="29833" y="246058"/>
                  </a:lnTo>
                  <a:lnTo>
                    <a:pt x="63313" y="279538"/>
                  </a:lnTo>
                  <a:lnTo>
                    <a:pt x="105777" y="301489"/>
                  </a:lnTo>
                  <a:lnTo>
                    <a:pt x="154686" y="309371"/>
                  </a:lnTo>
                  <a:lnTo>
                    <a:pt x="758189" y="309371"/>
                  </a:lnTo>
                  <a:lnTo>
                    <a:pt x="807098" y="301489"/>
                  </a:lnTo>
                  <a:lnTo>
                    <a:pt x="849562" y="279538"/>
                  </a:lnTo>
                  <a:lnTo>
                    <a:pt x="883042" y="246058"/>
                  </a:lnTo>
                  <a:lnTo>
                    <a:pt x="904993" y="203594"/>
                  </a:lnTo>
                  <a:lnTo>
                    <a:pt x="912876" y="154686"/>
                  </a:lnTo>
                  <a:lnTo>
                    <a:pt x="904993" y="105777"/>
                  </a:lnTo>
                  <a:lnTo>
                    <a:pt x="883042" y="63313"/>
                  </a:lnTo>
                  <a:lnTo>
                    <a:pt x="849562" y="29833"/>
                  </a:lnTo>
                  <a:lnTo>
                    <a:pt x="807098" y="7882"/>
                  </a:lnTo>
                  <a:lnTo>
                    <a:pt x="758189" y="0"/>
                  </a:lnTo>
                  <a:close/>
                </a:path>
              </a:pathLst>
            </a:custGeom>
            <a:solidFill>
              <a:srgbClr val="FAE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183123" y="4250435"/>
              <a:ext cx="913130" cy="309880"/>
            </a:xfrm>
            <a:custGeom>
              <a:avLst/>
              <a:gdLst/>
              <a:ahLst/>
              <a:cxnLst/>
              <a:rect l="l" t="t" r="r" b="b"/>
              <a:pathLst>
                <a:path w="913129" h="309879">
                  <a:moveTo>
                    <a:pt x="0" y="154686"/>
                  </a:moveTo>
                  <a:lnTo>
                    <a:pt x="7882" y="105777"/>
                  </a:lnTo>
                  <a:lnTo>
                    <a:pt x="29833" y="63313"/>
                  </a:lnTo>
                  <a:lnTo>
                    <a:pt x="63313" y="29833"/>
                  </a:lnTo>
                  <a:lnTo>
                    <a:pt x="105777" y="7882"/>
                  </a:lnTo>
                  <a:lnTo>
                    <a:pt x="154686" y="0"/>
                  </a:lnTo>
                  <a:lnTo>
                    <a:pt x="758189" y="0"/>
                  </a:lnTo>
                  <a:lnTo>
                    <a:pt x="807098" y="7882"/>
                  </a:lnTo>
                  <a:lnTo>
                    <a:pt x="849562" y="29833"/>
                  </a:lnTo>
                  <a:lnTo>
                    <a:pt x="883042" y="63313"/>
                  </a:lnTo>
                  <a:lnTo>
                    <a:pt x="904993" y="105777"/>
                  </a:lnTo>
                  <a:lnTo>
                    <a:pt x="912876" y="154686"/>
                  </a:lnTo>
                  <a:lnTo>
                    <a:pt x="904993" y="203594"/>
                  </a:lnTo>
                  <a:lnTo>
                    <a:pt x="883042" y="246058"/>
                  </a:lnTo>
                  <a:lnTo>
                    <a:pt x="849562" y="279538"/>
                  </a:lnTo>
                  <a:lnTo>
                    <a:pt x="807098" y="301489"/>
                  </a:lnTo>
                  <a:lnTo>
                    <a:pt x="758189" y="309371"/>
                  </a:lnTo>
                  <a:lnTo>
                    <a:pt x="154686" y="309371"/>
                  </a:lnTo>
                  <a:lnTo>
                    <a:pt x="105777" y="301489"/>
                  </a:lnTo>
                  <a:lnTo>
                    <a:pt x="63313" y="279538"/>
                  </a:lnTo>
                  <a:lnTo>
                    <a:pt x="29833" y="246058"/>
                  </a:lnTo>
                  <a:lnTo>
                    <a:pt x="7882" y="203594"/>
                  </a:lnTo>
                  <a:lnTo>
                    <a:pt x="0" y="154686"/>
                  </a:lnTo>
                  <a:close/>
                </a:path>
              </a:pathLst>
            </a:custGeom>
            <a:ln w="12700">
              <a:solidFill>
                <a:srgbClr val="7E3EB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4455540" y="3758260"/>
            <a:ext cx="6859270" cy="259651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722630" indent="-227329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722630" algn="l"/>
                <a:tab pos="1694814" algn="l"/>
              </a:tabLst>
            </a:pPr>
            <a:r>
              <a:rPr dirty="0" sz="2400" spc="-10">
                <a:solidFill>
                  <a:srgbClr val="9B780C"/>
                </a:solidFill>
                <a:latin typeface="Calibri"/>
                <a:cs typeface="Calibri"/>
              </a:rPr>
              <a:t>F</a:t>
            </a:r>
            <a:r>
              <a:rPr dirty="0" sz="2400" spc="-370">
                <a:solidFill>
                  <a:srgbClr val="9B780C"/>
                </a:solidFill>
                <a:latin typeface="Calibri"/>
                <a:cs typeface="Calibri"/>
              </a:rPr>
              <a:t>i</a:t>
            </a:r>
            <a:r>
              <a:rPr dirty="0" baseline="6172" sz="2700" spc="-315">
                <a:solidFill>
                  <a:srgbClr val="9B780C"/>
                </a:solidFill>
                <a:latin typeface="Calibri"/>
                <a:cs typeface="Calibri"/>
              </a:rPr>
              <a:t>f</a:t>
            </a:r>
            <a:r>
              <a:rPr dirty="0" sz="2400" spc="-665">
                <a:solidFill>
                  <a:srgbClr val="9B780C"/>
                </a:solidFill>
                <a:latin typeface="Calibri"/>
                <a:cs typeface="Calibri"/>
              </a:rPr>
              <a:t>r</a:t>
            </a:r>
            <a:r>
              <a:rPr dirty="0" baseline="6172" sz="2700" spc="-15">
                <a:solidFill>
                  <a:srgbClr val="9B780C"/>
                </a:solidFill>
                <a:latin typeface="Calibri"/>
                <a:cs typeface="Calibri"/>
              </a:rPr>
              <a:t>i</a:t>
            </a:r>
            <a:r>
              <a:rPr dirty="0" baseline="6172" sz="2700" spc="-652">
                <a:solidFill>
                  <a:srgbClr val="9B780C"/>
                </a:solidFill>
                <a:latin typeface="Calibri"/>
                <a:cs typeface="Calibri"/>
              </a:rPr>
              <a:t>r</a:t>
            </a:r>
            <a:r>
              <a:rPr dirty="0" sz="2400" spc="-825">
                <a:solidFill>
                  <a:srgbClr val="9B780C"/>
                </a:solidFill>
                <a:latin typeface="Calibri"/>
                <a:cs typeface="Calibri"/>
              </a:rPr>
              <a:t>e</a:t>
            </a:r>
            <a:r>
              <a:rPr dirty="0" baseline="6172" sz="2700" spc="-195">
                <a:solidFill>
                  <a:srgbClr val="9B780C"/>
                </a:solidFill>
                <a:latin typeface="Calibri"/>
                <a:cs typeface="Calibri"/>
              </a:rPr>
              <a:t>e</a:t>
            </a:r>
            <a:r>
              <a:rPr dirty="0" sz="2400" spc="-650">
                <a:solidFill>
                  <a:srgbClr val="9B780C"/>
                </a:solidFill>
                <a:latin typeface="Calibri"/>
                <a:cs typeface="Calibri"/>
              </a:rPr>
              <a:t>f</a:t>
            </a:r>
            <a:r>
              <a:rPr dirty="0" baseline="6172" sz="2700" spc="-75">
                <a:solidFill>
                  <a:srgbClr val="9B780C"/>
                </a:solidFill>
                <a:latin typeface="Calibri"/>
                <a:cs typeface="Calibri"/>
              </a:rPr>
              <a:t>f</a:t>
            </a:r>
            <a:r>
              <a:rPr dirty="0" baseline="6172" sz="2700" spc="-1357">
                <a:solidFill>
                  <a:srgbClr val="9B780C"/>
                </a:solidFill>
                <a:latin typeface="Calibri"/>
                <a:cs typeface="Calibri"/>
              </a:rPr>
              <a:t>o</a:t>
            </a:r>
            <a:r>
              <a:rPr dirty="0" sz="2400" spc="-430">
                <a:solidFill>
                  <a:srgbClr val="9B780C"/>
                </a:solidFill>
                <a:latin typeface="Calibri"/>
                <a:cs typeface="Calibri"/>
              </a:rPr>
              <a:t>o</a:t>
            </a:r>
            <a:r>
              <a:rPr dirty="0" baseline="6172" sz="2700" spc="-637">
                <a:solidFill>
                  <a:srgbClr val="9B780C"/>
                </a:solidFill>
                <a:latin typeface="Calibri"/>
                <a:cs typeface="Calibri"/>
              </a:rPr>
              <a:t>x</a:t>
            </a:r>
            <a:r>
              <a:rPr dirty="0" sz="2400" spc="-10">
                <a:solidFill>
                  <a:srgbClr val="9B780C"/>
                </a:solidFill>
                <a:latin typeface="Calibri"/>
                <a:cs typeface="Calibri"/>
              </a:rPr>
              <a:t>x</a:t>
            </a:r>
            <a:r>
              <a:rPr dirty="0" sz="2400">
                <a:solidFill>
                  <a:srgbClr val="9B780C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(Gecko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engine)</a:t>
            </a:r>
            <a:endParaRPr sz="2400">
              <a:latin typeface="Calibri"/>
              <a:cs typeface="Calibri"/>
            </a:endParaRPr>
          </a:p>
          <a:p>
            <a:pPr marL="792480" indent="-29718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792480" algn="l"/>
                <a:tab pos="1687195" algn="l"/>
              </a:tabLst>
            </a:pPr>
            <a:r>
              <a:rPr dirty="0" sz="2400" spc="-605">
                <a:solidFill>
                  <a:srgbClr val="7E3EB3"/>
                </a:solidFill>
                <a:latin typeface="Calibri"/>
                <a:cs typeface="Calibri"/>
              </a:rPr>
              <a:t>e</a:t>
            </a:r>
            <a:r>
              <a:rPr dirty="0" baseline="3086" sz="2700" spc="-1087">
                <a:solidFill>
                  <a:srgbClr val="7E3EB3"/>
                </a:solidFill>
                <a:latin typeface="Calibri"/>
                <a:cs typeface="Calibri"/>
              </a:rPr>
              <a:t>w</a:t>
            </a:r>
            <a:r>
              <a:rPr dirty="0" sz="2400" spc="-595">
                <a:solidFill>
                  <a:srgbClr val="7E3EB3"/>
                </a:solidFill>
                <a:latin typeface="Calibri"/>
                <a:cs typeface="Calibri"/>
              </a:rPr>
              <a:t>b</a:t>
            </a:r>
            <a:r>
              <a:rPr dirty="0" baseline="3086" sz="2700" spc="-509">
                <a:solidFill>
                  <a:srgbClr val="7E3EB3"/>
                </a:solidFill>
                <a:latin typeface="Calibri"/>
                <a:cs typeface="Calibri"/>
              </a:rPr>
              <a:t>e</a:t>
            </a:r>
            <a:r>
              <a:rPr dirty="0" sz="2400" spc="-785">
                <a:solidFill>
                  <a:srgbClr val="7E3EB3"/>
                </a:solidFill>
                <a:latin typeface="Calibri"/>
                <a:cs typeface="Calibri"/>
              </a:rPr>
              <a:t>k</a:t>
            </a:r>
            <a:r>
              <a:rPr dirty="0" baseline="3086" sz="2700" spc="-292">
                <a:solidFill>
                  <a:srgbClr val="7E3EB3"/>
                </a:solidFill>
                <a:latin typeface="Calibri"/>
                <a:cs typeface="Calibri"/>
              </a:rPr>
              <a:t>b</a:t>
            </a:r>
            <a:r>
              <a:rPr dirty="0" sz="2400" spc="-385">
                <a:solidFill>
                  <a:srgbClr val="7E3EB3"/>
                </a:solidFill>
                <a:latin typeface="Calibri"/>
                <a:cs typeface="Calibri"/>
              </a:rPr>
              <a:t>i</a:t>
            </a:r>
            <a:r>
              <a:rPr dirty="0" baseline="3086" sz="2700" spc="-690">
                <a:solidFill>
                  <a:srgbClr val="7E3EB3"/>
                </a:solidFill>
                <a:latin typeface="Calibri"/>
                <a:cs typeface="Calibri"/>
              </a:rPr>
              <a:t>k</a:t>
            </a:r>
            <a:r>
              <a:rPr dirty="0" sz="2400" spc="-370">
                <a:solidFill>
                  <a:srgbClr val="7E3EB3"/>
                </a:solidFill>
                <a:latin typeface="Calibri"/>
                <a:cs typeface="Calibri"/>
              </a:rPr>
              <a:t>t</a:t>
            </a:r>
            <a:r>
              <a:rPr dirty="0" baseline="3086" sz="2700" spc="-30">
                <a:solidFill>
                  <a:srgbClr val="7E3EB3"/>
                </a:solidFill>
                <a:latin typeface="Calibri"/>
                <a:cs typeface="Calibri"/>
              </a:rPr>
              <a:t>i</a:t>
            </a:r>
            <a:r>
              <a:rPr dirty="0" baseline="3086" sz="2700" spc="-15">
                <a:solidFill>
                  <a:srgbClr val="7E3EB3"/>
                </a:solidFill>
                <a:latin typeface="Calibri"/>
                <a:cs typeface="Calibri"/>
              </a:rPr>
              <a:t>t</a:t>
            </a:r>
            <a:r>
              <a:rPr dirty="0" baseline="3086" sz="2700">
                <a:solidFill>
                  <a:srgbClr val="7E3EB3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(engine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Safari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Apple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devices)</a:t>
            </a:r>
            <a:endParaRPr sz="2400">
              <a:latin typeface="Calibri"/>
              <a:cs typeface="Calibri"/>
            </a:endParaRPr>
          </a:p>
          <a:p>
            <a:pPr marL="265430" marR="998219" indent="-227329">
              <a:lnSpc>
                <a:spcPts val="3020"/>
              </a:lnSpc>
              <a:spcBef>
                <a:spcPts val="1030"/>
              </a:spcBef>
              <a:buFont typeface="Arial MT"/>
              <a:buChar char="•"/>
              <a:tabLst>
                <a:tab pos="2667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Playwright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emulate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tablet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and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mobile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(Chrome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Safari)</a:t>
            </a:r>
            <a:endParaRPr sz="2800">
              <a:latin typeface="Calibri"/>
              <a:cs typeface="Calibri"/>
            </a:endParaRPr>
          </a:p>
          <a:p>
            <a:pPr marL="265430" marR="685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66700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  <a:hlinkClick r:id="rId4"/>
              </a:rPr>
              <a:t>Platforms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  <a:hlinkClick r:id="rId4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  <a:hlinkClick r:id="rId4"/>
              </a:rPr>
              <a:t>on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  <a:hlinkClick r:id="rId4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  <a:hlinkClick r:id="rId4"/>
              </a:rPr>
              <a:t>which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  <a:hlinkClick r:id="rId4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  <a:hlinkClick r:id="rId4"/>
              </a:rPr>
              <a:t>tests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  <a:hlinkClick r:id="rId4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  <a:hlinkClick r:id="rId4"/>
              </a:rPr>
              <a:t>are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  <a:hlinkClick r:id="rId4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  <a:hlinkClick r:id="rId4"/>
              </a:rPr>
              <a:t>executed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  <a:hlinkClick r:id="rId4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can</a:t>
            </a:r>
            <a:r>
              <a:rPr dirty="0" u="sng" sz="2800" spc="-8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dirty="0" u="sng" sz="28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be</a:t>
            </a:r>
            <a:r>
              <a:rPr dirty="0" sz="2800" spc="-25">
                <a:solidFill>
                  <a:srgbClr val="006379"/>
                </a:solidFill>
                <a:latin typeface="Calibri"/>
                <a:cs typeface="Calibri"/>
                <a:hlinkClick r:id="rId4"/>
              </a:rPr>
              <a:t> </a:t>
            </a:r>
            <a:r>
              <a:rPr dirty="0" sz="2800" spc="-25">
                <a:solidFill>
                  <a:srgbClr val="006379"/>
                </a:solidFill>
                <a:latin typeface="Calibri"/>
                <a:cs typeface="Calibri"/>
                <a:hlinkClick r:id="rId4"/>
              </a:rPr>
              <a:t>	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configured</a:t>
            </a:r>
            <a:r>
              <a:rPr dirty="0" sz="2800" spc="-20">
                <a:solidFill>
                  <a:srgbClr val="006379"/>
                </a:solidFill>
                <a:latin typeface="Calibri"/>
                <a:cs typeface="Calibri"/>
                <a:hlinkClick r:id="rId4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  <a:hlinkClick r:id="rId4"/>
              </a:rPr>
              <a:t>in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  <a:hlinkClick r:id="rId4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  <a:hlinkClick r:id="rId4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  <a:hlinkClick r:id="rId4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  <a:hlinkClick r:id="rId4"/>
              </a:rPr>
              <a:t>playwright.config.ts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  <a:hlinkClick r:id="rId4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  <a:hlinkClick r:id="rId4"/>
              </a:rPr>
              <a:t>file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PLAYWRIGHT:</a:t>
            </a:r>
            <a:r>
              <a:rPr dirty="0" spc="-150"/>
              <a:t> </a:t>
            </a:r>
            <a:r>
              <a:rPr dirty="0" spc="-185"/>
              <a:t>TEST</a:t>
            </a:r>
            <a:r>
              <a:rPr dirty="0" spc="-75"/>
              <a:t> </a:t>
            </a:r>
            <a:r>
              <a:rPr dirty="0" spc="-20"/>
              <a:t>ISOLATION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96596"/>
            <a:ext cx="10207625" cy="232918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Playwright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achieves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isolation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starting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scratch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executed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clean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environment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influenced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earlier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endParaRPr sz="2400">
              <a:latin typeface="Calibri"/>
              <a:cs typeface="Calibri"/>
            </a:endParaRPr>
          </a:p>
          <a:p>
            <a:pPr lvl="1" marL="696595" marR="5080" indent="-227329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means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runs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brand-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environment,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its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own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localStorage,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sessionStorage,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cookies,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  <a:p>
            <a:pPr lvl="1" marL="696595" marR="145415" indent="-227329">
              <a:lnSpc>
                <a:spcPts val="2590"/>
              </a:lnSpc>
              <a:spcBef>
                <a:spcPts val="50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achieved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400" spc="-2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BrowserContext</a:t>
            </a:r>
            <a:r>
              <a:rPr dirty="0" sz="2400" spc="-55" b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(you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think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BrowserContext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incognito-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like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profile)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PLAYWRIGHT:</a:t>
            </a:r>
            <a:r>
              <a:rPr dirty="0" spc="-25"/>
              <a:t> </a:t>
            </a:r>
            <a:r>
              <a:rPr dirty="0"/>
              <a:t>ENVIRONMENT</a:t>
            </a:r>
            <a:r>
              <a:rPr dirty="0" spc="-50"/>
              <a:t> </a:t>
            </a:r>
            <a:r>
              <a:rPr dirty="0" spc="125"/>
              <a:t>AND</a:t>
            </a:r>
            <a:r>
              <a:rPr dirty="0" spc="-15"/>
              <a:t> </a:t>
            </a:r>
            <a:r>
              <a:rPr dirty="0" spc="-105"/>
              <a:t>FIXTURES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201910" cy="322453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environment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55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Test</a:t>
            </a:r>
            <a:r>
              <a:rPr dirty="0" u="sng" sz="2800" spc="-7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800" spc="-1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Fixtures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Tipically,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Playwright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creates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BrowserContext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and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default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context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Think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abstraction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tab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brand-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800" spc="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endParaRPr sz="2800">
              <a:latin typeface="Calibri"/>
              <a:cs typeface="Calibri"/>
            </a:endParaRPr>
          </a:p>
          <a:p>
            <a:pPr marL="240029" marR="8255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1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latin typeface="Consolas"/>
                <a:cs typeface="Consolas"/>
              </a:rPr>
              <a:t>{page}</a:t>
            </a:r>
            <a:r>
              <a:rPr dirty="0" sz="2400" spc="-650">
                <a:latin typeface="Consolas"/>
                <a:cs typeface="Consolas"/>
              </a:rPr>
              <a:t> </a:t>
            </a:r>
            <a:r>
              <a:rPr dirty="0" sz="2800">
                <a:latin typeface="Calibri"/>
                <a:cs typeface="Calibri"/>
              </a:rPr>
              <a:t>argument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passed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test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function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tells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Playwright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setup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Page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fixture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(e.g.: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create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new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BrowserContext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Page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context)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875276"/>
            <a:ext cx="10427335" cy="147701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9"/>
              </a:spcBef>
            </a:pPr>
            <a:r>
              <a:rPr dirty="0" sz="1800">
                <a:latin typeface="Consolas"/>
                <a:cs typeface="Consolas"/>
              </a:rPr>
              <a:t>test(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'has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title'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async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({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page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})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page.goto(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'https://playwright.dev/'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Expect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page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has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title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matching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substring.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expect(page).toHaveTitle(</a:t>
            </a:r>
            <a:r>
              <a:rPr dirty="0" sz="1800" spc="-10">
                <a:solidFill>
                  <a:srgbClr val="811F3E"/>
                </a:solidFill>
                <a:latin typeface="Consolas"/>
                <a:cs typeface="Consolas"/>
              </a:rPr>
              <a:t>/Playwright/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WRITING</a:t>
            </a:r>
            <a:r>
              <a:rPr dirty="0" spc="-140"/>
              <a:t> </a:t>
            </a:r>
            <a:r>
              <a:rPr dirty="0" spc="-50"/>
              <a:t>E2E</a:t>
            </a:r>
            <a:r>
              <a:rPr dirty="0" spc="-145"/>
              <a:t> </a:t>
            </a:r>
            <a:r>
              <a:rPr dirty="0" spc="-180"/>
              <a:t>TESTS</a:t>
            </a:r>
            <a:r>
              <a:rPr dirty="0" spc="-80"/>
              <a:t> </a:t>
            </a:r>
            <a:r>
              <a:rPr dirty="0" spc="-145"/>
              <a:t>WITH</a:t>
            </a:r>
            <a:r>
              <a:rPr dirty="0" spc="-120"/>
              <a:t> </a:t>
            </a:r>
            <a:r>
              <a:rPr dirty="0" spc="-85"/>
              <a:t>PLAYWRIGHT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8303895" cy="207200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Three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key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parts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crucial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automated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E2E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Locating</a:t>
            </a:r>
            <a:r>
              <a:rPr dirty="0" sz="2800" spc="-1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elements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Performing</a:t>
            </a:r>
            <a:r>
              <a:rPr dirty="0" sz="2800" spc="-1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actions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Asserting</a:t>
            </a:r>
            <a:r>
              <a:rPr dirty="0" sz="2800" spc="-1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state</a:t>
            </a:r>
            <a:r>
              <a:rPr dirty="0" sz="2800" spc="-1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against</a:t>
            </a:r>
            <a:r>
              <a:rPr dirty="0" sz="2800" spc="-1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expectations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PLAYWRIGHT:</a:t>
            </a:r>
            <a:r>
              <a:rPr dirty="0" spc="-50"/>
              <a:t> </a:t>
            </a:r>
            <a:r>
              <a:rPr dirty="0"/>
              <a:t>LOCATING</a:t>
            </a:r>
            <a:r>
              <a:rPr dirty="0" spc="-60"/>
              <a:t> </a:t>
            </a:r>
            <a:r>
              <a:rPr dirty="0" spc="-45"/>
              <a:t>ELEMENTS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86118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Playwright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supports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ways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locate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elements: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docs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4089603"/>
            <a:ext cx="68668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possible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XPATH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locators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2150364"/>
            <a:ext cx="10427335" cy="175450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latin typeface="Consolas"/>
                <a:cs typeface="Consolas"/>
              </a:rPr>
              <a:t>page.getByText();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locate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by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text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content.</a:t>
            </a:r>
            <a:endParaRPr sz="1800">
              <a:latin typeface="Consolas"/>
              <a:cs typeface="Consolas"/>
            </a:endParaRPr>
          </a:p>
          <a:p>
            <a:pPr marL="92075" marR="105029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page.getByLabel();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locate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form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control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by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associated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label's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text. </a:t>
            </a:r>
            <a:r>
              <a:rPr dirty="0" sz="1800">
                <a:latin typeface="Consolas"/>
                <a:cs typeface="Consolas"/>
              </a:rPr>
              <a:t>page.getByPlaceholder();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locate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input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by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placeholder. </a:t>
            </a:r>
            <a:r>
              <a:rPr dirty="0" sz="1800">
                <a:latin typeface="Consolas"/>
                <a:cs typeface="Consolas"/>
              </a:rPr>
              <a:t>page.getByAltText();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locate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element,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usually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image,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by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its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text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alt. </a:t>
            </a:r>
            <a:r>
              <a:rPr dirty="0" sz="1800">
                <a:latin typeface="Consolas"/>
                <a:cs typeface="Consolas"/>
              </a:rPr>
              <a:t>page.getByTitle();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locate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element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by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its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title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attribute. </a:t>
            </a:r>
            <a:r>
              <a:rPr dirty="0" sz="1800">
                <a:latin typeface="Consolas"/>
                <a:cs typeface="Consolas"/>
              </a:rPr>
              <a:t>page.getByTestId();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locate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element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based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on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its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data-testid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2396" y="4664964"/>
            <a:ext cx="10427335" cy="64643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latin typeface="Consolas"/>
                <a:cs typeface="Consolas"/>
              </a:rPr>
              <a:t>page.locator(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"#foo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ul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[data-foo]"</a:t>
            </a:r>
            <a:r>
              <a:rPr dirty="0" sz="1800" spc="-1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page.locator(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"//[@id='foo']//ul//*[@data-foo]"</a:t>
            </a:r>
            <a:r>
              <a:rPr dirty="0" sz="1800" spc="-1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PERFORMING</a:t>
            </a:r>
            <a:r>
              <a:rPr dirty="0" spc="-180"/>
              <a:t> </a:t>
            </a:r>
            <a:r>
              <a:rPr dirty="0" spc="-10"/>
              <a:t>ACTIONS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698990" cy="134874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866775">
              <a:lnSpc>
                <a:spcPts val="3030"/>
              </a:lnSpc>
              <a:spcBef>
                <a:spcPts val="4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Once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intended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element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been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located,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possible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programmatically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interact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suffices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invoke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adequate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method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located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element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491484"/>
            <a:ext cx="1042733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 marR="5940425">
              <a:lnSpc>
                <a:spcPct val="100000"/>
              </a:lnSpc>
              <a:spcBef>
                <a:spcPts val="260"/>
              </a:spcBef>
            </a:pPr>
            <a:r>
              <a:rPr dirty="0" sz="1800" spc="-10">
                <a:latin typeface="Consolas"/>
                <a:cs typeface="Consolas"/>
              </a:rPr>
              <a:t>page.locator(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"#input"</a:t>
            </a:r>
            <a:r>
              <a:rPr dirty="0" sz="1800" spc="-10">
                <a:latin typeface="Consolas"/>
                <a:cs typeface="Consolas"/>
              </a:rPr>
              <a:t>).clear(); page.locator(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"#input"</a:t>
            </a:r>
            <a:r>
              <a:rPr dirty="0" sz="1800" spc="-10">
                <a:latin typeface="Consolas"/>
                <a:cs typeface="Consolas"/>
              </a:rPr>
              <a:t>).fill(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"Foo"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 marR="5815330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page.locator(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"#input"</a:t>
            </a:r>
            <a:r>
              <a:rPr dirty="0" sz="1800" spc="-10">
                <a:latin typeface="Consolas"/>
                <a:cs typeface="Consolas"/>
              </a:rPr>
              <a:t>).press(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"Tab"</a:t>
            </a:r>
            <a:r>
              <a:rPr dirty="0" sz="1800" spc="-10">
                <a:latin typeface="Consolas"/>
                <a:cs typeface="Consolas"/>
              </a:rPr>
              <a:t>); page.locator(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"#checkbox"</a:t>
            </a:r>
            <a:r>
              <a:rPr dirty="0" sz="1800" spc="-10">
                <a:latin typeface="Consolas"/>
                <a:cs typeface="Consolas"/>
              </a:rPr>
              <a:t>).check();</a:t>
            </a:r>
            <a:endParaRPr sz="1800">
              <a:latin typeface="Consolas"/>
              <a:cs typeface="Consolas"/>
            </a:endParaRPr>
          </a:p>
          <a:p>
            <a:pPr marL="92075" marR="2305050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page.locator(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"#select-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course"</a:t>
            </a:r>
            <a:r>
              <a:rPr dirty="0" sz="1800">
                <a:latin typeface="Consolas"/>
                <a:cs typeface="Consolas"/>
              </a:rPr>
              <a:t>).selectOption(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8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technologies"</a:t>
            </a:r>
            <a:r>
              <a:rPr dirty="0" sz="1800" spc="-10">
                <a:latin typeface="Consolas"/>
                <a:cs typeface="Consolas"/>
              </a:rPr>
              <a:t>); page.locator(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"#button"</a:t>
            </a:r>
            <a:r>
              <a:rPr dirty="0" sz="1800" spc="-10">
                <a:latin typeface="Consolas"/>
                <a:cs typeface="Consolas"/>
              </a:rPr>
              <a:t>).click(); page.locator(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"#button"</a:t>
            </a:r>
            <a:r>
              <a:rPr dirty="0" sz="1800" spc="-10">
                <a:latin typeface="Consolas"/>
                <a:cs typeface="Consolas"/>
              </a:rPr>
              <a:t>).dblclick();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413448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5"/>
              <a:t>ASSERTING</a:t>
            </a:r>
            <a:r>
              <a:rPr dirty="0" spc="-125"/>
              <a:t> </a:t>
            </a:r>
            <a:r>
              <a:rPr dirty="0" spc="-95"/>
              <a:t>STATE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46665" cy="224345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654685">
              <a:lnSpc>
                <a:spcPts val="3030"/>
              </a:lnSpc>
              <a:spcBef>
                <a:spcPts val="4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Once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intended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element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been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located,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possible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perform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assertions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element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make</a:t>
            </a:r>
            <a:r>
              <a:rPr dirty="0" sz="2800" spc="-1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assertions,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call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expect(value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locator)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matcher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reflecting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assertion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make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Check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docs</a:t>
            </a:r>
            <a:r>
              <a:rPr dirty="0" sz="2800" spc="-5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complete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reference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assertions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145279"/>
            <a:ext cx="1042733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 marR="4059554">
              <a:lnSpc>
                <a:spcPct val="100000"/>
              </a:lnSpc>
              <a:spcBef>
                <a:spcPts val="260"/>
              </a:spcBef>
            </a:pPr>
            <a:r>
              <a:rPr dirty="0" sz="1800" spc="-10">
                <a:latin typeface="Consolas"/>
                <a:cs typeface="Consolas"/>
              </a:rPr>
              <a:t>expect(page.locator(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"#foo"</a:t>
            </a:r>
            <a:r>
              <a:rPr dirty="0" sz="1800" spc="-10">
                <a:latin typeface="Consolas"/>
                <a:cs typeface="Consolas"/>
              </a:rPr>
              <a:t>)).toBeDefined(); expect(page.locator(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"#foo"</a:t>
            </a:r>
            <a:r>
              <a:rPr dirty="0" sz="1800" spc="-10">
                <a:latin typeface="Consolas"/>
                <a:cs typeface="Consolas"/>
              </a:rPr>
              <a:t>)).toBeDisabled(); expect(page.locator(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"#foo"</a:t>
            </a:r>
            <a:r>
              <a:rPr dirty="0" sz="1800" spc="-10">
                <a:latin typeface="Consolas"/>
                <a:cs typeface="Consolas"/>
              </a:rPr>
              <a:t>)).toBeEmpty(); expect(page.locator(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"#foo"</a:t>
            </a:r>
            <a:r>
              <a:rPr dirty="0" sz="1800" spc="-10">
                <a:latin typeface="Consolas"/>
                <a:cs typeface="Consolas"/>
              </a:rPr>
              <a:t>)).toContainText(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"foo"</a:t>
            </a:r>
            <a:r>
              <a:rPr dirty="0" sz="1800" spc="-10">
                <a:latin typeface="Consolas"/>
                <a:cs typeface="Consolas"/>
              </a:rPr>
              <a:t>); expect(page.locator(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"#foo"</a:t>
            </a:r>
            <a:r>
              <a:rPr dirty="0" sz="1800" spc="-10">
                <a:latin typeface="Consolas"/>
                <a:cs typeface="Consolas"/>
              </a:rPr>
              <a:t>)).toHaveClass(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"bar"</a:t>
            </a:r>
            <a:r>
              <a:rPr dirty="0" sz="1800" spc="-10">
                <a:latin typeface="Consolas"/>
                <a:cs typeface="Consolas"/>
              </a:rPr>
              <a:t>); expect(page.locator(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"#foo"</a:t>
            </a:r>
            <a:r>
              <a:rPr dirty="0" sz="1800" spc="-10">
                <a:latin typeface="Consolas"/>
                <a:cs typeface="Consolas"/>
              </a:rPr>
              <a:t>)).toBeVisible(); expect(page.locator(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"#foo"</a:t>
            </a:r>
            <a:r>
              <a:rPr dirty="0" sz="1800" spc="-10">
                <a:latin typeface="Consolas"/>
                <a:cs typeface="Consolas"/>
              </a:rPr>
              <a:t>)).toBeInViewport();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51390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CAPTURE</a:t>
            </a:r>
            <a:r>
              <a:rPr dirty="0" spc="-40"/>
              <a:t> </a:t>
            </a:r>
            <a:r>
              <a:rPr dirty="0" spc="130"/>
              <a:t>AND</a:t>
            </a:r>
            <a:r>
              <a:rPr dirty="0" spc="-35"/>
              <a:t> </a:t>
            </a:r>
            <a:r>
              <a:rPr dirty="0" spc="-114"/>
              <a:t>REPLAY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252710" cy="451231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time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consuming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task</a:t>
            </a:r>
            <a:endParaRPr sz="2800">
              <a:latin typeface="Calibri"/>
              <a:cs typeface="Calibri"/>
            </a:endParaRPr>
          </a:p>
          <a:p>
            <a:pPr marL="240029" marR="30607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Capture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Replay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(C&amp;R)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approaches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automatically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generate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E2E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«recording»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(capturing)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interactions</a:t>
            </a:r>
            <a:endParaRPr sz="2800">
              <a:latin typeface="Calibri"/>
              <a:cs typeface="Calibri"/>
            </a:endParaRPr>
          </a:p>
          <a:p>
            <a:pPr marL="240029" marR="21336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C&amp;R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testers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easily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re-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executable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E2E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simply 	interacting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19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generated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automatically,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C&amp;R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may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suboptimal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w.r.t.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fragility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flakiness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may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starting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point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nonetheless!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3190"/>
              </a:lnSpc>
              <a:spcBef>
                <a:spcPts val="63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Playwright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supports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C&amp;R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(through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Test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Generator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feature),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let’s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action!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5"/>
              <a:t>PLAYWRIGHT </a:t>
            </a:r>
            <a:r>
              <a:rPr dirty="0" spc="-185"/>
              <a:t>TEST</a:t>
            </a:r>
            <a:r>
              <a:rPr dirty="0" spc="-75"/>
              <a:t> </a:t>
            </a:r>
            <a:r>
              <a:rPr dirty="0" spc="-10"/>
              <a:t>GENERATOR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2592705" cy="4037329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easiest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way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get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started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is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  <a:hlinkClick r:id="rId2"/>
              </a:rPr>
              <a:t>to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  <a:hlinkClick r:id="rId2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  <a:hlinkClick r:id="rId2"/>
              </a:rPr>
              <a:t>use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  <a:hlinkClick r:id="rId2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  <a:hlinkClick r:id="rId2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  <a:hlinkClick r:id="rId2"/>
              </a:rPr>
              <a:t> </a:t>
            </a:r>
            <a:r>
              <a:rPr dirty="0" u="sng" sz="28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VS</a:t>
            </a:r>
            <a:r>
              <a:rPr dirty="0" sz="28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006379"/>
                </a:solidFill>
                <a:latin typeface="Calibri"/>
                <a:cs typeface="Calibri"/>
              </a:rPr>
              <a:t>	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Code </a:t>
            </a:r>
            <a:r>
              <a:rPr dirty="0" u="sng" sz="2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Playwright</a:t>
            </a:r>
            <a:r>
              <a:rPr dirty="0" sz="2800" spc="-2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006379"/>
                </a:solidFill>
                <a:latin typeface="Calibri"/>
                <a:cs typeface="Calibri"/>
              </a:rPr>
              <a:t>	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extension</a:t>
            </a:r>
            <a:endParaRPr sz="2800">
              <a:latin typeface="Calibri"/>
              <a:cs typeface="Calibri"/>
            </a:endParaRPr>
          </a:p>
          <a:p>
            <a:pPr marL="240029" marR="182880" indent="-227329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Testing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tab,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under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Playwright</a:t>
            </a:r>
            <a:r>
              <a:rPr dirty="0" sz="2800" spc="-1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tab,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select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025"/>
              </a:lnSpc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«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Record</a:t>
            </a:r>
            <a:r>
              <a:rPr dirty="0" sz="2800" spc="-1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»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803586" y="1415414"/>
            <a:ext cx="7793355" cy="4911090"/>
            <a:chOff x="3803586" y="1415414"/>
            <a:chExt cx="7793355" cy="491109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3047" y="1424939"/>
              <a:ext cx="7773923" cy="489204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808348" y="1420177"/>
              <a:ext cx="7783830" cy="4901565"/>
            </a:xfrm>
            <a:custGeom>
              <a:avLst/>
              <a:gdLst/>
              <a:ahLst/>
              <a:cxnLst/>
              <a:rect l="l" t="t" r="r" b="b"/>
              <a:pathLst>
                <a:path w="7783830" h="4901565">
                  <a:moveTo>
                    <a:pt x="0" y="4901565"/>
                  </a:moveTo>
                  <a:lnTo>
                    <a:pt x="7783449" y="4901565"/>
                  </a:lnTo>
                  <a:lnTo>
                    <a:pt x="7783449" y="0"/>
                  </a:lnTo>
                  <a:lnTo>
                    <a:pt x="0" y="0"/>
                  </a:lnTo>
                  <a:lnTo>
                    <a:pt x="0" y="4901565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27903" y="4515611"/>
              <a:ext cx="665988" cy="519683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5"/>
              <a:t>PLAYWRIGHT </a:t>
            </a:r>
            <a:r>
              <a:rPr dirty="0" spc="-185"/>
              <a:t>TEST</a:t>
            </a:r>
            <a:r>
              <a:rPr dirty="0" spc="-75"/>
              <a:t> </a:t>
            </a:r>
            <a:r>
              <a:rPr dirty="0" spc="-10"/>
              <a:t>GENERATOR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867265" cy="245618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After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starting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recording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process,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window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appear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just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interact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end-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endParaRPr sz="2800">
              <a:latin typeface="Calibri"/>
              <a:cs typeface="Calibri"/>
            </a:endParaRPr>
          </a:p>
          <a:p>
            <a:pPr marL="240029" marR="499745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Playwright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capture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interactions,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generating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code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necessary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replicate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them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Built-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heuristics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determine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best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locators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044696"/>
            <a:ext cx="10427335" cy="230759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342265" marR="1927860" indent="-250190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latin typeface="Consolas"/>
                <a:cs typeface="Consolas"/>
              </a:rPr>
              <a:t>test(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'should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login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with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correct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credentials'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async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({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page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page.goto(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  <a:hlinkClick r:id="rId2"/>
              </a:rPr>
              <a:t>http://localhost:4200/home'</a:t>
            </a:r>
            <a:r>
              <a:rPr dirty="0" sz="1800" spc="-10">
                <a:latin typeface="Consolas"/>
                <a:cs typeface="Consolas"/>
                <a:hlinkClick r:id="rId2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342265" marR="267843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page.getByRole(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'link'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name: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'Login'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}).click();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7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page.getByPlaceholder(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'Your</a:t>
            </a:r>
            <a:r>
              <a:rPr dirty="0" sz="1800" spc="-6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username'</a:t>
            </a:r>
            <a:r>
              <a:rPr dirty="0" sz="1800" spc="-10">
                <a:latin typeface="Consolas"/>
                <a:cs typeface="Consolas"/>
              </a:rPr>
              <a:t>).fill(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'luigi'</a:t>
            </a:r>
            <a:r>
              <a:rPr dirty="0" sz="1800" spc="-10">
                <a:latin typeface="Consolas"/>
                <a:cs typeface="Consolas"/>
              </a:rPr>
              <a:t>);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page.getByPlaceholder(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'••••••••'</a:t>
            </a:r>
            <a:r>
              <a:rPr dirty="0" sz="1800" spc="-10">
                <a:latin typeface="Consolas"/>
                <a:cs typeface="Consolas"/>
              </a:rPr>
              <a:t>).fill(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'luigi'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page.getByRole(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'button'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name: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'Sign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in'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}).click();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 </a:t>
            </a:r>
            <a:r>
              <a:rPr dirty="0" sz="1800" spc="-10">
                <a:latin typeface="Consolas"/>
                <a:cs typeface="Consolas"/>
              </a:rPr>
              <a:t>expect(page.locator(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'#navbar-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default'</a:t>
            </a:r>
            <a:r>
              <a:rPr dirty="0" sz="1800">
                <a:latin typeface="Consolas"/>
                <a:cs typeface="Consolas"/>
              </a:rPr>
              <a:t>)).toContainText(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'Welcome,</a:t>
            </a:r>
            <a:r>
              <a:rPr dirty="0" sz="1800" spc="1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luigi'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606028" y="710691"/>
            <a:ext cx="2734310" cy="2474595"/>
          </a:xfrm>
          <a:custGeom>
            <a:avLst/>
            <a:gdLst/>
            <a:ahLst/>
            <a:cxnLst/>
            <a:rect l="l" t="t" r="r" b="b"/>
            <a:pathLst>
              <a:path w="2734309" h="2474595">
                <a:moveTo>
                  <a:pt x="371856" y="2255774"/>
                </a:moveTo>
                <a:lnTo>
                  <a:pt x="328142" y="2238514"/>
                </a:lnTo>
                <a:lnTo>
                  <a:pt x="290258" y="2206929"/>
                </a:lnTo>
                <a:lnTo>
                  <a:pt x="257644" y="2166010"/>
                </a:lnTo>
                <a:lnTo>
                  <a:pt x="229755" y="2120735"/>
                </a:lnTo>
                <a:lnTo>
                  <a:pt x="206032" y="2076107"/>
                </a:lnTo>
                <a:lnTo>
                  <a:pt x="185928" y="2037080"/>
                </a:lnTo>
                <a:lnTo>
                  <a:pt x="170675" y="2078062"/>
                </a:lnTo>
                <a:lnTo>
                  <a:pt x="147231" y="2117179"/>
                </a:lnTo>
                <a:lnTo>
                  <a:pt x="117005" y="2154478"/>
                </a:lnTo>
                <a:lnTo>
                  <a:pt x="81445" y="2189988"/>
                </a:lnTo>
                <a:lnTo>
                  <a:pt x="41960" y="2223744"/>
                </a:lnTo>
                <a:lnTo>
                  <a:pt x="0" y="2255774"/>
                </a:lnTo>
                <a:lnTo>
                  <a:pt x="45173" y="2279789"/>
                </a:lnTo>
                <a:lnTo>
                  <a:pt x="85877" y="2308021"/>
                </a:lnTo>
                <a:lnTo>
                  <a:pt x="121196" y="2341029"/>
                </a:lnTo>
                <a:lnTo>
                  <a:pt x="150253" y="2379395"/>
                </a:lnTo>
                <a:lnTo>
                  <a:pt x="172123" y="2423680"/>
                </a:lnTo>
                <a:lnTo>
                  <a:pt x="185928" y="2474468"/>
                </a:lnTo>
                <a:lnTo>
                  <a:pt x="202577" y="2429141"/>
                </a:lnTo>
                <a:lnTo>
                  <a:pt x="227939" y="2383294"/>
                </a:lnTo>
                <a:lnTo>
                  <a:pt x="259791" y="2339987"/>
                </a:lnTo>
                <a:lnTo>
                  <a:pt x="295871" y="2302256"/>
                </a:lnTo>
                <a:lnTo>
                  <a:pt x="333971" y="2273173"/>
                </a:lnTo>
                <a:lnTo>
                  <a:pt x="371856" y="2255774"/>
                </a:lnTo>
                <a:close/>
              </a:path>
              <a:path w="2734309" h="2474595">
                <a:moveTo>
                  <a:pt x="2734056" y="393700"/>
                </a:moveTo>
                <a:lnTo>
                  <a:pt x="2698051" y="381000"/>
                </a:lnTo>
                <a:lnTo>
                  <a:pt x="2660510" y="381000"/>
                </a:lnTo>
                <a:lnTo>
                  <a:pt x="2621305" y="368300"/>
                </a:lnTo>
                <a:lnTo>
                  <a:pt x="2580360" y="342900"/>
                </a:lnTo>
                <a:lnTo>
                  <a:pt x="2537536" y="330200"/>
                </a:lnTo>
                <a:lnTo>
                  <a:pt x="2492756" y="304800"/>
                </a:lnTo>
                <a:lnTo>
                  <a:pt x="2466695" y="290677"/>
                </a:lnTo>
                <a:lnTo>
                  <a:pt x="2466695" y="1524000"/>
                </a:lnTo>
                <a:lnTo>
                  <a:pt x="2462606" y="1574800"/>
                </a:lnTo>
                <a:lnTo>
                  <a:pt x="2456904" y="1625600"/>
                </a:lnTo>
                <a:lnTo>
                  <a:pt x="2452903" y="1663700"/>
                </a:lnTo>
                <a:lnTo>
                  <a:pt x="2453894" y="1701800"/>
                </a:lnTo>
                <a:lnTo>
                  <a:pt x="2391003" y="1727200"/>
                </a:lnTo>
                <a:lnTo>
                  <a:pt x="2334247" y="1752600"/>
                </a:lnTo>
                <a:lnTo>
                  <a:pt x="2282660" y="1765300"/>
                </a:lnTo>
                <a:lnTo>
                  <a:pt x="2235301" y="1790700"/>
                </a:lnTo>
                <a:lnTo>
                  <a:pt x="2191245" y="1803400"/>
                </a:lnTo>
                <a:lnTo>
                  <a:pt x="2149551" y="1816100"/>
                </a:lnTo>
                <a:lnTo>
                  <a:pt x="2109266" y="1828800"/>
                </a:lnTo>
                <a:lnTo>
                  <a:pt x="1988794" y="1905000"/>
                </a:lnTo>
                <a:lnTo>
                  <a:pt x="1907755" y="1930400"/>
                </a:lnTo>
                <a:lnTo>
                  <a:pt x="1865503" y="1943100"/>
                </a:lnTo>
                <a:lnTo>
                  <a:pt x="1821014" y="1955800"/>
                </a:lnTo>
                <a:lnTo>
                  <a:pt x="1773491" y="1968500"/>
                </a:lnTo>
                <a:lnTo>
                  <a:pt x="1722132" y="1993900"/>
                </a:lnTo>
                <a:lnTo>
                  <a:pt x="1666113" y="2019300"/>
                </a:lnTo>
                <a:lnTo>
                  <a:pt x="1604645" y="2057400"/>
                </a:lnTo>
                <a:lnTo>
                  <a:pt x="1538236" y="2082800"/>
                </a:lnTo>
                <a:lnTo>
                  <a:pt x="1482686" y="2120900"/>
                </a:lnTo>
                <a:lnTo>
                  <a:pt x="1435760" y="2133600"/>
                </a:lnTo>
                <a:lnTo>
                  <a:pt x="1395222" y="2146300"/>
                </a:lnTo>
                <a:lnTo>
                  <a:pt x="1358811" y="2159000"/>
                </a:lnTo>
                <a:lnTo>
                  <a:pt x="1289494" y="2184400"/>
                </a:lnTo>
                <a:lnTo>
                  <a:pt x="1252093" y="2197100"/>
                </a:lnTo>
                <a:lnTo>
                  <a:pt x="1213586" y="2184400"/>
                </a:lnTo>
                <a:lnTo>
                  <a:pt x="1168273" y="2171700"/>
                </a:lnTo>
                <a:lnTo>
                  <a:pt x="1118184" y="2146300"/>
                </a:lnTo>
                <a:lnTo>
                  <a:pt x="959739" y="2070100"/>
                </a:lnTo>
                <a:lnTo>
                  <a:pt x="910983" y="2057400"/>
                </a:lnTo>
                <a:lnTo>
                  <a:pt x="867676" y="2044700"/>
                </a:lnTo>
                <a:lnTo>
                  <a:pt x="831850" y="2032000"/>
                </a:lnTo>
                <a:lnTo>
                  <a:pt x="798512" y="2019300"/>
                </a:lnTo>
                <a:lnTo>
                  <a:pt x="761441" y="2006600"/>
                </a:lnTo>
                <a:lnTo>
                  <a:pt x="720801" y="1993900"/>
                </a:lnTo>
                <a:lnTo>
                  <a:pt x="676770" y="1968500"/>
                </a:lnTo>
                <a:lnTo>
                  <a:pt x="629513" y="1943100"/>
                </a:lnTo>
                <a:lnTo>
                  <a:pt x="579196" y="1917700"/>
                </a:lnTo>
                <a:lnTo>
                  <a:pt x="525995" y="1892300"/>
                </a:lnTo>
                <a:lnTo>
                  <a:pt x="411607" y="1866900"/>
                </a:lnTo>
                <a:lnTo>
                  <a:pt x="409181" y="1816100"/>
                </a:lnTo>
                <a:lnTo>
                  <a:pt x="409295" y="1765300"/>
                </a:lnTo>
                <a:lnTo>
                  <a:pt x="410616" y="1727200"/>
                </a:lnTo>
                <a:lnTo>
                  <a:pt x="411822" y="1689100"/>
                </a:lnTo>
                <a:lnTo>
                  <a:pt x="411734" y="1663700"/>
                </a:lnTo>
                <a:lnTo>
                  <a:pt x="411645" y="1638300"/>
                </a:lnTo>
                <a:lnTo>
                  <a:pt x="411607" y="1625600"/>
                </a:lnTo>
                <a:lnTo>
                  <a:pt x="452335" y="1651000"/>
                </a:lnTo>
                <a:lnTo>
                  <a:pt x="499732" y="1663700"/>
                </a:lnTo>
                <a:lnTo>
                  <a:pt x="551472" y="1689100"/>
                </a:lnTo>
                <a:lnTo>
                  <a:pt x="658710" y="1739900"/>
                </a:lnTo>
                <a:lnTo>
                  <a:pt x="709561" y="1752600"/>
                </a:lnTo>
                <a:lnTo>
                  <a:pt x="755472" y="1778000"/>
                </a:lnTo>
                <a:lnTo>
                  <a:pt x="794131" y="1790700"/>
                </a:lnTo>
                <a:lnTo>
                  <a:pt x="829818" y="1803400"/>
                </a:lnTo>
                <a:lnTo>
                  <a:pt x="868426" y="1816100"/>
                </a:lnTo>
                <a:lnTo>
                  <a:pt x="909955" y="1841500"/>
                </a:lnTo>
                <a:lnTo>
                  <a:pt x="954417" y="1854200"/>
                </a:lnTo>
                <a:lnTo>
                  <a:pt x="1001801" y="1879600"/>
                </a:lnTo>
                <a:lnTo>
                  <a:pt x="1052144" y="1892300"/>
                </a:lnTo>
                <a:lnTo>
                  <a:pt x="1105420" y="1917700"/>
                </a:lnTo>
                <a:lnTo>
                  <a:pt x="1161669" y="1943100"/>
                </a:lnTo>
                <a:lnTo>
                  <a:pt x="1218158" y="1905000"/>
                </a:lnTo>
                <a:lnTo>
                  <a:pt x="1288796" y="1879600"/>
                </a:lnTo>
                <a:lnTo>
                  <a:pt x="1328813" y="1866900"/>
                </a:lnTo>
                <a:lnTo>
                  <a:pt x="1371638" y="1866900"/>
                </a:lnTo>
                <a:lnTo>
                  <a:pt x="1417027" y="1854200"/>
                </a:lnTo>
                <a:lnTo>
                  <a:pt x="1464741" y="1841500"/>
                </a:lnTo>
                <a:lnTo>
                  <a:pt x="1514538" y="1816100"/>
                </a:lnTo>
                <a:lnTo>
                  <a:pt x="1566151" y="1790700"/>
                </a:lnTo>
                <a:lnTo>
                  <a:pt x="1619377" y="1752600"/>
                </a:lnTo>
                <a:lnTo>
                  <a:pt x="1647698" y="1739900"/>
                </a:lnTo>
                <a:lnTo>
                  <a:pt x="1676031" y="1727200"/>
                </a:lnTo>
                <a:lnTo>
                  <a:pt x="1727847" y="1701800"/>
                </a:lnTo>
                <a:lnTo>
                  <a:pt x="1775498" y="1676400"/>
                </a:lnTo>
                <a:lnTo>
                  <a:pt x="1819694" y="1663700"/>
                </a:lnTo>
                <a:lnTo>
                  <a:pt x="1861121" y="1663700"/>
                </a:lnTo>
                <a:lnTo>
                  <a:pt x="1900466" y="1651000"/>
                </a:lnTo>
                <a:lnTo>
                  <a:pt x="2013038" y="1612900"/>
                </a:lnTo>
                <a:lnTo>
                  <a:pt x="2051050" y="1587500"/>
                </a:lnTo>
                <a:lnTo>
                  <a:pt x="2136521" y="1536700"/>
                </a:lnTo>
                <a:lnTo>
                  <a:pt x="2267051" y="1498600"/>
                </a:lnTo>
                <a:lnTo>
                  <a:pt x="2358821" y="1473200"/>
                </a:lnTo>
                <a:lnTo>
                  <a:pt x="2406942" y="1447800"/>
                </a:lnTo>
                <a:lnTo>
                  <a:pt x="2456942" y="1422400"/>
                </a:lnTo>
                <a:lnTo>
                  <a:pt x="2465908" y="1473200"/>
                </a:lnTo>
                <a:lnTo>
                  <a:pt x="2466695" y="1524000"/>
                </a:lnTo>
                <a:lnTo>
                  <a:pt x="2466695" y="290677"/>
                </a:lnTo>
                <a:lnTo>
                  <a:pt x="2460904" y="287540"/>
                </a:lnTo>
                <a:lnTo>
                  <a:pt x="2460904" y="558800"/>
                </a:lnTo>
                <a:lnTo>
                  <a:pt x="2455634" y="596900"/>
                </a:lnTo>
                <a:lnTo>
                  <a:pt x="2449893" y="647700"/>
                </a:lnTo>
                <a:lnTo>
                  <a:pt x="2449792" y="660400"/>
                </a:lnTo>
                <a:lnTo>
                  <a:pt x="2449703" y="673100"/>
                </a:lnTo>
                <a:lnTo>
                  <a:pt x="2449614" y="685800"/>
                </a:lnTo>
                <a:lnTo>
                  <a:pt x="2449512" y="698500"/>
                </a:lnTo>
                <a:lnTo>
                  <a:pt x="2449423" y="711200"/>
                </a:lnTo>
                <a:lnTo>
                  <a:pt x="2459990" y="762000"/>
                </a:lnTo>
                <a:lnTo>
                  <a:pt x="2409482" y="787400"/>
                </a:lnTo>
                <a:lnTo>
                  <a:pt x="2382342" y="794016"/>
                </a:lnTo>
                <a:lnTo>
                  <a:pt x="2382342" y="1041400"/>
                </a:lnTo>
                <a:lnTo>
                  <a:pt x="2382266" y="1054100"/>
                </a:lnTo>
                <a:lnTo>
                  <a:pt x="2382189" y="1066800"/>
                </a:lnTo>
                <a:lnTo>
                  <a:pt x="2382113" y="1079500"/>
                </a:lnTo>
                <a:lnTo>
                  <a:pt x="2382050" y="1092200"/>
                </a:lnTo>
                <a:lnTo>
                  <a:pt x="2376881" y="1130300"/>
                </a:lnTo>
                <a:lnTo>
                  <a:pt x="2372017" y="1181100"/>
                </a:lnTo>
                <a:lnTo>
                  <a:pt x="2372144" y="1193800"/>
                </a:lnTo>
                <a:lnTo>
                  <a:pt x="2372258" y="1206500"/>
                </a:lnTo>
                <a:lnTo>
                  <a:pt x="2372372" y="1219200"/>
                </a:lnTo>
                <a:lnTo>
                  <a:pt x="2372487" y="1231900"/>
                </a:lnTo>
                <a:lnTo>
                  <a:pt x="2372614" y="1244600"/>
                </a:lnTo>
                <a:lnTo>
                  <a:pt x="2369566" y="1244600"/>
                </a:lnTo>
                <a:lnTo>
                  <a:pt x="2325395" y="1270000"/>
                </a:lnTo>
                <a:lnTo>
                  <a:pt x="2282342" y="1295400"/>
                </a:lnTo>
                <a:lnTo>
                  <a:pt x="2154644" y="1333500"/>
                </a:lnTo>
                <a:lnTo>
                  <a:pt x="2065705" y="1358900"/>
                </a:lnTo>
                <a:lnTo>
                  <a:pt x="2018576" y="1384300"/>
                </a:lnTo>
                <a:lnTo>
                  <a:pt x="1969008" y="1409700"/>
                </a:lnTo>
                <a:lnTo>
                  <a:pt x="1924989" y="1447800"/>
                </a:lnTo>
                <a:lnTo>
                  <a:pt x="1884095" y="1460500"/>
                </a:lnTo>
                <a:lnTo>
                  <a:pt x="1845284" y="1485900"/>
                </a:lnTo>
                <a:lnTo>
                  <a:pt x="1730870" y="1524000"/>
                </a:lnTo>
                <a:lnTo>
                  <a:pt x="1689950" y="1536700"/>
                </a:lnTo>
                <a:lnTo>
                  <a:pt x="1645920" y="1549400"/>
                </a:lnTo>
                <a:lnTo>
                  <a:pt x="1597710" y="1562100"/>
                </a:lnTo>
                <a:lnTo>
                  <a:pt x="1544320" y="1587500"/>
                </a:lnTo>
                <a:lnTo>
                  <a:pt x="1478978" y="1625600"/>
                </a:lnTo>
                <a:lnTo>
                  <a:pt x="1422679" y="1651000"/>
                </a:lnTo>
                <a:lnTo>
                  <a:pt x="1373505" y="1663700"/>
                </a:lnTo>
                <a:lnTo>
                  <a:pt x="1329537" y="1676400"/>
                </a:lnTo>
                <a:lnTo>
                  <a:pt x="1288884" y="1701800"/>
                </a:lnTo>
                <a:lnTo>
                  <a:pt x="1209840" y="1727200"/>
                </a:lnTo>
                <a:lnTo>
                  <a:pt x="1167638" y="1739900"/>
                </a:lnTo>
                <a:lnTo>
                  <a:pt x="1105052" y="1739900"/>
                </a:lnTo>
                <a:lnTo>
                  <a:pt x="1054709" y="1727200"/>
                </a:lnTo>
                <a:lnTo>
                  <a:pt x="1013269" y="1701800"/>
                </a:lnTo>
                <a:lnTo>
                  <a:pt x="977430" y="1689100"/>
                </a:lnTo>
                <a:lnTo>
                  <a:pt x="943864" y="1676400"/>
                </a:lnTo>
                <a:lnTo>
                  <a:pt x="909243" y="1651000"/>
                </a:lnTo>
                <a:lnTo>
                  <a:pt x="870229" y="1625600"/>
                </a:lnTo>
                <a:lnTo>
                  <a:pt x="823531" y="1612900"/>
                </a:lnTo>
                <a:lnTo>
                  <a:pt x="765810" y="1587500"/>
                </a:lnTo>
                <a:lnTo>
                  <a:pt x="704037" y="1562100"/>
                </a:lnTo>
                <a:lnTo>
                  <a:pt x="647090" y="1549400"/>
                </a:lnTo>
                <a:lnTo>
                  <a:pt x="594334" y="1524000"/>
                </a:lnTo>
                <a:lnTo>
                  <a:pt x="545147" y="1498600"/>
                </a:lnTo>
                <a:lnTo>
                  <a:pt x="498868" y="1485900"/>
                </a:lnTo>
                <a:lnTo>
                  <a:pt x="454875" y="1460500"/>
                </a:lnTo>
                <a:lnTo>
                  <a:pt x="371246" y="1435100"/>
                </a:lnTo>
                <a:lnTo>
                  <a:pt x="330327" y="1409700"/>
                </a:lnTo>
                <a:lnTo>
                  <a:pt x="327685" y="1371600"/>
                </a:lnTo>
                <a:lnTo>
                  <a:pt x="330263" y="1320800"/>
                </a:lnTo>
                <a:lnTo>
                  <a:pt x="334937" y="1270000"/>
                </a:lnTo>
                <a:lnTo>
                  <a:pt x="338594" y="1219200"/>
                </a:lnTo>
                <a:lnTo>
                  <a:pt x="338086" y="1181100"/>
                </a:lnTo>
                <a:lnTo>
                  <a:pt x="330327" y="1143000"/>
                </a:lnTo>
                <a:lnTo>
                  <a:pt x="394131" y="1168400"/>
                </a:lnTo>
                <a:lnTo>
                  <a:pt x="451319" y="1193800"/>
                </a:lnTo>
                <a:lnTo>
                  <a:pt x="502805" y="1219200"/>
                </a:lnTo>
                <a:lnTo>
                  <a:pt x="549516" y="1231900"/>
                </a:lnTo>
                <a:lnTo>
                  <a:pt x="592378" y="1257300"/>
                </a:lnTo>
                <a:lnTo>
                  <a:pt x="632307" y="1270000"/>
                </a:lnTo>
                <a:lnTo>
                  <a:pt x="670242" y="1295400"/>
                </a:lnTo>
                <a:lnTo>
                  <a:pt x="707110" y="1295400"/>
                </a:lnTo>
                <a:lnTo>
                  <a:pt x="780275" y="1320800"/>
                </a:lnTo>
                <a:lnTo>
                  <a:pt x="822159" y="1333500"/>
                </a:lnTo>
                <a:lnTo>
                  <a:pt x="868159" y="1346200"/>
                </a:lnTo>
                <a:lnTo>
                  <a:pt x="916914" y="1371600"/>
                </a:lnTo>
                <a:lnTo>
                  <a:pt x="1017308" y="1422400"/>
                </a:lnTo>
                <a:lnTo>
                  <a:pt x="1066228" y="1435100"/>
                </a:lnTo>
                <a:lnTo>
                  <a:pt x="1112520" y="1460500"/>
                </a:lnTo>
                <a:lnTo>
                  <a:pt x="1154811" y="1473200"/>
                </a:lnTo>
                <a:lnTo>
                  <a:pt x="1191768" y="1485900"/>
                </a:lnTo>
                <a:lnTo>
                  <a:pt x="1245527" y="1460500"/>
                </a:lnTo>
                <a:lnTo>
                  <a:pt x="1294053" y="1435100"/>
                </a:lnTo>
                <a:lnTo>
                  <a:pt x="1338656" y="1422400"/>
                </a:lnTo>
                <a:lnTo>
                  <a:pt x="1380655" y="1397000"/>
                </a:lnTo>
                <a:lnTo>
                  <a:pt x="1504010" y="1358900"/>
                </a:lnTo>
                <a:lnTo>
                  <a:pt x="1548612" y="1333500"/>
                </a:lnTo>
                <a:lnTo>
                  <a:pt x="1652879" y="1295400"/>
                </a:lnTo>
                <a:lnTo>
                  <a:pt x="1705546" y="1270000"/>
                </a:lnTo>
                <a:lnTo>
                  <a:pt x="1755317" y="1257300"/>
                </a:lnTo>
                <a:lnTo>
                  <a:pt x="1802384" y="1244600"/>
                </a:lnTo>
                <a:lnTo>
                  <a:pt x="1846910" y="1219200"/>
                </a:lnTo>
                <a:lnTo>
                  <a:pt x="1889112" y="1206500"/>
                </a:lnTo>
                <a:lnTo>
                  <a:pt x="1929155" y="1181100"/>
                </a:lnTo>
                <a:lnTo>
                  <a:pt x="1967230" y="1168400"/>
                </a:lnTo>
                <a:lnTo>
                  <a:pt x="2004529" y="1143000"/>
                </a:lnTo>
                <a:lnTo>
                  <a:pt x="2048941" y="1130300"/>
                </a:lnTo>
                <a:lnTo>
                  <a:pt x="2098230" y="1104900"/>
                </a:lnTo>
                <a:lnTo>
                  <a:pt x="2202611" y="1079500"/>
                </a:lnTo>
                <a:lnTo>
                  <a:pt x="2253284" y="1054100"/>
                </a:lnTo>
                <a:lnTo>
                  <a:pt x="2299982" y="1041400"/>
                </a:lnTo>
                <a:lnTo>
                  <a:pt x="2340495" y="1016000"/>
                </a:lnTo>
                <a:lnTo>
                  <a:pt x="2372614" y="990600"/>
                </a:lnTo>
                <a:lnTo>
                  <a:pt x="2382342" y="1041400"/>
                </a:lnTo>
                <a:lnTo>
                  <a:pt x="2382342" y="794016"/>
                </a:lnTo>
                <a:lnTo>
                  <a:pt x="2305113" y="812800"/>
                </a:lnTo>
                <a:lnTo>
                  <a:pt x="2253196" y="838200"/>
                </a:lnTo>
                <a:lnTo>
                  <a:pt x="2202751" y="850900"/>
                </a:lnTo>
                <a:lnTo>
                  <a:pt x="2154771" y="863600"/>
                </a:lnTo>
                <a:lnTo>
                  <a:pt x="2110206" y="889000"/>
                </a:lnTo>
                <a:lnTo>
                  <a:pt x="2070061" y="914400"/>
                </a:lnTo>
                <a:lnTo>
                  <a:pt x="2035302" y="939800"/>
                </a:lnTo>
                <a:lnTo>
                  <a:pt x="1995373" y="977900"/>
                </a:lnTo>
                <a:lnTo>
                  <a:pt x="1948611" y="1003300"/>
                </a:lnTo>
                <a:lnTo>
                  <a:pt x="1897430" y="1016000"/>
                </a:lnTo>
                <a:lnTo>
                  <a:pt x="1844205" y="1041400"/>
                </a:lnTo>
                <a:lnTo>
                  <a:pt x="1791335" y="1054100"/>
                </a:lnTo>
                <a:lnTo>
                  <a:pt x="1741208" y="1066800"/>
                </a:lnTo>
                <a:lnTo>
                  <a:pt x="1696212" y="1079500"/>
                </a:lnTo>
                <a:lnTo>
                  <a:pt x="1658747" y="1092200"/>
                </a:lnTo>
                <a:lnTo>
                  <a:pt x="1624723" y="1117600"/>
                </a:lnTo>
                <a:lnTo>
                  <a:pt x="1582788" y="1130300"/>
                </a:lnTo>
                <a:lnTo>
                  <a:pt x="1535188" y="1143000"/>
                </a:lnTo>
                <a:lnTo>
                  <a:pt x="1484210" y="1168400"/>
                </a:lnTo>
                <a:lnTo>
                  <a:pt x="1432115" y="1181100"/>
                </a:lnTo>
                <a:lnTo>
                  <a:pt x="1381188" y="1206500"/>
                </a:lnTo>
                <a:lnTo>
                  <a:pt x="1333677" y="1219200"/>
                </a:lnTo>
                <a:lnTo>
                  <a:pt x="1291882" y="1244600"/>
                </a:lnTo>
                <a:lnTo>
                  <a:pt x="1258062" y="1270000"/>
                </a:lnTo>
                <a:lnTo>
                  <a:pt x="1216863" y="1244600"/>
                </a:lnTo>
                <a:lnTo>
                  <a:pt x="1172552" y="1231900"/>
                </a:lnTo>
                <a:lnTo>
                  <a:pt x="1126185" y="1206500"/>
                </a:lnTo>
                <a:lnTo>
                  <a:pt x="1078839" y="1181100"/>
                </a:lnTo>
                <a:lnTo>
                  <a:pt x="1031570" y="1168400"/>
                </a:lnTo>
                <a:lnTo>
                  <a:pt x="985431" y="1143000"/>
                </a:lnTo>
                <a:lnTo>
                  <a:pt x="941489" y="1130300"/>
                </a:lnTo>
                <a:lnTo>
                  <a:pt x="900823" y="1117600"/>
                </a:lnTo>
                <a:lnTo>
                  <a:pt x="864489" y="1104900"/>
                </a:lnTo>
                <a:lnTo>
                  <a:pt x="833285" y="1104900"/>
                </a:lnTo>
                <a:lnTo>
                  <a:pt x="800290" y="1092200"/>
                </a:lnTo>
                <a:lnTo>
                  <a:pt x="765073" y="1079500"/>
                </a:lnTo>
                <a:lnTo>
                  <a:pt x="727202" y="1066800"/>
                </a:lnTo>
                <a:lnTo>
                  <a:pt x="686269" y="1041400"/>
                </a:lnTo>
                <a:lnTo>
                  <a:pt x="641832" y="1028700"/>
                </a:lnTo>
                <a:lnTo>
                  <a:pt x="593483" y="1003300"/>
                </a:lnTo>
                <a:lnTo>
                  <a:pt x="540778" y="977900"/>
                </a:lnTo>
                <a:lnTo>
                  <a:pt x="483298" y="952500"/>
                </a:lnTo>
                <a:lnTo>
                  <a:pt x="420624" y="927100"/>
                </a:lnTo>
                <a:lnTo>
                  <a:pt x="415404" y="876300"/>
                </a:lnTo>
                <a:lnTo>
                  <a:pt x="415302" y="863600"/>
                </a:lnTo>
                <a:lnTo>
                  <a:pt x="415213" y="850900"/>
                </a:lnTo>
                <a:lnTo>
                  <a:pt x="415112" y="838200"/>
                </a:lnTo>
                <a:lnTo>
                  <a:pt x="417614" y="800100"/>
                </a:lnTo>
                <a:lnTo>
                  <a:pt x="420789" y="762000"/>
                </a:lnTo>
                <a:lnTo>
                  <a:pt x="422490" y="711200"/>
                </a:lnTo>
                <a:lnTo>
                  <a:pt x="420624" y="660400"/>
                </a:lnTo>
                <a:lnTo>
                  <a:pt x="463423" y="673100"/>
                </a:lnTo>
                <a:lnTo>
                  <a:pt x="502818" y="685800"/>
                </a:lnTo>
                <a:lnTo>
                  <a:pt x="540664" y="698500"/>
                </a:lnTo>
                <a:lnTo>
                  <a:pt x="578815" y="723900"/>
                </a:lnTo>
                <a:lnTo>
                  <a:pt x="619137" y="749300"/>
                </a:lnTo>
                <a:lnTo>
                  <a:pt x="663498" y="762000"/>
                </a:lnTo>
                <a:lnTo>
                  <a:pt x="713740" y="787400"/>
                </a:lnTo>
                <a:lnTo>
                  <a:pt x="771740" y="812800"/>
                </a:lnTo>
                <a:lnTo>
                  <a:pt x="839343" y="825500"/>
                </a:lnTo>
                <a:lnTo>
                  <a:pt x="899134" y="838200"/>
                </a:lnTo>
                <a:lnTo>
                  <a:pt x="948601" y="863600"/>
                </a:lnTo>
                <a:lnTo>
                  <a:pt x="990104" y="876300"/>
                </a:lnTo>
                <a:lnTo>
                  <a:pt x="1026045" y="889000"/>
                </a:lnTo>
                <a:lnTo>
                  <a:pt x="1090726" y="927100"/>
                </a:lnTo>
                <a:lnTo>
                  <a:pt x="1124242" y="952500"/>
                </a:lnTo>
                <a:lnTo>
                  <a:pt x="1161719" y="965200"/>
                </a:lnTo>
                <a:lnTo>
                  <a:pt x="1205522" y="977900"/>
                </a:lnTo>
                <a:lnTo>
                  <a:pt x="1258062" y="990600"/>
                </a:lnTo>
                <a:lnTo>
                  <a:pt x="1297228" y="965200"/>
                </a:lnTo>
                <a:lnTo>
                  <a:pt x="1377784" y="939800"/>
                </a:lnTo>
                <a:lnTo>
                  <a:pt x="1420431" y="914400"/>
                </a:lnTo>
                <a:lnTo>
                  <a:pt x="1465516" y="901700"/>
                </a:lnTo>
                <a:lnTo>
                  <a:pt x="1513649" y="889000"/>
                </a:lnTo>
                <a:lnTo>
                  <a:pt x="1565478" y="863600"/>
                </a:lnTo>
                <a:lnTo>
                  <a:pt x="1621637" y="838200"/>
                </a:lnTo>
                <a:lnTo>
                  <a:pt x="1682750" y="812800"/>
                </a:lnTo>
                <a:lnTo>
                  <a:pt x="1750364" y="787400"/>
                </a:lnTo>
                <a:lnTo>
                  <a:pt x="1810461" y="774700"/>
                </a:lnTo>
                <a:lnTo>
                  <a:pt x="1864067" y="749300"/>
                </a:lnTo>
                <a:lnTo>
                  <a:pt x="1912251" y="736600"/>
                </a:lnTo>
                <a:lnTo>
                  <a:pt x="1956028" y="723900"/>
                </a:lnTo>
                <a:lnTo>
                  <a:pt x="1996440" y="711200"/>
                </a:lnTo>
                <a:lnTo>
                  <a:pt x="2034540" y="685800"/>
                </a:lnTo>
                <a:lnTo>
                  <a:pt x="2071370" y="660400"/>
                </a:lnTo>
                <a:lnTo>
                  <a:pt x="2110714" y="635000"/>
                </a:lnTo>
                <a:lnTo>
                  <a:pt x="2155037" y="609600"/>
                </a:lnTo>
                <a:lnTo>
                  <a:pt x="2203158" y="596900"/>
                </a:lnTo>
                <a:lnTo>
                  <a:pt x="2253907" y="584200"/>
                </a:lnTo>
                <a:lnTo>
                  <a:pt x="2306142" y="558800"/>
                </a:lnTo>
                <a:lnTo>
                  <a:pt x="2410333" y="533400"/>
                </a:lnTo>
                <a:lnTo>
                  <a:pt x="2459990" y="508000"/>
                </a:lnTo>
                <a:lnTo>
                  <a:pt x="2460904" y="558800"/>
                </a:lnTo>
                <a:lnTo>
                  <a:pt x="2460904" y="287540"/>
                </a:lnTo>
                <a:lnTo>
                  <a:pt x="2445905" y="279400"/>
                </a:lnTo>
                <a:lnTo>
                  <a:pt x="2396883" y="266700"/>
                </a:lnTo>
                <a:lnTo>
                  <a:pt x="2345575" y="241300"/>
                </a:lnTo>
                <a:lnTo>
                  <a:pt x="2291880" y="228600"/>
                </a:lnTo>
                <a:lnTo>
                  <a:pt x="2235708" y="203200"/>
                </a:lnTo>
                <a:lnTo>
                  <a:pt x="2183790" y="190500"/>
                </a:lnTo>
                <a:lnTo>
                  <a:pt x="2133295" y="165100"/>
                </a:lnTo>
                <a:lnTo>
                  <a:pt x="2084070" y="152400"/>
                </a:lnTo>
                <a:lnTo>
                  <a:pt x="2035962" y="127000"/>
                </a:lnTo>
                <a:lnTo>
                  <a:pt x="1942528" y="76200"/>
                </a:lnTo>
                <a:lnTo>
                  <a:pt x="1896897" y="63500"/>
                </a:lnTo>
                <a:lnTo>
                  <a:pt x="1851799" y="38100"/>
                </a:lnTo>
                <a:lnTo>
                  <a:pt x="1718195" y="0"/>
                </a:lnTo>
                <a:lnTo>
                  <a:pt x="1673733" y="0"/>
                </a:lnTo>
                <a:lnTo>
                  <a:pt x="1637220" y="25400"/>
                </a:lnTo>
                <a:lnTo>
                  <a:pt x="1594637" y="50800"/>
                </a:lnTo>
                <a:lnTo>
                  <a:pt x="1547495" y="63500"/>
                </a:lnTo>
                <a:lnTo>
                  <a:pt x="1343926" y="114300"/>
                </a:lnTo>
                <a:lnTo>
                  <a:pt x="1296898" y="127000"/>
                </a:lnTo>
                <a:lnTo>
                  <a:pt x="1254480" y="139700"/>
                </a:lnTo>
                <a:lnTo>
                  <a:pt x="1218184" y="152400"/>
                </a:lnTo>
                <a:lnTo>
                  <a:pt x="1181176" y="177800"/>
                </a:lnTo>
                <a:lnTo>
                  <a:pt x="1142682" y="190500"/>
                </a:lnTo>
                <a:lnTo>
                  <a:pt x="1102321" y="190500"/>
                </a:lnTo>
                <a:lnTo>
                  <a:pt x="1059764" y="203200"/>
                </a:lnTo>
                <a:lnTo>
                  <a:pt x="1014628" y="215900"/>
                </a:lnTo>
                <a:lnTo>
                  <a:pt x="966571" y="228600"/>
                </a:lnTo>
                <a:lnTo>
                  <a:pt x="915250" y="241300"/>
                </a:lnTo>
                <a:lnTo>
                  <a:pt x="860298" y="266700"/>
                </a:lnTo>
                <a:lnTo>
                  <a:pt x="742276" y="342900"/>
                </a:lnTo>
                <a:lnTo>
                  <a:pt x="686943" y="368300"/>
                </a:lnTo>
                <a:lnTo>
                  <a:pt x="635139" y="381000"/>
                </a:lnTo>
                <a:lnTo>
                  <a:pt x="586600" y="406400"/>
                </a:lnTo>
                <a:lnTo>
                  <a:pt x="541083" y="406400"/>
                </a:lnTo>
                <a:lnTo>
                  <a:pt x="498373" y="419100"/>
                </a:lnTo>
                <a:lnTo>
                  <a:pt x="458203" y="431800"/>
                </a:lnTo>
                <a:lnTo>
                  <a:pt x="420344" y="444500"/>
                </a:lnTo>
                <a:lnTo>
                  <a:pt x="384556" y="444500"/>
                </a:lnTo>
                <a:lnTo>
                  <a:pt x="347726" y="469900"/>
                </a:lnTo>
                <a:lnTo>
                  <a:pt x="316763" y="508000"/>
                </a:lnTo>
                <a:lnTo>
                  <a:pt x="291617" y="546100"/>
                </a:lnTo>
                <a:lnTo>
                  <a:pt x="272173" y="584200"/>
                </a:lnTo>
                <a:lnTo>
                  <a:pt x="258381" y="622300"/>
                </a:lnTo>
                <a:lnTo>
                  <a:pt x="250151" y="673100"/>
                </a:lnTo>
                <a:lnTo>
                  <a:pt x="247408" y="723900"/>
                </a:lnTo>
                <a:lnTo>
                  <a:pt x="250075" y="762000"/>
                </a:lnTo>
                <a:lnTo>
                  <a:pt x="258064" y="812800"/>
                </a:lnTo>
                <a:lnTo>
                  <a:pt x="258127" y="825500"/>
                </a:lnTo>
                <a:lnTo>
                  <a:pt x="258203" y="838200"/>
                </a:lnTo>
                <a:lnTo>
                  <a:pt x="258279" y="850900"/>
                </a:lnTo>
                <a:lnTo>
                  <a:pt x="259981" y="876300"/>
                </a:lnTo>
                <a:lnTo>
                  <a:pt x="264464" y="914400"/>
                </a:lnTo>
                <a:lnTo>
                  <a:pt x="273050" y="939800"/>
                </a:lnTo>
                <a:lnTo>
                  <a:pt x="244233" y="977900"/>
                </a:lnTo>
                <a:lnTo>
                  <a:pt x="219100" y="1016000"/>
                </a:lnTo>
                <a:lnTo>
                  <a:pt x="198056" y="1054100"/>
                </a:lnTo>
                <a:lnTo>
                  <a:pt x="181483" y="1104900"/>
                </a:lnTo>
                <a:lnTo>
                  <a:pt x="169748" y="1143000"/>
                </a:lnTo>
                <a:lnTo>
                  <a:pt x="163283" y="1193800"/>
                </a:lnTo>
                <a:lnTo>
                  <a:pt x="162445" y="1244600"/>
                </a:lnTo>
                <a:lnTo>
                  <a:pt x="167640" y="1295400"/>
                </a:lnTo>
                <a:lnTo>
                  <a:pt x="166903" y="1346200"/>
                </a:lnTo>
                <a:lnTo>
                  <a:pt x="174345" y="1384300"/>
                </a:lnTo>
                <a:lnTo>
                  <a:pt x="188556" y="1435100"/>
                </a:lnTo>
                <a:lnTo>
                  <a:pt x="208165" y="1473200"/>
                </a:lnTo>
                <a:lnTo>
                  <a:pt x="231800" y="1524000"/>
                </a:lnTo>
                <a:lnTo>
                  <a:pt x="258064" y="1562100"/>
                </a:lnTo>
                <a:lnTo>
                  <a:pt x="252552" y="1600200"/>
                </a:lnTo>
                <a:lnTo>
                  <a:pt x="252501" y="1612900"/>
                </a:lnTo>
                <a:lnTo>
                  <a:pt x="252387" y="1638300"/>
                </a:lnTo>
                <a:lnTo>
                  <a:pt x="253542" y="1689100"/>
                </a:lnTo>
                <a:lnTo>
                  <a:pt x="251968" y="1739900"/>
                </a:lnTo>
                <a:lnTo>
                  <a:pt x="250177" y="1803400"/>
                </a:lnTo>
                <a:lnTo>
                  <a:pt x="252742" y="1854200"/>
                </a:lnTo>
                <a:lnTo>
                  <a:pt x="260540" y="1892300"/>
                </a:lnTo>
                <a:lnTo>
                  <a:pt x="274434" y="1943100"/>
                </a:lnTo>
                <a:lnTo>
                  <a:pt x="295313" y="1981200"/>
                </a:lnTo>
                <a:lnTo>
                  <a:pt x="324040" y="2006600"/>
                </a:lnTo>
                <a:lnTo>
                  <a:pt x="361492" y="2032000"/>
                </a:lnTo>
                <a:lnTo>
                  <a:pt x="408559" y="2044700"/>
                </a:lnTo>
                <a:lnTo>
                  <a:pt x="469341" y="2057400"/>
                </a:lnTo>
                <a:lnTo>
                  <a:pt x="519252" y="2082800"/>
                </a:lnTo>
                <a:lnTo>
                  <a:pt x="560832" y="2095500"/>
                </a:lnTo>
                <a:lnTo>
                  <a:pt x="596696" y="2120900"/>
                </a:lnTo>
                <a:lnTo>
                  <a:pt x="629386" y="2133600"/>
                </a:lnTo>
                <a:lnTo>
                  <a:pt x="661504" y="2159000"/>
                </a:lnTo>
                <a:lnTo>
                  <a:pt x="695604" y="2171700"/>
                </a:lnTo>
                <a:lnTo>
                  <a:pt x="734288" y="2197100"/>
                </a:lnTo>
                <a:lnTo>
                  <a:pt x="780110" y="2209800"/>
                </a:lnTo>
                <a:lnTo>
                  <a:pt x="835660" y="2222500"/>
                </a:lnTo>
                <a:lnTo>
                  <a:pt x="900087" y="2247900"/>
                </a:lnTo>
                <a:lnTo>
                  <a:pt x="957757" y="2260600"/>
                </a:lnTo>
                <a:lnTo>
                  <a:pt x="1009548" y="2286000"/>
                </a:lnTo>
                <a:lnTo>
                  <a:pt x="1056322" y="2324100"/>
                </a:lnTo>
                <a:lnTo>
                  <a:pt x="1098981" y="2349500"/>
                </a:lnTo>
                <a:lnTo>
                  <a:pt x="1138389" y="2362200"/>
                </a:lnTo>
                <a:lnTo>
                  <a:pt x="1175448" y="2387600"/>
                </a:lnTo>
                <a:lnTo>
                  <a:pt x="1245997" y="2387600"/>
                </a:lnTo>
                <a:lnTo>
                  <a:pt x="1406906" y="2336800"/>
                </a:lnTo>
                <a:lnTo>
                  <a:pt x="1449133" y="2324100"/>
                </a:lnTo>
                <a:lnTo>
                  <a:pt x="1493075" y="2298700"/>
                </a:lnTo>
                <a:lnTo>
                  <a:pt x="1539214" y="2286000"/>
                </a:lnTo>
                <a:lnTo>
                  <a:pt x="1587995" y="2273300"/>
                </a:lnTo>
                <a:lnTo>
                  <a:pt x="1639887" y="2247900"/>
                </a:lnTo>
                <a:lnTo>
                  <a:pt x="1695361" y="2222500"/>
                </a:lnTo>
                <a:lnTo>
                  <a:pt x="1735035" y="2197100"/>
                </a:lnTo>
                <a:lnTo>
                  <a:pt x="1754886" y="2184400"/>
                </a:lnTo>
                <a:lnTo>
                  <a:pt x="1815680" y="2146300"/>
                </a:lnTo>
                <a:lnTo>
                  <a:pt x="1874583" y="2120900"/>
                </a:lnTo>
                <a:lnTo>
                  <a:pt x="1931225" y="2095500"/>
                </a:lnTo>
                <a:lnTo>
                  <a:pt x="1985302" y="2070100"/>
                </a:lnTo>
                <a:lnTo>
                  <a:pt x="2036457" y="2057400"/>
                </a:lnTo>
                <a:lnTo>
                  <a:pt x="2084374" y="2044700"/>
                </a:lnTo>
                <a:lnTo>
                  <a:pt x="2128710" y="2032000"/>
                </a:lnTo>
                <a:lnTo>
                  <a:pt x="2169134" y="2019300"/>
                </a:lnTo>
                <a:lnTo>
                  <a:pt x="2205317" y="2006600"/>
                </a:lnTo>
                <a:lnTo>
                  <a:pt x="2263648" y="1968500"/>
                </a:lnTo>
                <a:lnTo>
                  <a:pt x="2293150" y="1955800"/>
                </a:lnTo>
                <a:lnTo>
                  <a:pt x="2328151" y="1930400"/>
                </a:lnTo>
                <a:lnTo>
                  <a:pt x="2367978" y="1917700"/>
                </a:lnTo>
                <a:lnTo>
                  <a:pt x="2411996" y="1905000"/>
                </a:lnTo>
                <a:lnTo>
                  <a:pt x="2459571" y="1892300"/>
                </a:lnTo>
                <a:lnTo>
                  <a:pt x="2510040" y="1879600"/>
                </a:lnTo>
                <a:lnTo>
                  <a:pt x="2562783" y="1854200"/>
                </a:lnTo>
                <a:lnTo>
                  <a:pt x="2617127" y="1841500"/>
                </a:lnTo>
                <a:lnTo>
                  <a:pt x="2672435" y="1816100"/>
                </a:lnTo>
                <a:lnTo>
                  <a:pt x="2728087" y="1778000"/>
                </a:lnTo>
                <a:lnTo>
                  <a:pt x="2689999" y="1778000"/>
                </a:lnTo>
                <a:lnTo>
                  <a:pt x="2651772" y="1752600"/>
                </a:lnTo>
                <a:lnTo>
                  <a:pt x="2612517" y="1739900"/>
                </a:lnTo>
                <a:lnTo>
                  <a:pt x="2571369" y="1727200"/>
                </a:lnTo>
                <a:lnTo>
                  <a:pt x="2570022" y="1676400"/>
                </a:lnTo>
                <a:lnTo>
                  <a:pt x="2570708" y="1625600"/>
                </a:lnTo>
                <a:lnTo>
                  <a:pt x="2572474" y="1574800"/>
                </a:lnTo>
                <a:lnTo>
                  <a:pt x="2574366" y="1524000"/>
                </a:lnTo>
                <a:lnTo>
                  <a:pt x="2575433" y="1473200"/>
                </a:lnTo>
                <a:lnTo>
                  <a:pt x="2574760" y="1435100"/>
                </a:lnTo>
                <a:lnTo>
                  <a:pt x="2573909" y="1422400"/>
                </a:lnTo>
                <a:lnTo>
                  <a:pt x="2571369" y="1384300"/>
                </a:lnTo>
                <a:lnTo>
                  <a:pt x="2616911" y="1371600"/>
                </a:lnTo>
                <a:lnTo>
                  <a:pt x="2684322" y="1346200"/>
                </a:lnTo>
                <a:lnTo>
                  <a:pt x="2728087" y="1320800"/>
                </a:lnTo>
                <a:lnTo>
                  <a:pt x="2680347" y="1308100"/>
                </a:lnTo>
                <a:lnTo>
                  <a:pt x="2585656" y="1257300"/>
                </a:lnTo>
                <a:lnTo>
                  <a:pt x="2487041" y="1231900"/>
                </a:lnTo>
                <a:lnTo>
                  <a:pt x="2484526" y="1193800"/>
                </a:lnTo>
                <a:lnTo>
                  <a:pt x="2485288" y="1155700"/>
                </a:lnTo>
                <a:lnTo>
                  <a:pt x="2487612" y="1117600"/>
                </a:lnTo>
                <a:lnTo>
                  <a:pt x="2489797" y="1066800"/>
                </a:lnTo>
                <a:lnTo>
                  <a:pt x="2489898" y="1054100"/>
                </a:lnTo>
                <a:lnTo>
                  <a:pt x="2489987" y="1041400"/>
                </a:lnTo>
                <a:lnTo>
                  <a:pt x="2490076" y="1028700"/>
                </a:lnTo>
                <a:lnTo>
                  <a:pt x="2490178" y="1016000"/>
                </a:lnTo>
                <a:lnTo>
                  <a:pt x="2489123" y="990600"/>
                </a:lnTo>
                <a:lnTo>
                  <a:pt x="2487041" y="939800"/>
                </a:lnTo>
                <a:lnTo>
                  <a:pt x="2533497" y="914400"/>
                </a:lnTo>
                <a:lnTo>
                  <a:pt x="2576030" y="901700"/>
                </a:lnTo>
                <a:lnTo>
                  <a:pt x="2693619" y="863600"/>
                </a:lnTo>
                <a:lnTo>
                  <a:pt x="2734056" y="838200"/>
                </a:lnTo>
                <a:lnTo>
                  <a:pt x="2701950" y="825500"/>
                </a:lnTo>
                <a:lnTo>
                  <a:pt x="2666187" y="812800"/>
                </a:lnTo>
                <a:lnTo>
                  <a:pt x="2625191" y="800100"/>
                </a:lnTo>
                <a:lnTo>
                  <a:pt x="2577465" y="787400"/>
                </a:lnTo>
                <a:lnTo>
                  <a:pt x="2572410" y="723900"/>
                </a:lnTo>
                <a:lnTo>
                  <a:pt x="2571292" y="673100"/>
                </a:lnTo>
                <a:lnTo>
                  <a:pt x="2572753" y="622300"/>
                </a:lnTo>
                <a:lnTo>
                  <a:pt x="2575445" y="571500"/>
                </a:lnTo>
                <a:lnTo>
                  <a:pt x="2578023" y="533400"/>
                </a:lnTo>
                <a:lnTo>
                  <a:pt x="2578773" y="508000"/>
                </a:lnTo>
                <a:lnTo>
                  <a:pt x="2579141" y="495300"/>
                </a:lnTo>
                <a:lnTo>
                  <a:pt x="2577465" y="457200"/>
                </a:lnTo>
                <a:lnTo>
                  <a:pt x="2617851" y="431800"/>
                </a:lnTo>
                <a:lnTo>
                  <a:pt x="2653563" y="431800"/>
                </a:lnTo>
                <a:lnTo>
                  <a:pt x="2690368" y="419100"/>
                </a:lnTo>
                <a:lnTo>
                  <a:pt x="2734056" y="3937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71259" y="3549396"/>
            <a:ext cx="372110" cy="439420"/>
          </a:xfrm>
          <a:custGeom>
            <a:avLst/>
            <a:gdLst/>
            <a:ahLst/>
            <a:cxnLst/>
            <a:rect l="l" t="t" r="r" b="b"/>
            <a:pathLst>
              <a:path w="372109" h="439420">
                <a:moveTo>
                  <a:pt x="185927" y="0"/>
                </a:moveTo>
                <a:lnTo>
                  <a:pt x="161730" y="38869"/>
                </a:lnTo>
                <a:lnTo>
                  <a:pt x="134168" y="79050"/>
                </a:lnTo>
                <a:lnTo>
                  <a:pt x="103727" y="118871"/>
                </a:lnTo>
                <a:lnTo>
                  <a:pt x="70894" y="156661"/>
                </a:lnTo>
                <a:lnTo>
                  <a:pt x="36156" y="190746"/>
                </a:lnTo>
                <a:lnTo>
                  <a:pt x="0" y="219455"/>
                </a:lnTo>
                <a:lnTo>
                  <a:pt x="46986" y="253289"/>
                </a:lnTo>
                <a:lnTo>
                  <a:pt x="87601" y="286032"/>
                </a:lnTo>
                <a:lnTo>
                  <a:pt x="121824" y="319325"/>
                </a:lnTo>
                <a:lnTo>
                  <a:pt x="149634" y="354809"/>
                </a:lnTo>
                <a:lnTo>
                  <a:pt x="171009" y="394125"/>
                </a:lnTo>
                <a:lnTo>
                  <a:pt x="185927" y="438911"/>
                </a:lnTo>
                <a:lnTo>
                  <a:pt x="206597" y="392731"/>
                </a:lnTo>
                <a:lnTo>
                  <a:pt x="232748" y="349588"/>
                </a:lnTo>
                <a:lnTo>
                  <a:pt x="263366" y="310086"/>
                </a:lnTo>
                <a:lnTo>
                  <a:pt x="297433" y="274827"/>
                </a:lnTo>
                <a:lnTo>
                  <a:pt x="333935" y="244416"/>
                </a:lnTo>
                <a:lnTo>
                  <a:pt x="371856" y="219455"/>
                </a:lnTo>
                <a:lnTo>
                  <a:pt x="329861" y="187439"/>
                </a:lnTo>
                <a:lnTo>
                  <a:pt x="291676" y="154798"/>
                </a:lnTo>
                <a:lnTo>
                  <a:pt x="257746" y="120634"/>
                </a:lnTo>
                <a:lnTo>
                  <a:pt x="228515" y="84045"/>
                </a:lnTo>
                <a:lnTo>
                  <a:pt x="204427" y="44134"/>
                </a:lnTo>
                <a:lnTo>
                  <a:pt x="185927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664452" y="2820923"/>
            <a:ext cx="307975" cy="364490"/>
          </a:xfrm>
          <a:custGeom>
            <a:avLst/>
            <a:gdLst/>
            <a:ahLst/>
            <a:cxnLst/>
            <a:rect l="l" t="t" r="r" b="b"/>
            <a:pathLst>
              <a:path w="307975" h="364489">
                <a:moveTo>
                  <a:pt x="153924" y="0"/>
                </a:moveTo>
                <a:lnTo>
                  <a:pt x="137233" y="52785"/>
                </a:lnTo>
                <a:lnTo>
                  <a:pt x="111959" y="95963"/>
                </a:lnTo>
                <a:lnTo>
                  <a:pt x="79638" y="130960"/>
                </a:lnTo>
                <a:lnTo>
                  <a:pt x="41806" y="159203"/>
                </a:lnTo>
                <a:lnTo>
                  <a:pt x="0" y="182117"/>
                </a:lnTo>
                <a:lnTo>
                  <a:pt x="43866" y="212165"/>
                </a:lnTo>
                <a:lnTo>
                  <a:pt x="79784" y="240773"/>
                </a:lnTo>
                <a:lnTo>
                  <a:pt x="109161" y="272570"/>
                </a:lnTo>
                <a:lnTo>
                  <a:pt x="133404" y="312182"/>
                </a:lnTo>
                <a:lnTo>
                  <a:pt x="153924" y="364236"/>
                </a:lnTo>
                <a:lnTo>
                  <a:pt x="168639" y="313657"/>
                </a:lnTo>
                <a:lnTo>
                  <a:pt x="190146" y="272149"/>
                </a:lnTo>
                <a:lnTo>
                  <a:pt x="219687" y="237719"/>
                </a:lnTo>
                <a:lnTo>
                  <a:pt x="258506" y="208373"/>
                </a:lnTo>
                <a:lnTo>
                  <a:pt x="307848" y="182117"/>
                </a:lnTo>
                <a:lnTo>
                  <a:pt x="263993" y="155472"/>
                </a:lnTo>
                <a:lnTo>
                  <a:pt x="226545" y="120225"/>
                </a:lnTo>
                <a:lnTo>
                  <a:pt x="195632" y="80089"/>
                </a:lnTo>
                <a:lnTo>
                  <a:pt x="171382" y="38776"/>
                </a:lnTo>
                <a:lnTo>
                  <a:pt x="153924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073895" y="3404615"/>
            <a:ext cx="306705" cy="364490"/>
          </a:xfrm>
          <a:custGeom>
            <a:avLst/>
            <a:gdLst/>
            <a:ahLst/>
            <a:cxnLst/>
            <a:rect l="l" t="t" r="r" b="b"/>
            <a:pathLst>
              <a:path w="306704" h="364489">
                <a:moveTo>
                  <a:pt x="153161" y="0"/>
                </a:moveTo>
                <a:lnTo>
                  <a:pt x="126577" y="50651"/>
                </a:lnTo>
                <a:lnTo>
                  <a:pt x="98554" y="92762"/>
                </a:lnTo>
                <a:lnTo>
                  <a:pt x="68506" y="127759"/>
                </a:lnTo>
                <a:lnTo>
                  <a:pt x="35850" y="157069"/>
                </a:lnTo>
                <a:lnTo>
                  <a:pt x="0" y="182118"/>
                </a:lnTo>
                <a:lnTo>
                  <a:pt x="49981" y="205337"/>
                </a:lnTo>
                <a:lnTo>
                  <a:pt x="87032" y="238030"/>
                </a:lnTo>
                <a:lnTo>
                  <a:pt x="114409" y="277325"/>
                </a:lnTo>
                <a:lnTo>
                  <a:pt x="135367" y="320350"/>
                </a:lnTo>
                <a:lnTo>
                  <a:pt x="153161" y="364236"/>
                </a:lnTo>
                <a:lnTo>
                  <a:pt x="171248" y="315388"/>
                </a:lnTo>
                <a:lnTo>
                  <a:pt x="191786" y="274966"/>
                </a:lnTo>
                <a:lnTo>
                  <a:pt x="218596" y="240755"/>
                </a:lnTo>
                <a:lnTo>
                  <a:pt x="255501" y="210543"/>
                </a:lnTo>
                <a:lnTo>
                  <a:pt x="306324" y="182118"/>
                </a:lnTo>
                <a:lnTo>
                  <a:pt x="258878" y="160117"/>
                </a:lnTo>
                <a:lnTo>
                  <a:pt x="217480" y="131600"/>
                </a:lnTo>
                <a:lnTo>
                  <a:pt x="184489" y="95871"/>
                </a:lnTo>
                <a:lnTo>
                  <a:pt x="162263" y="52236"/>
                </a:lnTo>
                <a:lnTo>
                  <a:pt x="15316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87568" y="3640835"/>
            <a:ext cx="118110" cy="474345"/>
          </a:xfrm>
          <a:custGeom>
            <a:avLst/>
            <a:gdLst/>
            <a:ahLst/>
            <a:cxnLst/>
            <a:rect l="l" t="t" r="r" b="b"/>
            <a:pathLst>
              <a:path w="118109" h="474345">
                <a:moveTo>
                  <a:pt x="59507" y="0"/>
                </a:moveTo>
                <a:lnTo>
                  <a:pt x="39879" y="2998"/>
                </a:lnTo>
                <a:lnTo>
                  <a:pt x="21549" y="16367"/>
                </a:lnTo>
                <a:lnTo>
                  <a:pt x="8482" y="35236"/>
                </a:lnTo>
                <a:lnTo>
                  <a:pt x="4643" y="54737"/>
                </a:lnTo>
                <a:lnTo>
                  <a:pt x="5429" y="116628"/>
                </a:lnTo>
                <a:lnTo>
                  <a:pt x="4465" y="167952"/>
                </a:lnTo>
                <a:lnTo>
                  <a:pt x="857" y="256401"/>
                </a:lnTo>
                <a:lnTo>
                  <a:pt x="0" y="302279"/>
                </a:lnTo>
                <a:lnTo>
                  <a:pt x="964" y="355096"/>
                </a:lnTo>
                <a:lnTo>
                  <a:pt x="4643" y="419226"/>
                </a:lnTo>
                <a:lnTo>
                  <a:pt x="21883" y="460216"/>
                </a:lnTo>
                <a:lnTo>
                  <a:pt x="59507" y="473963"/>
                </a:lnTo>
                <a:lnTo>
                  <a:pt x="81366" y="466143"/>
                </a:lnTo>
                <a:lnTo>
                  <a:pt x="98654" y="454739"/>
                </a:lnTo>
                <a:lnTo>
                  <a:pt x="110084" y="439263"/>
                </a:lnTo>
                <a:lnTo>
                  <a:pt x="114371" y="419226"/>
                </a:lnTo>
                <a:lnTo>
                  <a:pt x="108346" y="354136"/>
                </a:lnTo>
                <a:lnTo>
                  <a:pt x="107506" y="300246"/>
                </a:lnTo>
                <a:lnTo>
                  <a:pt x="109945" y="253442"/>
                </a:lnTo>
                <a:lnTo>
                  <a:pt x="113757" y="209605"/>
                </a:lnTo>
                <a:lnTo>
                  <a:pt x="117036" y="164619"/>
                </a:lnTo>
                <a:lnTo>
                  <a:pt x="117876" y="114369"/>
                </a:lnTo>
                <a:lnTo>
                  <a:pt x="114371" y="54737"/>
                </a:lnTo>
                <a:lnTo>
                  <a:pt x="98607" y="18605"/>
                </a:lnTo>
                <a:lnTo>
                  <a:pt x="81206" y="6731"/>
                </a:lnTo>
                <a:lnTo>
                  <a:pt x="59507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88208" y="3130295"/>
            <a:ext cx="114300" cy="401320"/>
          </a:xfrm>
          <a:custGeom>
            <a:avLst/>
            <a:gdLst/>
            <a:ahLst/>
            <a:cxnLst/>
            <a:rect l="l" t="t" r="r" b="b"/>
            <a:pathLst>
              <a:path w="114300" h="401320">
                <a:moveTo>
                  <a:pt x="58868" y="0"/>
                </a:moveTo>
                <a:lnTo>
                  <a:pt x="37401" y="5925"/>
                </a:lnTo>
                <a:lnTo>
                  <a:pt x="20958" y="19018"/>
                </a:lnTo>
                <a:lnTo>
                  <a:pt x="9754" y="36254"/>
                </a:lnTo>
                <a:lnTo>
                  <a:pt x="4004" y="54609"/>
                </a:lnTo>
                <a:lnTo>
                  <a:pt x="9807" y="105198"/>
                </a:lnTo>
                <a:lnTo>
                  <a:pt x="9366" y="152531"/>
                </a:lnTo>
                <a:lnTo>
                  <a:pt x="5623" y="198453"/>
                </a:lnTo>
                <a:lnTo>
                  <a:pt x="1520" y="244808"/>
                </a:lnTo>
                <a:lnTo>
                  <a:pt x="0" y="293443"/>
                </a:lnTo>
                <a:lnTo>
                  <a:pt x="4004" y="346201"/>
                </a:lnTo>
                <a:lnTo>
                  <a:pt x="20101" y="384651"/>
                </a:lnTo>
                <a:lnTo>
                  <a:pt x="58868" y="400812"/>
                </a:lnTo>
                <a:lnTo>
                  <a:pt x="76477" y="395547"/>
                </a:lnTo>
                <a:lnTo>
                  <a:pt x="94586" y="382127"/>
                </a:lnTo>
                <a:lnTo>
                  <a:pt x="108552" y="364396"/>
                </a:lnTo>
                <a:lnTo>
                  <a:pt x="113732" y="346201"/>
                </a:lnTo>
                <a:lnTo>
                  <a:pt x="106085" y="286811"/>
                </a:lnTo>
                <a:lnTo>
                  <a:pt x="104757" y="238995"/>
                </a:lnTo>
                <a:lnTo>
                  <a:pt x="107302" y="197310"/>
                </a:lnTo>
                <a:lnTo>
                  <a:pt x="111276" y="156313"/>
                </a:lnTo>
                <a:lnTo>
                  <a:pt x="114234" y="110561"/>
                </a:lnTo>
                <a:lnTo>
                  <a:pt x="113732" y="54609"/>
                </a:lnTo>
                <a:lnTo>
                  <a:pt x="112499" y="35254"/>
                </a:lnTo>
                <a:lnTo>
                  <a:pt x="100539" y="18446"/>
                </a:lnTo>
                <a:lnTo>
                  <a:pt x="81460" y="6068"/>
                </a:lnTo>
                <a:lnTo>
                  <a:pt x="58868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791140" y="2766060"/>
            <a:ext cx="115570" cy="254635"/>
          </a:xfrm>
          <a:custGeom>
            <a:avLst/>
            <a:gdLst/>
            <a:ahLst/>
            <a:cxnLst/>
            <a:rect l="l" t="t" r="r" b="b"/>
            <a:pathLst>
              <a:path w="115570" h="254635">
                <a:moveTo>
                  <a:pt x="55935" y="0"/>
                </a:moveTo>
                <a:lnTo>
                  <a:pt x="33397" y="2905"/>
                </a:lnTo>
                <a:lnTo>
                  <a:pt x="15835" y="15430"/>
                </a:lnTo>
                <a:lnTo>
                  <a:pt x="4607" y="33861"/>
                </a:lnTo>
                <a:lnTo>
                  <a:pt x="1071" y="54482"/>
                </a:lnTo>
                <a:lnTo>
                  <a:pt x="1714" y="95190"/>
                </a:lnTo>
                <a:lnTo>
                  <a:pt x="0" y="158317"/>
                </a:lnTo>
                <a:lnTo>
                  <a:pt x="1071" y="200025"/>
                </a:lnTo>
                <a:lnTo>
                  <a:pt x="15882" y="237553"/>
                </a:lnTo>
                <a:lnTo>
                  <a:pt x="55935" y="254507"/>
                </a:lnTo>
                <a:lnTo>
                  <a:pt x="75241" y="248281"/>
                </a:lnTo>
                <a:lnTo>
                  <a:pt x="92178" y="237077"/>
                </a:lnTo>
                <a:lnTo>
                  <a:pt x="104709" y="220968"/>
                </a:lnTo>
                <a:lnTo>
                  <a:pt x="110799" y="200025"/>
                </a:lnTo>
                <a:lnTo>
                  <a:pt x="110085" y="153906"/>
                </a:lnTo>
                <a:lnTo>
                  <a:pt x="113085" y="117109"/>
                </a:lnTo>
                <a:lnTo>
                  <a:pt x="110799" y="54482"/>
                </a:lnTo>
                <a:lnTo>
                  <a:pt x="96273" y="18192"/>
                </a:lnTo>
                <a:lnTo>
                  <a:pt x="79063" y="4548"/>
                </a:lnTo>
                <a:lnTo>
                  <a:pt x="55935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196276" y="3469489"/>
            <a:ext cx="170180" cy="391160"/>
          </a:xfrm>
          <a:custGeom>
            <a:avLst/>
            <a:gdLst/>
            <a:ahLst/>
            <a:cxnLst/>
            <a:rect l="l" t="t" r="r" b="b"/>
            <a:pathLst>
              <a:path w="170179" h="391160">
                <a:moveTo>
                  <a:pt x="107801" y="0"/>
                </a:moveTo>
                <a:lnTo>
                  <a:pt x="88917" y="7929"/>
                </a:lnTo>
                <a:lnTo>
                  <a:pt x="73606" y="22288"/>
                </a:lnTo>
                <a:lnTo>
                  <a:pt x="63295" y="40790"/>
                </a:lnTo>
                <a:lnTo>
                  <a:pt x="57505" y="101550"/>
                </a:lnTo>
                <a:lnTo>
                  <a:pt x="44240" y="151200"/>
                </a:lnTo>
                <a:lnTo>
                  <a:pt x="12288" y="234461"/>
                </a:lnTo>
                <a:lnTo>
                  <a:pt x="2103" y="276713"/>
                </a:lnTo>
                <a:lnTo>
                  <a:pt x="1446" y="325143"/>
                </a:lnTo>
                <a:lnTo>
                  <a:pt x="0" y="346225"/>
                </a:lnTo>
                <a:lnTo>
                  <a:pt x="7209" y="365593"/>
                </a:lnTo>
                <a:lnTo>
                  <a:pt x="21538" y="381150"/>
                </a:lnTo>
                <a:lnTo>
                  <a:pt x="41451" y="390802"/>
                </a:lnTo>
                <a:lnTo>
                  <a:pt x="44499" y="389786"/>
                </a:lnTo>
                <a:lnTo>
                  <a:pt x="47928" y="390929"/>
                </a:lnTo>
                <a:lnTo>
                  <a:pt x="52373" y="390802"/>
                </a:lnTo>
                <a:lnTo>
                  <a:pt x="69300" y="390425"/>
                </a:lnTo>
                <a:lnTo>
                  <a:pt x="83774" y="382357"/>
                </a:lnTo>
                <a:lnTo>
                  <a:pt x="96200" y="368478"/>
                </a:lnTo>
                <a:lnTo>
                  <a:pt x="106983" y="350670"/>
                </a:lnTo>
                <a:lnTo>
                  <a:pt x="115542" y="299004"/>
                </a:lnTo>
                <a:lnTo>
                  <a:pt x="127110" y="252255"/>
                </a:lnTo>
                <a:lnTo>
                  <a:pt x="139955" y="208018"/>
                </a:lnTo>
                <a:lnTo>
                  <a:pt x="152346" y="163886"/>
                </a:lnTo>
                <a:lnTo>
                  <a:pt x="162549" y="117455"/>
                </a:lnTo>
                <a:lnTo>
                  <a:pt x="168832" y="66317"/>
                </a:lnTo>
                <a:lnTo>
                  <a:pt x="170082" y="41344"/>
                </a:lnTo>
                <a:lnTo>
                  <a:pt x="162831" y="21121"/>
                </a:lnTo>
                <a:lnTo>
                  <a:pt x="148580" y="7113"/>
                </a:lnTo>
                <a:lnTo>
                  <a:pt x="128827" y="785"/>
                </a:lnTo>
                <a:lnTo>
                  <a:pt x="10780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307451" y="3034815"/>
            <a:ext cx="156845" cy="327025"/>
          </a:xfrm>
          <a:custGeom>
            <a:avLst/>
            <a:gdLst/>
            <a:ahLst/>
            <a:cxnLst/>
            <a:rect l="l" t="t" r="r" b="b"/>
            <a:pathLst>
              <a:path w="156845" h="327025">
                <a:moveTo>
                  <a:pt x="53909" y="325096"/>
                </a:moveTo>
                <a:lnTo>
                  <a:pt x="45084" y="325096"/>
                </a:lnTo>
                <a:lnTo>
                  <a:pt x="47117" y="326874"/>
                </a:lnTo>
                <a:lnTo>
                  <a:pt x="50926" y="325604"/>
                </a:lnTo>
                <a:lnTo>
                  <a:pt x="53909" y="325096"/>
                </a:lnTo>
                <a:close/>
              </a:path>
              <a:path w="156845" h="327025">
                <a:moveTo>
                  <a:pt x="112826" y="0"/>
                </a:moveTo>
                <a:lnTo>
                  <a:pt x="89927" y="0"/>
                </a:lnTo>
                <a:lnTo>
                  <a:pt x="70865" y="8643"/>
                </a:lnTo>
                <a:lnTo>
                  <a:pt x="56372" y="23915"/>
                </a:lnTo>
                <a:lnTo>
                  <a:pt x="47244" y="43791"/>
                </a:lnTo>
                <a:lnTo>
                  <a:pt x="42915" y="90945"/>
                </a:lnTo>
                <a:lnTo>
                  <a:pt x="30815" y="128694"/>
                </a:lnTo>
                <a:lnTo>
                  <a:pt x="16154" y="164455"/>
                </a:lnTo>
                <a:lnTo>
                  <a:pt x="4145" y="205648"/>
                </a:lnTo>
                <a:lnTo>
                  <a:pt x="0" y="259691"/>
                </a:lnTo>
                <a:lnTo>
                  <a:pt x="1875" y="283920"/>
                </a:lnTo>
                <a:lnTo>
                  <a:pt x="10048" y="303791"/>
                </a:lnTo>
                <a:lnTo>
                  <a:pt x="23199" y="318091"/>
                </a:lnTo>
                <a:lnTo>
                  <a:pt x="40004" y="325604"/>
                </a:lnTo>
                <a:lnTo>
                  <a:pt x="45084" y="325096"/>
                </a:lnTo>
                <a:lnTo>
                  <a:pt x="53909" y="325096"/>
                </a:lnTo>
                <a:lnTo>
                  <a:pt x="100451" y="302315"/>
                </a:lnTo>
                <a:lnTo>
                  <a:pt x="114811" y="239921"/>
                </a:lnTo>
                <a:lnTo>
                  <a:pt x="127771" y="199783"/>
                </a:lnTo>
                <a:lnTo>
                  <a:pt x="142596" y="160767"/>
                </a:lnTo>
                <a:lnTo>
                  <a:pt x="153910" y="118708"/>
                </a:lnTo>
                <a:lnTo>
                  <a:pt x="156337" y="69445"/>
                </a:lnTo>
                <a:lnTo>
                  <a:pt x="156082" y="68556"/>
                </a:lnTo>
                <a:lnTo>
                  <a:pt x="156718" y="67413"/>
                </a:lnTo>
                <a:lnTo>
                  <a:pt x="156337" y="65762"/>
                </a:lnTo>
                <a:lnTo>
                  <a:pt x="151602" y="43981"/>
                </a:lnTo>
                <a:lnTo>
                  <a:pt x="143224" y="23915"/>
                </a:lnTo>
                <a:lnTo>
                  <a:pt x="130512" y="8326"/>
                </a:lnTo>
                <a:lnTo>
                  <a:pt x="11282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558783" y="3312588"/>
            <a:ext cx="355600" cy="474980"/>
          </a:xfrm>
          <a:custGeom>
            <a:avLst/>
            <a:gdLst/>
            <a:ahLst/>
            <a:cxnLst/>
            <a:rect l="l" t="t" r="r" b="b"/>
            <a:pathLst>
              <a:path w="355600" h="474979">
                <a:moveTo>
                  <a:pt x="295513" y="0"/>
                </a:moveTo>
                <a:lnTo>
                  <a:pt x="276461" y="7439"/>
                </a:lnTo>
                <a:lnTo>
                  <a:pt x="259207" y="25987"/>
                </a:lnTo>
                <a:lnTo>
                  <a:pt x="240641" y="72231"/>
                </a:lnTo>
                <a:lnTo>
                  <a:pt x="213437" y="116120"/>
                </a:lnTo>
                <a:lnTo>
                  <a:pt x="180330" y="158006"/>
                </a:lnTo>
                <a:lnTo>
                  <a:pt x="144056" y="198242"/>
                </a:lnTo>
                <a:lnTo>
                  <a:pt x="107351" y="237182"/>
                </a:lnTo>
                <a:lnTo>
                  <a:pt x="72949" y="275180"/>
                </a:lnTo>
                <a:lnTo>
                  <a:pt x="43587" y="312588"/>
                </a:lnTo>
                <a:lnTo>
                  <a:pt x="21999" y="349759"/>
                </a:lnTo>
                <a:lnTo>
                  <a:pt x="10922" y="387048"/>
                </a:lnTo>
                <a:lnTo>
                  <a:pt x="6322" y="395918"/>
                </a:lnTo>
                <a:lnTo>
                  <a:pt x="3175" y="403336"/>
                </a:lnTo>
                <a:lnTo>
                  <a:pt x="1170" y="410801"/>
                </a:lnTo>
                <a:lnTo>
                  <a:pt x="0" y="419814"/>
                </a:lnTo>
                <a:lnTo>
                  <a:pt x="480" y="439600"/>
                </a:lnTo>
                <a:lnTo>
                  <a:pt x="12223" y="455136"/>
                </a:lnTo>
                <a:lnTo>
                  <a:pt x="31539" y="466695"/>
                </a:lnTo>
                <a:lnTo>
                  <a:pt x="54737" y="474551"/>
                </a:lnTo>
                <a:lnTo>
                  <a:pt x="67730" y="473170"/>
                </a:lnTo>
                <a:lnTo>
                  <a:pt x="80105" y="468741"/>
                </a:lnTo>
                <a:lnTo>
                  <a:pt x="91670" y="460835"/>
                </a:lnTo>
                <a:lnTo>
                  <a:pt x="102235" y="449024"/>
                </a:lnTo>
                <a:lnTo>
                  <a:pt x="124743" y="392925"/>
                </a:lnTo>
                <a:lnTo>
                  <a:pt x="149753" y="346262"/>
                </a:lnTo>
                <a:lnTo>
                  <a:pt x="176736" y="306704"/>
                </a:lnTo>
                <a:lnTo>
                  <a:pt x="205165" y="271919"/>
                </a:lnTo>
                <a:lnTo>
                  <a:pt x="234512" y="239574"/>
                </a:lnTo>
                <a:lnTo>
                  <a:pt x="264249" y="207338"/>
                </a:lnTo>
                <a:lnTo>
                  <a:pt x="293848" y="172879"/>
                </a:lnTo>
                <a:lnTo>
                  <a:pt x="322780" y="133865"/>
                </a:lnTo>
                <a:lnTo>
                  <a:pt x="350520" y="87963"/>
                </a:lnTo>
                <a:lnTo>
                  <a:pt x="355274" y="67107"/>
                </a:lnTo>
                <a:lnTo>
                  <a:pt x="354933" y="47037"/>
                </a:lnTo>
                <a:lnTo>
                  <a:pt x="348734" y="29206"/>
                </a:lnTo>
                <a:lnTo>
                  <a:pt x="335915" y="15065"/>
                </a:lnTo>
                <a:lnTo>
                  <a:pt x="315589" y="2823"/>
                </a:lnTo>
                <a:lnTo>
                  <a:pt x="29551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315072" y="3389927"/>
            <a:ext cx="183515" cy="470534"/>
          </a:xfrm>
          <a:custGeom>
            <a:avLst/>
            <a:gdLst/>
            <a:ahLst/>
            <a:cxnLst/>
            <a:rect l="l" t="t" r="r" b="b"/>
            <a:pathLst>
              <a:path w="183515" h="470535">
                <a:moveTo>
                  <a:pt x="63563" y="0"/>
                </a:moveTo>
                <a:lnTo>
                  <a:pt x="25288" y="11437"/>
                </a:lnTo>
                <a:lnTo>
                  <a:pt x="126" y="45021"/>
                </a:lnTo>
                <a:lnTo>
                  <a:pt x="0" y="68409"/>
                </a:lnTo>
                <a:lnTo>
                  <a:pt x="19116" y="123697"/>
                </a:lnTo>
                <a:lnTo>
                  <a:pt x="31324" y="176322"/>
                </a:lnTo>
                <a:lnTo>
                  <a:pt x="39121" y="227056"/>
                </a:lnTo>
                <a:lnTo>
                  <a:pt x="45009" y="276673"/>
                </a:lnTo>
                <a:lnTo>
                  <a:pt x="51484" y="325945"/>
                </a:lnTo>
                <a:lnTo>
                  <a:pt x="61048" y="375646"/>
                </a:lnTo>
                <a:lnTo>
                  <a:pt x="76200" y="426549"/>
                </a:lnTo>
                <a:lnTo>
                  <a:pt x="110811" y="466054"/>
                </a:lnTo>
                <a:lnTo>
                  <a:pt x="130555" y="470364"/>
                </a:lnTo>
                <a:lnTo>
                  <a:pt x="138049" y="470237"/>
                </a:lnTo>
                <a:lnTo>
                  <a:pt x="141477" y="466681"/>
                </a:lnTo>
                <a:lnTo>
                  <a:pt x="163014" y="459206"/>
                </a:lnTo>
                <a:lnTo>
                  <a:pt x="176895" y="444313"/>
                </a:lnTo>
                <a:lnTo>
                  <a:pt x="183036" y="424158"/>
                </a:lnTo>
                <a:lnTo>
                  <a:pt x="181355" y="400895"/>
                </a:lnTo>
                <a:lnTo>
                  <a:pt x="169797" y="350392"/>
                </a:lnTo>
                <a:lnTo>
                  <a:pt x="162708" y="303645"/>
                </a:lnTo>
                <a:lnTo>
                  <a:pt x="157546" y="258270"/>
                </a:lnTo>
                <a:lnTo>
                  <a:pt x="151766" y="211879"/>
                </a:lnTo>
                <a:lnTo>
                  <a:pt x="142824" y="162087"/>
                </a:lnTo>
                <a:lnTo>
                  <a:pt x="128178" y="106507"/>
                </a:lnTo>
                <a:lnTo>
                  <a:pt x="105282" y="42755"/>
                </a:lnTo>
                <a:lnTo>
                  <a:pt x="100282" y="20518"/>
                </a:lnTo>
                <a:lnTo>
                  <a:pt x="84423" y="6115"/>
                </a:lnTo>
                <a:lnTo>
                  <a:pt x="6356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237124" y="3037322"/>
            <a:ext cx="139065" cy="254635"/>
          </a:xfrm>
          <a:custGeom>
            <a:avLst/>
            <a:gdLst/>
            <a:ahLst/>
            <a:cxnLst/>
            <a:rect l="l" t="t" r="r" b="b"/>
            <a:pathLst>
              <a:path w="139065" h="254635">
                <a:moveTo>
                  <a:pt x="97192" y="252358"/>
                </a:moveTo>
                <a:lnTo>
                  <a:pt x="87219" y="252358"/>
                </a:lnTo>
                <a:lnTo>
                  <a:pt x="93315" y="254263"/>
                </a:lnTo>
                <a:lnTo>
                  <a:pt x="95601" y="252993"/>
                </a:lnTo>
                <a:lnTo>
                  <a:pt x="97192" y="252358"/>
                </a:lnTo>
                <a:close/>
              </a:path>
              <a:path w="139065" h="254635">
                <a:moveTo>
                  <a:pt x="62823" y="0"/>
                </a:moveTo>
                <a:lnTo>
                  <a:pt x="40737" y="1660"/>
                </a:lnTo>
                <a:lnTo>
                  <a:pt x="23284" y="9346"/>
                </a:lnTo>
                <a:lnTo>
                  <a:pt x="8653" y="24663"/>
                </a:lnTo>
                <a:lnTo>
                  <a:pt x="0" y="44862"/>
                </a:lnTo>
                <a:lnTo>
                  <a:pt x="478" y="67192"/>
                </a:lnTo>
                <a:lnTo>
                  <a:pt x="7685" y="106293"/>
                </a:lnTo>
                <a:lnTo>
                  <a:pt x="12606" y="141011"/>
                </a:lnTo>
                <a:lnTo>
                  <a:pt x="29688" y="209305"/>
                </a:lnTo>
                <a:lnTo>
                  <a:pt x="51325" y="243199"/>
                </a:lnTo>
                <a:lnTo>
                  <a:pt x="84679" y="252993"/>
                </a:lnTo>
                <a:lnTo>
                  <a:pt x="87219" y="252358"/>
                </a:lnTo>
                <a:lnTo>
                  <a:pt x="97192" y="252358"/>
                </a:lnTo>
                <a:lnTo>
                  <a:pt x="117054" y="244433"/>
                </a:lnTo>
                <a:lnTo>
                  <a:pt x="132161" y="229181"/>
                </a:lnTo>
                <a:lnTo>
                  <a:pt x="139053" y="209452"/>
                </a:lnTo>
                <a:lnTo>
                  <a:pt x="135860" y="187461"/>
                </a:lnTo>
                <a:lnTo>
                  <a:pt x="123795" y="149129"/>
                </a:lnTo>
                <a:lnTo>
                  <a:pt x="118302" y="108737"/>
                </a:lnTo>
                <a:lnTo>
                  <a:pt x="114286" y="72179"/>
                </a:lnTo>
                <a:lnTo>
                  <a:pt x="106650" y="45348"/>
                </a:lnTo>
                <a:lnTo>
                  <a:pt x="106269" y="43951"/>
                </a:lnTo>
                <a:lnTo>
                  <a:pt x="106777" y="43189"/>
                </a:lnTo>
                <a:lnTo>
                  <a:pt x="106650" y="41665"/>
                </a:lnTo>
                <a:lnTo>
                  <a:pt x="96565" y="21967"/>
                </a:lnTo>
                <a:lnTo>
                  <a:pt x="81694" y="7423"/>
                </a:lnTo>
                <a:lnTo>
                  <a:pt x="6282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782789" y="3318843"/>
            <a:ext cx="357505" cy="468630"/>
          </a:xfrm>
          <a:custGeom>
            <a:avLst/>
            <a:gdLst/>
            <a:ahLst/>
            <a:cxnLst/>
            <a:rect l="l" t="t" r="r" b="b"/>
            <a:pathLst>
              <a:path w="357504" h="468629">
                <a:moveTo>
                  <a:pt x="61636" y="0"/>
                </a:moveTo>
                <a:lnTo>
                  <a:pt x="9663" y="27636"/>
                </a:lnTo>
                <a:lnTo>
                  <a:pt x="0" y="65748"/>
                </a:lnTo>
                <a:lnTo>
                  <a:pt x="6502" y="85518"/>
                </a:lnTo>
                <a:lnTo>
                  <a:pt x="35361" y="119591"/>
                </a:lnTo>
                <a:lnTo>
                  <a:pt x="63338" y="159853"/>
                </a:lnTo>
                <a:lnTo>
                  <a:pt x="90670" y="204296"/>
                </a:lnTo>
                <a:lnTo>
                  <a:pt x="144349" y="297706"/>
                </a:lnTo>
                <a:lnTo>
                  <a:pt x="171170" y="342660"/>
                </a:lnTo>
                <a:lnTo>
                  <a:pt x="198295" y="383773"/>
                </a:lnTo>
                <a:lnTo>
                  <a:pt x="225961" y="419039"/>
                </a:lnTo>
                <a:lnTo>
                  <a:pt x="254406" y="446452"/>
                </a:lnTo>
                <a:lnTo>
                  <a:pt x="260840" y="455723"/>
                </a:lnTo>
                <a:lnTo>
                  <a:pt x="271583" y="462232"/>
                </a:lnTo>
                <a:lnTo>
                  <a:pt x="284660" y="466312"/>
                </a:lnTo>
                <a:lnTo>
                  <a:pt x="298094" y="468296"/>
                </a:lnTo>
                <a:lnTo>
                  <a:pt x="307304" y="468254"/>
                </a:lnTo>
                <a:lnTo>
                  <a:pt x="346840" y="444519"/>
                </a:lnTo>
                <a:lnTo>
                  <a:pt x="356989" y="403300"/>
                </a:lnTo>
                <a:lnTo>
                  <a:pt x="345465" y="384476"/>
                </a:lnTo>
                <a:lnTo>
                  <a:pt x="312195" y="352054"/>
                </a:lnTo>
                <a:lnTo>
                  <a:pt x="280895" y="313946"/>
                </a:lnTo>
                <a:lnTo>
                  <a:pt x="251335" y="271766"/>
                </a:lnTo>
                <a:lnTo>
                  <a:pt x="223283" y="227127"/>
                </a:lnTo>
                <a:lnTo>
                  <a:pt x="196508" y="181644"/>
                </a:lnTo>
                <a:lnTo>
                  <a:pt x="170779" y="136930"/>
                </a:lnTo>
                <a:lnTo>
                  <a:pt x="145866" y="94599"/>
                </a:lnTo>
                <a:lnTo>
                  <a:pt x="121537" y="56265"/>
                </a:lnTo>
                <a:lnTo>
                  <a:pt x="97561" y="23542"/>
                </a:lnTo>
                <a:lnTo>
                  <a:pt x="80010" y="6276"/>
                </a:lnTo>
                <a:lnTo>
                  <a:pt x="6163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6251684" y="3980403"/>
            <a:ext cx="3197225" cy="2133600"/>
          </a:xfrm>
          <a:custGeom>
            <a:avLst/>
            <a:gdLst/>
            <a:ahLst/>
            <a:cxnLst/>
            <a:rect l="l" t="t" r="r" b="b"/>
            <a:pathLst>
              <a:path w="3197225" h="2133600">
                <a:moveTo>
                  <a:pt x="1731551" y="2120900"/>
                </a:moveTo>
                <a:lnTo>
                  <a:pt x="1465010" y="2120900"/>
                </a:lnTo>
                <a:lnTo>
                  <a:pt x="1484594" y="2133600"/>
                </a:lnTo>
                <a:lnTo>
                  <a:pt x="1711031" y="2133600"/>
                </a:lnTo>
                <a:lnTo>
                  <a:pt x="1731551" y="2120900"/>
                </a:lnTo>
                <a:close/>
              </a:path>
              <a:path w="3197225" h="2133600">
                <a:moveTo>
                  <a:pt x="1180221" y="1739900"/>
                </a:moveTo>
                <a:lnTo>
                  <a:pt x="551551" y="1739900"/>
                </a:lnTo>
                <a:lnTo>
                  <a:pt x="595997" y="1752600"/>
                </a:lnTo>
                <a:lnTo>
                  <a:pt x="641239" y="1752600"/>
                </a:lnTo>
                <a:lnTo>
                  <a:pt x="734182" y="1778000"/>
                </a:lnTo>
                <a:lnTo>
                  <a:pt x="781919" y="1778000"/>
                </a:lnTo>
                <a:lnTo>
                  <a:pt x="830523" y="1803400"/>
                </a:lnTo>
                <a:lnTo>
                  <a:pt x="930404" y="1828800"/>
                </a:lnTo>
                <a:lnTo>
                  <a:pt x="981716" y="1854200"/>
                </a:lnTo>
                <a:lnTo>
                  <a:pt x="1087175" y="1905000"/>
                </a:lnTo>
                <a:lnTo>
                  <a:pt x="1196529" y="1955800"/>
                </a:lnTo>
                <a:lnTo>
                  <a:pt x="1252712" y="1993900"/>
                </a:lnTo>
                <a:lnTo>
                  <a:pt x="1309923" y="2032000"/>
                </a:lnTo>
                <a:lnTo>
                  <a:pt x="1368178" y="2070100"/>
                </a:lnTo>
                <a:lnTo>
                  <a:pt x="1427497" y="2108200"/>
                </a:lnTo>
                <a:lnTo>
                  <a:pt x="1446736" y="2120900"/>
                </a:lnTo>
                <a:lnTo>
                  <a:pt x="1750571" y="2120900"/>
                </a:lnTo>
                <a:lnTo>
                  <a:pt x="1766841" y="2108200"/>
                </a:lnTo>
                <a:lnTo>
                  <a:pt x="1826544" y="2082800"/>
                </a:lnTo>
                <a:lnTo>
                  <a:pt x="1885949" y="2044700"/>
                </a:lnTo>
                <a:lnTo>
                  <a:pt x="2119334" y="1943100"/>
                </a:lnTo>
                <a:lnTo>
                  <a:pt x="1690260" y="1943100"/>
                </a:lnTo>
                <a:lnTo>
                  <a:pt x="1701382" y="1930400"/>
                </a:lnTo>
                <a:lnTo>
                  <a:pt x="1500522" y="1930400"/>
                </a:lnTo>
                <a:lnTo>
                  <a:pt x="1324800" y="1816100"/>
                </a:lnTo>
                <a:lnTo>
                  <a:pt x="1266635" y="1790700"/>
                </a:lnTo>
                <a:lnTo>
                  <a:pt x="1208859" y="1752600"/>
                </a:lnTo>
                <a:lnTo>
                  <a:pt x="1180221" y="1739900"/>
                </a:lnTo>
                <a:close/>
              </a:path>
              <a:path w="3197225" h="2133600">
                <a:moveTo>
                  <a:pt x="2942977" y="368300"/>
                </a:moveTo>
                <a:lnTo>
                  <a:pt x="2799351" y="368300"/>
                </a:lnTo>
                <a:lnTo>
                  <a:pt x="2814534" y="419100"/>
                </a:lnTo>
                <a:lnTo>
                  <a:pt x="2825702" y="457200"/>
                </a:lnTo>
                <a:lnTo>
                  <a:pt x="2833479" y="508000"/>
                </a:lnTo>
                <a:lnTo>
                  <a:pt x="2838491" y="546100"/>
                </a:lnTo>
                <a:lnTo>
                  <a:pt x="2841364" y="584200"/>
                </a:lnTo>
                <a:lnTo>
                  <a:pt x="2842722" y="635000"/>
                </a:lnTo>
                <a:lnTo>
                  <a:pt x="2843191" y="673100"/>
                </a:lnTo>
                <a:lnTo>
                  <a:pt x="2843294" y="698500"/>
                </a:lnTo>
                <a:lnTo>
                  <a:pt x="2843397" y="723900"/>
                </a:lnTo>
                <a:lnTo>
                  <a:pt x="2843964" y="774700"/>
                </a:lnTo>
                <a:lnTo>
                  <a:pt x="2845518" y="825500"/>
                </a:lnTo>
                <a:lnTo>
                  <a:pt x="2848685" y="876300"/>
                </a:lnTo>
                <a:lnTo>
                  <a:pt x="2854088" y="939800"/>
                </a:lnTo>
                <a:lnTo>
                  <a:pt x="2860782" y="1003300"/>
                </a:lnTo>
                <a:lnTo>
                  <a:pt x="2866294" y="1054100"/>
                </a:lnTo>
                <a:lnTo>
                  <a:pt x="2870904" y="1104900"/>
                </a:lnTo>
                <a:lnTo>
                  <a:pt x="2874890" y="1155700"/>
                </a:lnTo>
                <a:lnTo>
                  <a:pt x="2882113" y="1244600"/>
                </a:lnTo>
                <a:lnTo>
                  <a:pt x="2885907" y="1295400"/>
                </a:lnTo>
                <a:lnTo>
                  <a:pt x="2890196" y="1346200"/>
                </a:lnTo>
                <a:lnTo>
                  <a:pt x="2895260" y="1397000"/>
                </a:lnTo>
                <a:lnTo>
                  <a:pt x="2901376" y="1447800"/>
                </a:lnTo>
                <a:lnTo>
                  <a:pt x="2908825" y="1511300"/>
                </a:lnTo>
                <a:lnTo>
                  <a:pt x="2885493" y="1524000"/>
                </a:lnTo>
                <a:lnTo>
                  <a:pt x="2858953" y="1536700"/>
                </a:lnTo>
                <a:lnTo>
                  <a:pt x="2829370" y="1536700"/>
                </a:lnTo>
                <a:lnTo>
                  <a:pt x="2796910" y="1549400"/>
                </a:lnTo>
                <a:lnTo>
                  <a:pt x="2761739" y="1562100"/>
                </a:lnTo>
                <a:lnTo>
                  <a:pt x="2724023" y="1574800"/>
                </a:lnTo>
                <a:lnTo>
                  <a:pt x="2683927" y="1587500"/>
                </a:lnTo>
                <a:lnTo>
                  <a:pt x="2641617" y="1587500"/>
                </a:lnTo>
                <a:lnTo>
                  <a:pt x="2551016" y="1612900"/>
                </a:lnTo>
                <a:lnTo>
                  <a:pt x="2503058" y="1625600"/>
                </a:lnTo>
                <a:lnTo>
                  <a:pt x="2402651" y="1651000"/>
                </a:lnTo>
                <a:lnTo>
                  <a:pt x="2350535" y="1676400"/>
                </a:lnTo>
                <a:lnTo>
                  <a:pt x="2188521" y="1714500"/>
                </a:lnTo>
                <a:lnTo>
                  <a:pt x="2133180" y="1739900"/>
                </a:lnTo>
                <a:lnTo>
                  <a:pt x="2077447" y="1752600"/>
                </a:lnTo>
                <a:lnTo>
                  <a:pt x="1744098" y="1905000"/>
                </a:lnTo>
                <a:lnTo>
                  <a:pt x="1690260" y="1943100"/>
                </a:lnTo>
                <a:lnTo>
                  <a:pt x="2119334" y="1943100"/>
                </a:lnTo>
                <a:lnTo>
                  <a:pt x="2176309" y="1917700"/>
                </a:lnTo>
                <a:lnTo>
                  <a:pt x="2288174" y="1892300"/>
                </a:lnTo>
                <a:lnTo>
                  <a:pt x="2342939" y="1866900"/>
                </a:lnTo>
                <a:lnTo>
                  <a:pt x="2449819" y="1841500"/>
                </a:lnTo>
                <a:lnTo>
                  <a:pt x="2501809" y="1841500"/>
                </a:lnTo>
                <a:lnTo>
                  <a:pt x="2651228" y="1803400"/>
                </a:lnTo>
                <a:lnTo>
                  <a:pt x="2744754" y="1803400"/>
                </a:lnTo>
                <a:lnTo>
                  <a:pt x="2789502" y="1790700"/>
                </a:lnTo>
                <a:lnTo>
                  <a:pt x="2874658" y="1790700"/>
                </a:lnTo>
                <a:lnTo>
                  <a:pt x="2914940" y="1778000"/>
                </a:lnTo>
                <a:lnTo>
                  <a:pt x="3148449" y="1778000"/>
                </a:lnTo>
                <a:lnTo>
                  <a:pt x="3172017" y="1752600"/>
                </a:lnTo>
                <a:lnTo>
                  <a:pt x="3188989" y="1727200"/>
                </a:lnTo>
                <a:lnTo>
                  <a:pt x="3197115" y="1701800"/>
                </a:lnTo>
                <a:lnTo>
                  <a:pt x="3193432" y="1689100"/>
                </a:lnTo>
                <a:lnTo>
                  <a:pt x="3182619" y="1651000"/>
                </a:lnTo>
                <a:lnTo>
                  <a:pt x="3175419" y="1600200"/>
                </a:lnTo>
                <a:lnTo>
                  <a:pt x="3171037" y="1549400"/>
                </a:lnTo>
                <a:lnTo>
                  <a:pt x="3168677" y="1498600"/>
                </a:lnTo>
                <a:lnTo>
                  <a:pt x="3167545" y="1435100"/>
                </a:lnTo>
                <a:lnTo>
                  <a:pt x="3166845" y="1371600"/>
                </a:lnTo>
                <a:lnTo>
                  <a:pt x="3165783" y="1320800"/>
                </a:lnTo>
                <a:lnTo>
                  <a:pt x="3163562" y="1257300"/>
                </a:lnTo>
                <a:lnTo>
                  <a:pt x="3159387" y="1206500"/>
                </a:lnTo>
                <a:lnTo>
                  <a:pt x="3152464" y="1168400"/>
                </a:lnTo>
                <a:lnTo>
                  <a:pt x="3141997" y="1130300"/>
                </a:lnTo>
                <a:lnTo>
                  <a:pt x="3133428" y="1104900"/>
                </a:lnTo>
                <a:lnTo>
                  <a:pt x="3128318" y="1066800"/>
                </a:lnTo>
                <a:lnTo>
                  <a:pt x="3125911" y="1028700"/>
                </a:lnTo>
                <a:lnTo>
                  <a:pt x="3125448" y="977900"/>
                </a:lnTo>
                <a:lnTo>
                  <a:pt x="3126174" y="927100"/>
                </a:lnTo>
                <a:lnTo>
                  <a:pt x="3127332" y="876300"/>
                </a:lnTo>
                <a:lnTo>
                  <a:pt x="3128165" y="812800"/>
                </a:lnTo>
                <a:lnTo>
                  <a:pt x="3128041" y="787400"/>
                </a:lnTo>
                <a:lnTo>
                  <a:pt x="3127917" y="762000"/>
                </a:lnTo>
                <a:lnTo>
                  <a:pt x="3125829" y="698500"/>
                </a:lnTo>
                <a:lnTo>
                  <a:pt x="3121147" y="647700"/>
                </a:lnTo>
                <a:lnTo>
                  <a:pt x="3113112" y="596900"/>
                </a:lnTo>
                <a:lnTo>
                  <a:pt x="3100968" y="546100"/>
                </a:lnTo>
                <a:lnTo>
                  <a:pt x="3083958" y="508000"/>
                </a:lnTo>
                <a:lnTo>
                  <a:pt x="3054605" y="457200"/>
                </a:lnTo>
                <a:lnTo>
                  <a:pt x="3033684" y="444500"/>
                </a:lnTo>
                <a:lnTo>
                  <a:pt x="2956323" y="444500"/>
                </a:lnTo>
                <a:lnTo>
                  <a:pt x="2944412" y="393700"/>
                </a:lnTo>
                <a:lnTo>
                  <a:pt x="2942977" y="368300"/>
                </a:lnTo>
                <a:close/>
              </a:path>
              <a:path w="3197225" h="2133600">
                <a:moveTo>
                  <a:pt x="920821" y="1384300"/>
                </a:moveTo>
                <a:lnTo>
                  <a:pt x="620674" y="1384300"/>
                </a:lnTo>
                <a:lnTo>
                  <a:pt x="657162" y="1397000"/>
                </a:lnTo>
                <a:lnTo>
                  <a:pt x="696128" y="1397000"/>
                </a:lnTo>
                <a:lnTo>
                  <a:pt x="737329" y="1409700"/>
                </a:lnTo>
                <a:lnTo>
                  <a:pt x="780520" y="1422400"/>
                </a:lnTo>
                <a:lnTo>
                  <a:pt x="825454" y="1435100"/>
                </a:lnTo>
                <a:lnTo>
                  <a:pt x="919577" y="1460500"/>
                </a:lnTo>
                <a:lnTo>
                  <a:pt x="968275" y="1485900"/>
                </a:lnTo>
                <a:lnTo>
                  <a:pt x="1117976" y="1562100"/>
                </a:lnTo>
                <a:lnTo>
                  <a:pt x="1267944" y="1676400"/>
                </a:lnTo>
                <a:lnTo>
                  <a:pt x="1316850" y="1714500"/>
                </a:lnTo>
                <a:lnTo>
                  <a:pt x="1364806" y="1765300"/>
                </a:lnTo>
                <a:lnTo>
                  <a:pt x="1411566" y="1816100"/>
                </a:lnTo>
                <a:lnTo>
                  <a:pt x="1456887" y="1866900"/>
                </a:lnTo>
                <a:lnTo>
                  <a:pt x="1500522" y="1930400"/>
                </a:lnTo>
                <a:lnTo>
                  <a:pt x="1701382" y="1930400"/>
                </a:lnTo>
                <a:lnTo>
                  <a:pt x="1745866" y="1879600"/>
                </a:lnTo>
                <a:lnTo>
                  <a:pt x="1802951" y="1841500"/>
                </a:lnTo>
                <a:lnTo>
                  <a:pt x="1861174" y="1790700"/>
                </a:lnTo>
                <a:lnTo>
                  <a:pt x="1920197" y="1752600"/>
                </a:lnTo>
                <a:lnTo>
                  <a:pt x="1522366" y="1752600"/>
                </a:lnTo>
                <a:lnTo>
                  <a:pt x="1465984" y="1714500"/>
                </a:lnTo>
                <a:lnTo>
                  <a:pt x="1410089" y="1663700"/>
                </a:lnTo>
                <a:lnTo>
                  <a:pt x="1300120" y="1587500"/>
                </a:lnTo>
                <a:lnTo>
                  <a:pt x="1246228" y="1562100"/>
                </a:lnTo>
                <a:lnTo>
                  <a:pt x="1193184" y="1524000"/>
                </a:lnTo>
                <a:lnTo>
                  <a:pt x="1141079" y="1498600"/>
                </a:lnTo>
                <a:lnTo>
                  <a:pt x="1090002" y="1460500"/>
                </a:lnTo>
                <a:lnTo>
                  <a:pt x="1040045" y="1435100"/>
                </a:lnTo>
                <a:lnTo>
                  <a:pt x="991297" y="1409700"/>
                </a:lnTo>
                <a:lnTo>
                  <a:pt x="943850" y="1397000"/>
                </a:lnTo>
                <a:lnTo>
                  <a:pt x="920821" y="1384300"/>
                </a:lnTo>
                <a:close/>
              </a:path>
              <a:path w="3197225" h="2133600">
                <a:moveTo>
                  <a:pt x="851294" y="12700"/>
                </a:moveTo>
                <a:lnTo>
                  <a:pt x="603188" y="12700"/>
                </a:lnTo>
                <a:lnTo>
                  <a:pt x="551832" y="25400"/>
                </a:lnTo>
                <a:lnTo>
                  <a:pt x="513863" y="25400"/>
                </a:lnTo>
                <a:lnTo>
                  <a:pt x="497095" y="38100"/>
                </a:lnTo>
                <a:lnTo>
                  <a:pt x="497006" y="63500"/>
                </a:lnTo>
                <a:lnTo>
                  <a:pt x="496917" y="88900"/>
                </a:lnTo>
                <a:lnTo>
                  <a:pt x="488047" y="139700"/>
                </a:lnTo>
                <a:lnTo>
                  <a:pt x="479129" y="177800"/>
                </a:lnTo>
                <a:lnTo>
                  <a:pt x="479048" y="190500"/>
                </a:lnTo>
                <a:lnTo>
                  <a:pt x="478968" y="203200"/>
                </a:lnTo>
                <a:lnTo>
                  <a:pt x="478888" y="215900"/>
                </a:lnTo>
                <a:lnTo>
                  <a:pt x="478807" y="228600"/>
                </a:lnTo>
                <a:lnTo>
                  <a:pt x="256303" y="228600"/>
                </a:lnTo>
                <a:lnTo>
                  <a:pt x="259179" y="279400"/>
                </a:lnTo>
                <a:lnTo>
                  <a:pt x="251207" y="317500"/>
                </a:lnTo>
                <a:lnTo>
                  <a:pt x="241212" y="381000"/>
                </a:lnTo>
                <a:lnTo>
                  <a:pt x="238015" y="444500"/>
                </a:lnTo>
                <a:lnTo>
                  <a:pt x="156922" y="444500"/>
                </a:lnTo>
                <a:lnTo>
                  <a:pt x="135495" y="457200"/>
                </a:lnTo>
                <a:lnTo>
                  <a:pt x="119735" y="482600"/>
                </a:lnTo>
                <a:lnTo>
                  <a:pt x="110380" y="508000"/>
                </a:lnTo>
                <a:lnTo>
                  <a:pt x="107760" y="558800"/>
                </a:lnTo>
                <a:lnTo>
                  <a:pt x="102464" y="622300"/>
                </a:lnTo>
                <a:lnTo>
                  <a:pt x="95200" y="673100"/>
                </a:lnTo>
                <a:lnTo>
                  <a:pt x="86674" y="723900"/>
                </a:lnTo>
                <a:lnTo>
                  <a:pt x="77592" y="774700"/>
                </a:lnTo>
                <a:lnTo>
                  <a:pt x="68661" y="825500"/>
                </a:lnTo>
                <a:lnTo>
                  <a:pt x="60587" y="876300"/>
                </a:lnTo>
                <a:lnTo>
                  <a:pt x="54077" y="927100"/>
                </a:lnTo>
                <a:lnTo>
                  <a:pt x="49837" y="965200"/>
                </a:lnTo>
                <a:lnTo>
                  <a:pt x="48574" y="1003300"/>
                </a:lnTo>
                <a:lnTo>
                  <a:pt x="50993" y="1041400"/>
                </a:lnTo>
                <a:lnTo>
                  <a:pt x="57802" y="1079500"/>
                </a:lnTo>
                <a:lnTo>
                  <a:pt x="64720" y="1104900"/>
                </a:lnTo>
                <a:lnTo>
                  <a:pt x="67417" y="1143000"/>
                </a:lnTo>
                <a:lnTo>
                  <a:pt x="66522" y="1193800"/>
                </a:lnTo>
                <a:lnTo>
                  <a:pt x="62666" y="1231900"/>
                </a:lnTo>
                <a:lnTo>
                  <a:pt x="56480" y="1295400"/>
                </a:lnTo>
                <a:lnTo>
                  <a:pt x="48595" y="1346200"/>
                </a:lnTo>
                <a:lnTo>
                  <a:pt x="39641" y="1397000"/>
                </a:lnTo>
                <a:lnTo>
                  <a:pt x="30248" y="1460500"/>
                </a:lnTo>
                <a:lnTo>
                  <a:pt x="21048" y="1511300"/>
                </a:lnTo>
                <a:lnTo>
                  <a:pt x="12670" y="1574800"/>
                </a:lnTo>
                <a:lnTo>
                  <a:pt x="5746" y="1638300"/>
                </a:lnTo>
                <a:lnTo>
                  <a:pt x="906" y="1689100"/>
                </a:lnTo>
                <a:lnTo>
                  <a:pt x="0" y="1714500"/>
                </a:lnTo>
                <a:lnTo>
                  <a:pt x="14606" y="1739900"/>
                </a:lnTo>
                <a:lnTo>
                  <a:pt x="37857" y="1765300"/>
                </a:lnTo>
                <a:lnTo>
                  <a:pt x="110087" y="1765300"/>
                </a:lnTo>
                <a:lnTo>
                  <a:pt x="146953" y="1752600"/>
                </a:lnTo>
                <a:lnTo>
                  <a:pt x="222502" y="1752600"/>
                </a:lnTo>
                <a:lnTo>
                  <a:pt x="261221" y="1739900"/>
                </a:lnTo>
                <a:lnTo>
                  <a:pt x="1180221" y="1739900"/>
                </a:lnTo>
                <a:lnTo>
                  <a:pt x="1038976" y="1676400"/>
                </a:lnTo>
                <a:lnTo>
                  <a:pt x="983866" y="1651000"/>
                </a:lnTo>
                <a:lnTo>
                  <a:pt x="929700" y="1638300"/>
                </a:lnTo>
                <a:lnTo>
                  <a:pt x="876588" y="1612900"/>
                </a:lnTo>
                <a:lnTo>
                  <a:pt x="773971" y="1587500"/>
                </a:lnTo>
                <a:lnTo>
                  <a:pt x="676903" y="1562100"/>
                </a:lnTo>
                <a:lnTo>
                  <a:pt x="630726" y="1549400"/>
                </a:lnTo>
                <a:lnTo>
                  <a:pt x="586269" y="1549400"/>
                </a:lnTo>
                <a:lnTo>
                  <a:pt x="543643" y="1536700"/>
                </a:lnTo>
                <a:lnTo>
                  <a:pt x="502957" y="1524000"/>
                </a:lnTo>
                <a:lnTo>
                  <a:pt x="427854" y="1524000"/>
                </a:lnTo>
                <a:lnTo>
                  <a:pt x="393658" y="1511300"/>
                </a:lnTo>
                <a:lnTo>
                  <a:pt x="281830" y="1511300"/>
                </a:lnTo>
                <a:lnTo>
                  <a:pt x="281005" y="1473200"/>
                </a:lnTo>
                <a:lnTo>
                  <a:pt x="284158" y="1435100"/>
                </a:lnTo>
                <a:lnTo>
                  <a:pt x="290399" y="1397000"/>
                </a:lnTo>
                <a:lnTo>
                  <a:pt x="298839" y="1358900"/>
                </a:lnTo>
                <a:lnTo>
                  <a:pt x="308588" y="1308100"/>
                </a:lnTo>
                <a:lnTo>
                  <a:pt x="318756" y="1257300"/>
                </a:lnTo>
                <a:lnTo>
                  <a:pt x="328452" y="1219200"/>
                </a:lnTo>
                <a:lnTo>
                  <a:pt x="336788" y="1155700"/>
                </a:lnTo>
                <a:lnTo>
                  <a:pt x="342874" y="1104900"/>
                </a:lnTo>
                <a:lnTo>
                  <a:pt x="345818" y="1041400"/>
                </a:lnTo>
                <a:lnTo>
                  <a:pt x="344733" y="977900"/>
                </a:lnTo>
                <a:lnTo>
                  <a:pt x="338726" y="914400"/>
                </a:lnTo>
                <a:lnTo>
                  <a:pt x="333350" y="850900"/>
                </a:lnTo>
                <a:lnTo>
                  <a:pt x="332806" y="800100"/>
                </a:lnTo>
                <a:lnTo>
                  <a:pt x="336204" y="762000"/>
                </a:lnTo>
                <a:lnTo>
                  <a:pt x="342655" y="723900"/>
                </a:lnTo>
                <a:lnTo>
                  <a:pt x="351270" y="685800"/>
                </a:lnTo>
                <a:lnTo>
                  <a:pt x="361158" y="647700"/>
                </a:lnTo>
                <a:lnTo>
                  <a:pt x="371430" y="622300"/>
                </a:lnTo>
                <a:lnTo>
                  <a:pt x="381196" y="584200"/>
                </a:lnTo>
                <a:lnTo>
                  <a:pt x="389567" y="546100"/>
                </a:lnTo>
                <a:lnTo>
                  <a:pt x="395653" y="508000"/>
                </a:lnTo>
                <a:lnTo>
                  <a:pt x="398564" y="469900"/>
                </a:lnTo>
                <a:lnTo>
                  <a:pt x="397411" y="419100"/>
                </a:lnTo>
                <a:lnTo>
                  <a:pt x="391304" y="368300"/>
                </a:lnTo>
                <a:lnTo>
                  <a:pt x="638537" y="368300"/>
                </a:lnTo>
                <a:lnTo>
                  <a:pt x="640298" y="342900"/>
                </a:lnTo>
                <a:lnTo>
                  <a:pt x="641085" y="292100"/>
                </a:lnTo>
                <a:lnTo>
                  <a:pt x="638547" y="228600"/>
                </a:lnTo>
                <a:lnTo>
                  <a:pt x="632096" y="165100"/>
                </a:lnTo>
                <a:lnTo>
                  <a:pt x="693304" y="152400"/>
                </a:lnTo>
                <a:lnTo>
                  <a:pt x="1219668" y="152400"/>
                </a:lnTo>
                <a:lnTo>
                  <a:pt x="1130742" y="101600"/>
                </a:lnTo>
                <a:lnTo>
                  <a:pt x="1085502" y="88900"/>
                </a:lnTo>
                <a:lnTo>
                  <a:pt x="1039737" y="63500"/>
                </a:lnTo>
                <a:lnTo>
                  <a:pt x="851294" y="12700"/>
                </a:lnTo>
                <a:close/>
              </a:path>
              <a:path w="3197225" h="2133600">
                <a:moveTo>
                  <a:pt x="1219668" y="152400"/>
                </a:moveTo>
                <a:lnTo>
                  <a:pt x="859272" y="152400"/>
                </a:lnTo>
                <a:lnTo>
                  <a:pt x="909450" y="165100"/>
                </a:lnTo>
                <a:lnTo>
                  <a:pt x="957427" y="177800"/>
                </a:lnTo>
                <a:lnTo>
                  <a:pt x="1003425" y="190500"/>
                </a:lnTo>
                <a:lnTo>
                  <a:pt x="1047665" y="203200"/>
                </a:lnTo>
                <a:lnTo>
                  <a:pt x="1090370" y="215900"/>
                </a:lnTo>
                <a:lnTo>
                  <a:pt x="1131762" y="241300"/>
                </a:lnTo>
                <a:lnTo>
                  <a:pt x="1172064" y="266700"/>
                </a:lnTo>
                <a:lnTo>
                  <a:pt x="1211497" y="279400"/>
                </a:lnTo>
                <a:lnTo>
                  <a:pt x="1326808" y="355600"/>
                </a:lnTo>
                <a:lnTo>
                  <a:pt x="1364990" y="393700"/>
                </a:lnTo>
                <a:lnTo>
                  <a:pt x="1442304" y="444500"/>
                </a:lnTo>
                <a:lnTo>
                  <a:pt x="1481880" y="482600"/>
                </a:lnTo>
                <a:lnTo>
                  <a:pt x="1522366" y="508000"/>
                </a:lnTo>
                <a:lnTo>
                  <a:pt x="1528203" y="571500"/>
                </a:lnTo>
                <a:lnTo>
                  <a:pt x="1530481" y="622300"/>
                </a:lnTo>
                <a:lnTo>
                  <a:pt x="1530404" y="635000"/>
                </a:lnTo>
                <a:lnTo>
                  <a:pt x="1530328" y="647700"/>
                </a:lnTo>
                <a:lnTo>
                  <a:pt x="1530252" y="660400"/>
                </a:lnTo>
                <a:lnTo>
                  <a:pt x="1530176" y="673100"/>
                </a:lnTo>
                <a:lnTo>
                  <a:pt x="1530099" y="685800"/>
                </a:lnTo>
                <a:lnTo>
                  <a:pt x="1527959" y="723900"/>
                </a:lnTo>
                <a:lnTo>
                  <a:pt x="1524959" y="774700"/>
                </a:lnTo>
                <a:lnTo>
                  <a:pt x="1521999" y="812800"/>
                </a:lnTo>
                <a:lnTo>
                  <a:pt x="1519981" y="850900"/>
                </a:lnTo>
                <a:lnTo>
                  <a:pt x="1519922" y="863600"/>
                </a:lnTo>
                <a:lnTo>
                  <a:pt x="1519803" y="889000"/>
                </a:lnTo>
                <a:lnTo>
                  <a:pt x="1522366" y="939800"/>
                </a:lnTo>
                <a:lnTo>
                  <a:pt x="1525898" y="977900"/>
                </a:lnTo>
                <a:lnTo>
                  <a:pt x="1527331" y="1028700"/>
                </a:lnTo>
                <a:lnTo>
                  <a:pt x="1527211" y="1066800"/>
                </a:lnTo>
                <a:lnTo>
                  <a:pt x="1526081" y="1117600"/>
                </a:lnTo>
                <a:lnTo>
                  <a:pt x="1524487" y="1168400"/>
                </a:lnTo>
                <a:lnTo>
                  <a:pt x="1522974" y="1219200"/>
                </a:lnTo>
                <a:lnTo>
                  <a:pt x="1522085" y="1270000"/>
                </a:lnTo>
                <a:lnTo>
                  <a:pt x="1522155" y="1282700"/>
                </a:lnTo>
                <a:lnTo>
                  <a:pt x="1522226" y="1295400"/>
                </a:lnTo>
                <a:lnTo>
                  <a:pt x="1522331" y="1435100"/>
                </a:lnTo>
                <a:lnTo>
                  <a:pt x="1521317" y="1485900"/>
                </a:lnTo>
                <a:lnTo>
                  <a:pt x="1520176" y="1536700"/>
                </a:lnTo>
                <a:lnTo>
                  <a:pt x="1519308" y="1587500"/>
                </a:lnTo>
                <a:lnTo>
                  <a:pt x="1519212" y="1612900"/>
                </a:lnTo>
                <a:lnTo>
                  <a:pt x="1519116" y="1638300"/>
                </a:lnTo>
                <a:lnTo>
                  <a:pt x="1520001" y="1689100"/>
                </a:lnTo>
                <a:lnTo>
                  <a:pt x="1522366" y="1752600"/>
                </a:lnTo>
                <a:lnTo>
                  <a:pt x="1668289" y="1752600"/>
                </a:lnTo>
                <a:lnTo>
                  <a:pt x="1663179" y="1714500"/>
                </a:lnTo>
                <a:lnTo>
                  <a:pt x="1663256" y="1701800"/>
                </a:lnTo>
                <a:lnTo>
                  <a:pt x="1663332" y="1689100"/>
                </a:lnTo>
                <a:lnTo>
                  <a:pt x="1663409" y="1676400"/>
                </a:lnTo>
                <a:lnTo>
                  <a:pt x="1663485" y="1663700"/>
                </a:lnTo>
                <a:lnTo>
                  <a:pt x="1667229" y="1625600"/>
                </a:lnTo>
                <a:lnTo>
                  <a:pt x="1672433" y="1574800"/>
                </a:lnTo>
                <a:lnTo>
                  <a:pt x="1677119" y="1536700"/>
                </a:lnTo>
                <a:lnTo>
                  <a:pt x="1679309" y="1473200"/>
                </a:lnTo>
                <a:lnTo>
                  <a:pt x="1677025" y="1409700"/>
                </a:lnTo>
                <a:lnTo>
                  <a:pt x="1668289" y="1346200"/>
                </a:lnTo>
                <a:lnTo>
                  <a:pt x="1660446" y="1282700"/>
                </a:lnTo>
                <a:lnTo>
                  <a:pt x="1658287" y="1231900"/>
                </a:lnTo>
                <a:lnTo>
                  <a:pt x="1660218" y="1181100"/>
                </a:lnTo>
                <a:lnTo>
                  <a:pt x="1664641" y="1130300"/>
                </a:lnTo>
                <a:lnTo>
                  <a:pt x="1669962" y="1092200"/>
                </a:lnTo>
                <a:lnTo>
                  <a:pt x="1674583" y="1054100"/>
                </a:lnTo>
                <a:lnTo>
                  <a:pt x="1676909" y="1003300"/>
                </a:lnTo>
                <a:lnTo>
                  <a:pt x="1675343" y="965200"/>
                </a:lnTo>
                <a:lnTo>
                  <a:pt x="1668289" y="914400"/>
                </a:lnTo>
                <a:lnTo>
                  <a:pt x="1660320" y="863600"/>
                </a:lnTo>
                <a:lnTo>
                  <a:pt x="1658395" y="812800"/>
                </a:lnTo>
                <a:lnTo>
                  <a:pt x="1660632" y="749300"/>
                </a:lnTo>
                <a:lnTo>
                  <a:pt x="1665146" y="685800"/>
                </a:lnTo>
                <a:lnTo>
                  <a:pt x="1670053" y="635000"/>
                </a:lnTo>
                <a:lnTo>
                  <a:pt x="1673469" y="584200"/>
                </a:lnTo>
                <a:lnTo>
                  <a:pt x="1673509" y="546100"/>
                </a:lnTo>
                <a:lnTo>
                  <a:pt x="1668289" y="508000"/>
                </a:lnTo>
                <a:lnTo>
                  <a:pt x="1706710" y="457200"/>
                </a:lnTo>
                <a:lnTo>
                  <a:pt x="1745362" y="419100"/>
                </a:lnTo>
                <a:lnTo>
                  <a:pt x="1784312" y="393700"/>
                </a:lnTo>
                <a:lnTo>
                  <a:pt x="1810524" y="368300"/>
                </a:lnTo>
                <a:lnTo>
                  <a:pt x="1595391" y="368300"/>
                </a:lnTo>
                <a:lnTo>
                  <a:pt x="1515228" y="317500"/>
                </a:lnTo>
                <a:lnTo>
                  <a:pt x="1433201" y="266700"/>
                </a:lnTo>
                <a:lnTo>
                  <a:pt x="1349264" y="215900"/>
                </a:lnTo>
                <a:lnTo>
                  <a:pt x="1263367" y="165100"/>
                </a:lnTo>
                <a:lnTo>
                  <a:pt x="1219668" y="152400"/>
                </a:lnTo>
                <a:close/>
              </a:path>
              <a:path w="3197225" h="2133600">
                <a:moveTo>
                  <a:pt x="2702079" y="152400"/>
                </a:moveTo>
                <a:lnTo>
                  <a:pt x="2558559" y="152400"/>
                </a:lnTo>
                <a:lnTo>
                  <a:pt x="2574390" y="190500"/>
                </a:lnTo>
                <a:lnTo>
                  <a:pt x="2584472" y="215900"/>
                </a:lnTo>
                <a:lnTo>
                  <a:pt x="2589948" y="254000"/>
                </a:lnTo>
                <a:lnTo>
                  <a:pt x="2591959" y="292100"/>
                </a:lnTo>
                <a:lnTo>
                  <a:pt x="2591881" y="304800"/>
                </a:lnTo>
                <a:lnTo>
                  <a:pt x="2591803" y="317500"/>
                </a:lnTo>
                <a:lnTo>
                  <a:pt x="2591725" y="330200"/>
                </a:lnTo>
                <a:lnTo>
                  <a:pt x="2591647" y="342900"/>
                </a:lnTo>
                <a:lnTo>
                  <a:pt x="2590153" y="393700"/>
                </a:lnTo>
                <a:lnTo>
                  <a:pt x="2588619" y="444500"/>
                </a:lnTo>
                <a:lnTo>
                  <a:pt x="2588511" y="457200"/>
                </a:lnTo>
                <a:lnTo>
                  <a:pt x="2588403" y="469900"/>
                </a:lnTo>
                <a:lnTo>
                  <a:pt x="2588295" y="482600"/>
                </a:lnTo>
                <a:lnTo>
                  <a:pt x="2588187" y="495300"/>
                </a:lnTo>
                <a:lnTo>
                  <a:pt x="2589997" y="558800"/>
                </a:lnTo>
                <a:lnTo>
                  <a:pt x="2595193" y="622300"/>
                </a:lnTo>
                <a:lnTo>
                  <a:pt x="2604914" y="685800"/>
                </a:lnTo>
                <a:lnTo>
                  <a:pt x="2614500" y="749300"/>
                </a:lnTo>
                <a:lnTo>
                  <a:pt x="2621013" y="812800"/>
                </a:lnTo>
                <a:lnTo>
                  <a:pt x="2625090" y="863600"/>
                </a:lnTo>
                <a:lnTo>
                  <a:pt x="2627365" y="914400"/>
                </a:lnTo>
                <a:lnTo>
                  <a:pt x="2628477" y="965200"/>
                </a:lnTo>
                <a:lnTo>
                  <a:pt x="2629060" y="1016000"/>
                </a:lnTo>
                <a:lnTo>
                  <a:pt x="2629752" y="1066800"/>
                </a:lnTo>
                <a:lnTo>
                  <a:pt x="2631189" y="1104900"/>
                </a:lnTo>
                <a:lnTo>
                  <a:pt x="2634007" y="1155700"/>
                </a:lnTo>
                <a:lnTo>
                  <a:pt x="2638843" y="1193800"/>
                </a:lnTo>
                <a:lnTo>
                  <a:pt x="2646332" y="1244600"/>
                </a:lnTo>
                <a:lnTo>
                  <a:pt x="2657111" y="1282700"/>
                </a:lnTo>
                <a:lnTo>
                  <a:pt x="2631236" y="1295400"/>
                </a:lnTo>
                <a:lnTo>
                  <a:pt x="2573977" y="1295400"/>
                </a:lnTo>
                <a:lnTo>
                  <a:pt x="2542599" y="1308100"/>
                </a:lnTo>
                <a:lnTo>
                  <a:pt x="2509394" y="1308100"/>
                </a:lnTo>
                <a:lnTo>
                  <a:pt x="2437512" y="1333500"/>
                </a:lnTo>
                <a:lnTo>
                  <a:pt x="2398842" y="1346200"/>
                </a:lnTo>
                <a:lnTo>
                  <a:pt x="2358356" y="1358900"/>
                </a:lnTo>
                <a:lnTo>
                  <a:pt x="2316059" y="1371600"/>
                </a:lnTo>
                <a:lnTo>
                  <a:pt x="2271952" y="1397000"/>
                </a:lnTo>
                <a:lnTo>
                  <a:pt x="2226040" y="1409700"/>
                </a:lnTo>
                <a:lnTo>
                  <a:pt x="2178325" y="1435100"/>
                </a:lnTo>
                <a:lnTo>
                  <a:pt x="2128810" y="1460500"/>
                </a:lnTo>
                <a:lnTo>
                  <a:pt x="2077499" y="1485900"/>
                </a:lnTo>
                <a:lnTo>
                  <a:pt x="2024395" y="1524000"/>
                </a:lnTo>
                <a:lnTo>
                  <a:pt x="1969501" y="1549400"/>
                </a:lnTo>
                <a:lnTo>
                  <a:pt x="1912820" y="1587500"/>
                </a:lnTo>
                <a:lnTo>
                  <a:pt x="1854355" y="1625600"/>
                </a:lnTo>
                <a:lnTo>
                  <a:pt x="1794110" y="1663700"/>
                </a:lnTo>
                <a:lnTo>
                  <a:pt x="1732087" y="1701800"/>
                </a:lnTo>
                <a:lnTo>
                  <a:pt x="1668289" y="1752600"/>
                </a:lnTo>
                <a:lnTo>
                  <a:pt x="1920197" y="1752600"/>
                </a:lnTo>
                <a:lnTo>
                  <a:pt x="2098657" y="1638300"/>
                </a:lnTo>
                <a:lnTo>
                  <a:pt x="2215391" y="1587500"/>
                </a:lnTo>
                <a:lnTo>
                  <a:pt x="2272066" y="1562100"/>
                </a:lnTo>
                <a:lnTo>
                  <a:pt x="2327159" y="1536700"/>
                </a:lnTo>
                <a:lnTo>
                  <a:pt x="2380331" y="1524000"/>
                </a:lnTo>
                <a:lnTo>
                  <a:pt x="2431241" y="1498600"/>
                </a:lnTo>
                <a:lnTo>
                  <a:pt x="2479550" y="1485900"/>
                </a:lnTo>
                <a:lnTo>
                  <a:pt x="2524917" y="1473200"/>
                </a:lnTo>
                <a:lnTo>
                  <a:pt x="2567003" y="1460500"/>
                </a:lnTo>
                <a:lnTo>
                  <a:pt x="2605466" y="1447800"/>
                </a:lnTo>
                <a:lnTo>
                  <a:pt x="2639968" y="1447800"/>
                </a:lnTo>
                <a:lnTo>
                  <a:pt x="2670169" y="1435100"/>
                </a:lnTo>
                <a:lnTo>
                  <a:pt x="2695727" y="1435100"/>
                </a:lnTo>
                <a:lnTo>
                  <a:pt x="2716304" y="1422400"/>
                </a:lnTo>
                <a:lnTo>
                  <a:pt x="2795444" y="1422400"/>
                </a:lnTo>
                <a:lnTo>
                  <a:pt x="2813956" y="1409700"/>
                </a:lnTo>
                <a:lnTo>
                  <a:pt x="2807069" y="1371600"/>
                </a:lnTo>
                <a:lnTo>
                  <a:pt x="2803056" y="1333500"/>
                </a:lnTo>
                <a:lnTo>
                  <a:pt x="2801055" y="1282700"/>
                </a:lnTo>
                <a:lnTo>
                  <a:pt x="2800208" y="1231900"/>
                </a:lnTo>
                <a:lnTo>
                  <a:pt x="2800097" y="1219200"/>
                </a:lnTo>
                <a:lnTo>
                  <a:pt x="2799986" y="1206500"/>
                </a:lnTo>
                <a:lnTo>
                  <a:pt x="2799875" y="1193800"/>
                </a:lnTo>
                <a:lnTo>
                  <a:pt x="2799764" y="1181100"/>
                </a:lnTo>
                <a:lnTo>
                  <a:pt x="2799653" y="1168400"/>
                </a:lnTo>
                <a:lnTo>
                  <a:pt x="2798530" y="1117600"/>
                </a:lnTo>
                <a:lnTo>
                  <a:pt x="2795980" y="1066800"/>
                </a:lnTo>
                <a:lnTo>
                  <a:pt x="2791141" y="1016000"/>
                </a:lnTo>
                <a:lnTo>
                  <a:pt x="2783154" y="965200"/>
                </a:lnTo>
                <a:lnTo>
                  <a:pt x="2771157" y="927100"/>
                </a:lnTo>
                <a:lnTo>
                  <a:pt x="2760627" y="889000"/>
                </a:lnTo>
                <a:lnTo>
                  <a:pt x="2754342" y="838200"/>
                </a:lnTo>
                <a:lnTo>
                  <a:pt x="2751297" y="787400"/>
                </a:lnTo>
                <a:lnTo>
                  <a:pt x="2750484" y="749300"/>
                </a:lnTo>
                <a:lnTo>
                  <a:pt x="2750650" y="723900"/>
                </a:lnTo>
                <a:lnTo>
                  <a:pt x="2750732" y="711200"/>
                </a:lnTo>
                <a:lnTo>
                  <a:pt x="2750815" y="698500"/>
                </a:lnTo>
                <a:lnTo>
                  <a:pt x="2750898" y="685800"/>
                </a:lnTo>
                <a:lnTo>
                  <a:pt x="2751531" y="635000"/>
                </a:lnTo>
                <a:lnTo>
                  <a:pt x="2751417" y="596900"/>
                </a:lnTo>
                <a:lnTo>
                  <a:pt x="2749432" y="533400"/>
                </a:lnTo>
                <a:lnTo>
                  <a:pt x="2744686" y="469900"/>
                </a:lnTo>
                <a:lnTo>
                  <a:pt x="2736135" y="419100"/>
                </a:lnTo>
                <a:lnTo>
                  <a:pt x="2722770" y="368300"/>
                </a:lnTo>
                <a:lnTo>
                  <a:pt x="2942977" y="368300"/>
                </a:lnTo>
                <a:lnTo>
                  <a:pt x="2942260" y="355600"/>
                </a:lnTo>
                <a:lnTo>
                  <a:pt x="2944235" y="317500"/>
                </a:lnTo>
                <a:lnTo>
                  <a:pt x="2944704" y="279400"/>
                </a:lnTo>
                <a:lnTo>
                  <a:pt x="2938035" y="228600"/>
                </a:lnTo>
                <a:lnTo>
                  <a:pt x="2711848" y="228600"/>
                </a:lnTo>
                <a:lnTo>
                  <a:pt x="2702597" y="177800"/>
                </a:lnTo>
                <a:lnTo>
                  <a:pt x="2702079" y="152400"/>
                </a:lnTo>
                <a:close/>
              </a:path>
              <a:path w="3197225" h="2133600">
                <a:moveTo>
                  <a:pt x="638537" y="368300"/>
                </a:moveTo>
                <a:lnTo>
                  <a:pt x="467885" y="368300"/>
                </a:lnTo>
                <a:lnTo>
                  <a:pt x="473495" y="419100"/>
                </a:lnTo>
                <a:lnTo>
                  <a:pt x="473562" y="469900"/>
                </a:lnTo>
                <a:lnTo>
                  <a:pt x="469231" y="520700"/>
                </a:lnTo>
                <a:lnTo>
                  <a:pt x="461648" y="558800"/>
                </a:lnTo>
                <a:lnTo>
                  <a:pt x="451960" y="596900"/>
                </a:lnTo>
                <a:lnTo>
                  <a:pt x="441311" y="635000"/>
                </a:lnTo>
                <a:lnTo>
                  <a:pt x="430847" y="685800"/>
                </a:lnTo>
                <a:lnTo>
                  <a:pt x="421714" y="723900"/>
                </a:lnTo>
                <a:lnTo>
                  <a:pt x="415057" y="762000"/>
                </a:lnTo>
                <a:lnTo>
                  <a:pt x="412023" y="812800"/>
                </a:lnTo>
                <a:lnTo>
                  <a:pt x="413756" y="850900"/>
                </a:lnTo>
                <a:lnTo>
                  <a:pt x="429622" y="952500"/>
                </a:lnTo>
                <a:lnTo>
                  <a:pt x="431234" y="1003300"/>
                </a:lnTo>
                <a:lnTo>
                  <a:pt x="427621" y="1054100"/>
                </a:lnTo>
                <a:lnTo>
                  <a:pt x="420168" y="1092200"/>
                </a:lnTo>
                <a:lnTo>
                  <a:pt x="410258" y="1130300"/>
                </a:lnTo>
                <a:lnTo>
                  <a:pt x="399275" y="1181100"/>
                </a:lnTo>
                <a:lnTo>
                  <a:pt x="388603" y="1219200"/>
                </a:lnTo>
                <a:lnTo>
                  <a:pt x="379626" y="1257300"/>
                </a:lnTo>
                <a:lnTo>
                  <a:pt x="373727" y="1308100"/>
                </a:lnTo>
                <a:lnTo>
                  <a:pt x="372290" y="1358900"/>
                </a:lnTo>
                <a:lnTo>
                  <a:pt x="376699" y="1409700"/>
                </a:lnTo>
                <a:lnTo>
                  <a:pt x="397785" y="1422400"/>
                </a:lnTo>
                <a:lnTo>
                  <a:pt x="446041" y="1422400"/>
                </a:lnTo>
                <a:lnTo>
                  <a:pt x="444265" y="1409700"/>
                </a:lnTo>
                <a:lnTo>
                  <a:pt x="447417" y="1409700"/>
                </a:lnTo>
                <a:lnTo>
                  <a:pt x="455253" y="1397000"/>
                </a:lnTo>
                <a:lnTo>
                  <a:pt x="483997" y="1397000"/>
                </a:lnTo>
                <a:lnTo>
                  <a:pt x="504414" y="1384300"/>
                </a:lnTo>
                <a:lnTo>
                  <a:pt x="920821" y="1384300"/>
                </a:lnTo>
                <a:lnTo>
                  <a:pt x="897792" y="1371600"/>
                </a:lnTo>
                <a:lnTo>
                  <a:pt x="853215" y="1358900"/>
                </a:lnTo>
                <a:lnTo>
                  <a:pt x="810209" y="1333500"/>
                </a:lnTo>
                <a:lnTo>
                  <a:pt x="768863" y="1320800"/>
                </a:lnTo>
                <a:lnTo>
                  <a:pt x="729270" y="1320800"/>
                </a:lnTo>
                <a:lnTo>
                  <a:pt x="691518" y="1308100"/>
                </a:lnTo>
                <a:lnTo>
                  <a:pt x="655698" y="1295400"/>
                </a:lnTo>
                <a:lnTo>
                  <a:pt x="533544" y="1295400"/>
                </a:lnTo>
                <a:lnTo>
                  <a:pt x="523212" y="1244600"/>
                </a:lnTo>
                <a:lnTo>
                  <a:pt x="518609" y="1193800"/>
                </a:lnTo>
                <a:lnTo>
                  <a:pt x="518673" y="1181100"/>
                </a:lnTo>
                <a:lnTo>
                  <a:pt x="518736" y="1168400"/>
                </a:lnTo>
                <a:lnTo>
                  <a:pt x="518800" y="1155700"/>
                </a:lnTo>
                <a:lnTo>
                  <a:pt x="522854" y="1104900"/>
                </a:lnTo>
                <a:lnTo>
                  <a:pt x="529835" y="1054100"/>
                </a:lnTo>
                <a:lnTo>
                  <a:pt x="538810" y="1003300"/>
                </a:lnTo>
                <a:lnTo>
                  <a:pt x="548846" y="952500"/>
                </a:lnTo>
                <a:lnTo>
                  <a:pt x="559008" y="901700"/>
                </a:lnTo>
                <a:lnTo>
                  <a:pt x="568362" y="850900"/>
                </a:lnTo>
                <a:lnTo>
                  <a:pt x="575976" y="800100"/>
                </a:lnTo>
                <a:lnTo>
                  <a:pt x="580915" y="749300"/>
                </a:lnTo>
                <a:lnTo>
                  <a:pt x="585087" y="711200"/>
                </a:lnTo>
                <a:lnTo>
                  <a:pt x="591242" y="660400"/>
                </a:lnTo>
                <a:lnTo>
                  <a:pt x="598789" y="622300"/>
                </a:lnTo>
                <a:lnTo>
                  <a:pt x="607139" y="584200"/>
                </a:lnTo>
                <a:lnTo>
                  <a:pt x="615702" y="533400"/>
                </a:lnTo>
                <a:lnTo>
                  <a:pt x="623889" y="495300"/>
                </a:lnTo>
                <a:lnTo>
                  <a:pt x="631110" y="444500"/>
                </a:lnTo>
                <a:lnTo>
                  <a:pt x="636777" y="393700"/>
                </a:lnTo>
                <a:lnTo>
                  <a:pt x="638537" y="368300"/>
                </a:lnTo>
                <a:close/>
              </a:path>
              <a:path w="3197225" h="2133600">
                <a:moveTo>
                  <a:pt x="2969894" y="431800"/>
                </a:moveTo>
                <a:lnTo>
                  <a:pt x="2956323" y="444500"/>
                </a:lnTo>
                <a:lnTo>
                  <a:pt x="2984025" y="444500"/>
                </a:lnTo>
                <a:lnTo>
                  <a:pt x="2969894" y="431800"/>
                </a:lnTo>
                <a:close/>
              </a:path>
              <a:path w="3197225" h="2133600">
                <a:moveTo>
                  <a:pt x="2682132" y="25400"/>
                </a:moveTo>
                <a:lnTo>
                  <a:pt x="2292410" y="25400"/>
                </a:lnTo>
                <a:lnTo>
                  <a:pt x="2155957" y="63500"/>
                </a:lnTo>
                <a:lnTo>
                  <a:pt x="2111591" y="88900"/>
                </a:lnTo>
                <a:lnTo>
                  <a:pt x="2024140" y="114300"/>
                </a:lnTo>
                <a:lnTo>
                  <a:pt x="1895180" y="190500"/>
                </a:lnTo>
                <a:lnTo>
                  <a:pt x="1852520" y="203200"/>
                </a:lnTo>
                <a:lnTo>
                  <a:pt x="1767298" y="254000"/>
                </a:lnTo>
                <a:lnTo>
                  <a:pt x="1724603" y="292100"/>
                </a:lnTo>
                <a:lnTo>
                  <a:pt x="1595391" y="368300"/>
                </a:lnTo>
                <a:lnTo>
                  <a:pt x="1810524" y="368300"/>
                </a:lnTo>
                <a:lnTo>
                  <a:pt x="1823630" y="355600"/>
                </a:lnTo>
                <a:lnTo>
                  <a:pt x="1863383" y="330200"/>
                </a:lnTo>
                <a:lnTo>
                  <a:pt x="1903641" y="292100"/>
                </a:lnTo>
                <a:lnTo>
                  <a:pt x="1944472" y="266700"/>
                </a:lnTo>
                <a:lnTo>
                  <a:pt x="1985944" y="254000"/>
                </a:lnTo>
                <a:lnTo>
                  <a:pt x="2028126" y="228600"/>
                </a:lnTo>
                <a:lnTo>
                  <a:pt x="2071086" y="215900"/>
                </a:lnTo>
                <a:lnTo>
                  <a:pt x="2114893" y="190500"/>
                </a:lnTo>
                <a:lnTo>
                  <a:pt x="2205321" y="165100"/>
                </a:lnTo>
                <a:lnTo>
                  <a:pt x="2252079" y="165100"/>
                </a:lnTo>
                <a:lnTo>
                  <a:pt x="2299958" y="152400"/>
                </a:lnTo>
                <a:lnTo>
                  <a:pt x="2702079" y="152400"/>
                </a:lnTo>
                <a:lnTo>
                  <a:pt x="2701561" y="127000"/>
                </a:lnTo>
                <a:lnTo>
                  <a:pt x="2701445" y="114300"/>
                </a:lnTo>
                <a:lnTo>
                  <a:pt x="2701329" y="101600"/>
                </a:lnTo>
                <a:lnTo>
                  <a:pt x="2701213" y="88900"/>
                </a:lnTo>
                <a:lnTo>
                  <a:pt x="2701097" y="76200"/>
                </a:lnTo>
                <a:lnTo>
                  <a:pt x="2693560" y="38100"/>
                </a:lnTo>
                <a:lnTo>
                  <a:pt x="2682132" y="25400"/>
                </a:lnTo>
                <a:close/>
              </a:path>
              <a:path w="3197225" h="2133600">
                <a:moveTo>
                  <a:pt x="400591" y="215900"/>
                </a:moveTo>
                <a:lnTo>
                  <a:pt x="360882" y="215900"/>
                </a:lnTo>
                <a:lnTo>
                  <a:pt x="318279" y="228600"/>
                </a:lnTo>
                <a:lnTo>
                  <a:pt x="439277" y="228600"/>
                </a:lnTo>
                <a:lnTo>
                  <a:pt x="400591" y="215900"/>
                </a:lnTo>
                <a:close/>
              </a:path>
              <a:path w="3197225" h="2133600">
                <a:moveTo>
                  <a:pt x="2586341" y="12700"/>
                </a:moveTo>
                <a:lnTo>
                  <a:pt x="2386833" y="12700"/>
                </a:lnTo>
                <a:lnTo>
                  <a:pt x="2339233" y="25400"/>
                </a:lnTo>
                <a:lnTo>
                  <a:pt x="2638823" y="25400"/>
                </a:lnTo>
                <a:lnTo>
                  <a:pt x="2586341" y="12700"/>
                </a:lnTo>
                <a:close/>
              </a:path>
              <a:path w="3197225" h="2133600">
                <a:moveTo>
                  <a:pt x="753762" y="0"/>
                </a:moveTo>
                <a:lnTo>
                  <a:pt x="704146" y="0"/>
                </a:lnTo>
                <a:lnTo>
                  <a:pt x="653957" y="12700"/>
                </a:lnTo>
                <a:lnTo>
                  <a:pt x="802809" y="12700"/>
                </a:lnTo>
                <a:lnTo>
                  <a:pt x="753762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REFERENCES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24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Testing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17" name="object 17" descr=""/>
          <p:cNvSpPr txBox="1"/>
          <p:nvPr/>
        </p:nvSpPr>
        <p:spPr>
          <a:xfrm>
            <a:off x="962050" y="1533220"/>
            <a:ext cx="9598660" cy="2614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229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10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Testing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2610"/>
              </a:lnSpc>
            </a:pPr>
            <a:r>
              <a:rPr dirty="0" u="sng" sz="2400" spc="-1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https://angular.dev/guide/testing</a:t>
            </a:r>
            <a:endParaRPr sz="2400">
              <a:latin typeface="Calibri"/>
              <a:cs typeface="Calibri"/>
            </a:endParaRPr>
          </a:p>
          <a:p>
            <a:pPr marL="241300" marR="5080">
              <a:lnSpc>
                <a:spcPts val="2590"/>
              </a:lnSpc>
              <a:spcBef>
                <a:spcPts val="185"/>
              </a:spcBef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Relevant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parts: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Overview,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Basics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testing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components,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Testing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Scenarios,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Testing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services,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coverage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3229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Playwright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Docs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2605"/>
              </a:lnSpc>
            </a:pPr>
            <a:r>
              <a:rPr dirty="0" u="sng" sz="2400" spc="-1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https://playwright.dev/docs/intro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Relevant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parts: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Getting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started,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Guides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&gt;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Best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practices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LUIGI LIBERO LUCIO STARACE</dc:creator>
  <dc:title>PowerPoint Presentation</dc:title>
  <dcterms:created xsi:type="dcterms:W3CDTF">2025-04-12T10:16:53Z</dcterms:created>
  <dcterms:modified xsi:type="dcterms:W3CDTF">2025-04-12T10:16:53Z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2025-04-12T00:00:00Z</vt:filetime>
  </property>
  <property fmtid="{D5CDD505-2E9C-101B-9397-08002B2CF9AE}" pid="5" name="MSIP_Label_2ad0b24d-6422-44b0-b3de-abb3a9e8c81a_ActionId">
    <vt:lpwstr>9af74b0e-ab53-453f-acd9-6db9dfe131b8</vt:lpwstr>
  </property>
  <property fmtid="{D5CDD505-2E9C-101B-9397-08002B2CF9AE}" pid="6" name="MSIP_Label_2ad0b24d-6422-44b0-b3de-abb3a9e8c81a_ContentBits">
    <vt:lpwstr>0</vt:lpwstr>
  </property>
  <property fmtid="{D5CDD505-2E9C-101B-9397-08002B2CF9AE}" pid="7" name="MSIP_Label_2ad0b24d-6422-44b0-b3de-abb3a9e8c81a_Enabled">
    <vt:lpwstr>true</vt:lpwstr>
  </property>
  <property fmtid="{D5CDD505-2E9C-101B-9397-08002B2CF9AE}" pid="8" name="MSIP_Label_2ad0b24d-6422-44b0-b3de-abb3a9e8c81a_Method">
    <vt:lpwstr>Standard</vt:lpwstr>
  </property>
  <property fmtid="{D5CDD505-2E9C-101B-9397-08002B2CF9AE}" pid="9" name="MSIP_Label_2ad0b24d-6422-44b0-b3de-abb3a9e8c81a_Name">
    <vt:lpwstr>defa4170-0d19-0005-0004-bc88714345d2</vt:lpwstr>
  </property>
  <property fmtid="{D5CDD505-2E9C-101B-9397-08002B2CF9AE}" pid="10" name="MSIP_Label_2ad0b24d-6422-44b0-b3de-abb3a9e8c81a_SetDate">
    <vt:lpwstr>2023-05-27T10:34:22Z</vt:lpwstr>
  </property>
  <property fmtid="{D5CDD505-2E9C-101B-9397-08002B2CF9AE}" pid="11" name="MSIP_Label_2ad0b24d-6422-44b0-b3de-abb3a9e8c81a_SiteId">
    <vt:lpwstr>2fcfe26a-bb62-46b0-b1e3-28f9da0c45fd</vt:lpwstr>
  </property>
  <property fmtid="{D5CDD505-2E9C-101B-9397-08002B2CF9AE}" pid="12" name="Producer">
    <vt:lpwstr>Microsoft® PowerPoint® for Microsoft 365</vt:lpwstr>
  </property>
</Properties>
</file>