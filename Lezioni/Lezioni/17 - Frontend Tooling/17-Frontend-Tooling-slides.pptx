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2050" y="3005708"/>
            <a:ext cx="5679440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82396" y="1748027"/>
            <a:ext cx="5213985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405117" y="1496596"/>
            <a:ext cx="4450080" cy="442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2050" y="557529"/>
            <a:ext cx="986472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2050" y="1533220"/>
            <a:ext cx="6536690" cy="4683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62050" y="6465214"/>
            <a:ext cx="763524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24361" y="6465214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mailto:luigiliberolucio.starace@unina.it" TargetMode="External"/><Relationship Id="rId4" Type="http://schemas.openxmlformats.org/officeDocument/2006/relationships/hyperlink" Target="https://luistar.github.io/" TargetMode="External"/><Relationship Id="rId5" Type="http://schemas.openxmlformats.org/officeDocument/2006/relationships/hyperlink" Target="https://www.docenti.unina.it/luigiliberolucio.starace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ass-lang.com/" TargetMode="External"/><Relationship Id="rId3" Type="http://schemas.openxmlformats.org/officeDocument/2006/relationships/hyperlink" Target="https://lesscss.org/" TargetMode="External"/><Relationship Id="rId4" Type="http://schemas.openxmlformats.org/officeDocument/2006/relationships/hyperlink" Target="https://stylus-lang.com/" TargetMode="External"/><Relationship Id="rId5" Type="http://schemas.openxmlformats.org/officeDocument/2006/relationships/image" Target="../media/image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reset-env.cssdb.org/" TargetMode="External"/><Relationship Id="rId3" Type="http://schemas.openxmlformats.org/officeDocument/2006/relationships/hyperlink" Target="https://autoprefixer.github.io/" TargetMode="External"/><Relationship Id="rId4" Type="http://schemas.openxmlformats.org/officeDocument/2006/relationships/hyperlink" Target="https://postcss.org/" TargetMode="External"/><Relationship Id="rId5" Type="http://schemas.openxmlformats.org/officeDocument/2006/relationships/image" Target="../media/image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hyperlink" Target="https://2023.stateofcss.com/en-US/other-tools/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ass-lang.com/install/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etbootstrap.com/" TargetMode="External"/><Relationship Id="rId3" Type="http://schemas.openxmlformats.org/officeDocument/2006/relationships/hyperlink" Target="https://tailwindcss.com/" TargetMode="External"/><Relationship Id="rId4" Type="http://schemas.openxmlformats.org/officeDocument/2006/relationships/hyperlink" Target="https://materializecss.com/" TargetMode="External"/><Relationship Id="rId5" Type="http://schemas.openxmlformats.org/officeDocument/2006/relationships/hyperlink" Target="https://get.foundation/" TargetMode="External"/><Relationship Id="rId6" Type="http://schemas.openxmlformats.org/officeDocument/2006/relationships/hyperlink" Target="https://bulma.io/" TargetMode="External"/><Relationship Id="rId7" Type="http://schemas.openxmlformats.org/officeDocument/2006/relationships/hyperlink" Target="https://purecss.io/" TargetMode="External"/><Relationship Id="rId8" Type="http://schemas.openxmlformats.org/officeDocument/2006/relationships/image" Target="../media/image8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eact.dev/" TargetMode="External"/><Relationship Id="rId3" Type="http://schemas.openxmlformats.org/officeDocument/2006/relationships/hyperlink" Target="https://momentjs.com/" TargetMode="Externa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hello-vite@0.0.0" TargetMode="External"/><Relationship Id="rId3" Type="http://schemas.openxmlformats.org/officeDocument/2006/relationships/hyperlink" Target="http://localhost:5173/" TargetMode="Externa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hello-vite@0.0.0" TargetMode="Externa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n-US/docs/Learn/Tools_and_testing/Understanding_client-side_tools/Overview" TargetMode="External"/><Relationship Id="rId3" Type="http://schemas.openxmlformats.org/officeDocument/2006/relationships/hyperlink" Target="https://sass-lang.com/guide/" TargetMode="External"/><Relationship Id="rId4" Type="http://schemas.openxmlformats.org/officeDocument/2006/relationships/hyperlink" Target="https://getbootstrap.com/docs/5.3/getting-started/introduction/" TargetMode="External"/><Relationship Id="rId5" Type="http://schemas.openxmlformats.org/officeDocument/2006/relationships/hyperlink" Target="https://tailwindcss.com/docs/installation" TargetMode="External"/><Relationship Id="rId6" Type="http://schemas.openxmlformats.org/officeDocument/2006/relationships/hyperlink" Target="https://vitejs.dev/guide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2050" y="2642996"/>
            <a:ext cx="825373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111F35"/>
                </a:solidFill>
                <a:latin typeface="Tahoma"/>
                <a:cs typeface="Tahoma"/>
              </a:rPr>
              <a:t>FRONTEND</a:t>
            </a:r>
            <a:r>
              <a:rPr dirty="0" sz="6000" spc="7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80" b="1">
                <a:solidFill>
                  <a:srgbClr val="111F35"/>
                </a:solidFill>
                <a:latin typeface="Tahoma"/>
                <a:cs typeface="Tahoma"/>
              </a:rPr>
              <a:t>TOOLING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1136" y="4471630"/>
            <a:ext cx="4638040" cy="1599565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41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Luigi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Libero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Lucio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Starace,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PhD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19200"/>
              </a:lnSpc>
              <a:spcBef>
                <a:spcPts val="420"/>
              </a:spcBef>
            </a:pP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luigiliberolucio.starace@unina.it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https://luistar.github.io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https://www.docenti.unina.it/luigiliberolucio.starace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2050" y="960247"/>
            <a:ext cx="64211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70">
                <a:solidFill>
                  <a:srgbClr val="006379"/>
                </a:solidFill>
              </a:rPr>
              <a:t>WEB</a:t>
            </a:r>
            <a:r>
              <a:rPr dirty="0" sz="2800" spc="-75">
                <a:solidFill>
                  <a:srgbClr val="006379"/>
                </a:solidFill>
              </a:rPr>
              <a:t> </a:t>
            </a:r>
            <a:r>
              <a:rPr dirty="0" sz="2800">
                <a:solidFill>
                  <a:srgbClr val="006379"/>
                </a:solidFill>
              </a:rPr>
              <a:t>TECHNO</a:t>
            </a:r>
            <a:r>
              <a:rPr dirty="0" sz="2800">
                <a:solidFill>
                  <a:srgbClr val="396C77"/>
                </a:solidFill>
              </a:rPr>
              <a:t>L</a:t>
            </a:r>
            <a:r>
              <a:rPr dirty="0" sz="2800">
                <a:solidFill>
                  <a:srgbClr val="006379"/>
                </a:solidFill>
              </a:rPr>
              <a:t>OGIES</a:t>
            </a:r>
            <a:r>
              <a:rPr dirty="0" sz="2800" spc="-40">
                <a:solidFill>
                  <a:srgbClr val="006379"/>
                </a:solidFill>
              </a:rPr>
              <a:t> </a:t>
            </a:r>
            <a:r>
              <a:rPr dirty="0" sz="2800" spc="1000">
                <a:solidFill>
                  <a:srgbClr val="006379"/>
                </a:solidFill>
              </a:rPr>
              <a:t>–</a:t>
            </a:r>
            <a:r>
              <a:rPr dirty="0" sz="2800" spc="-75">
                <a:solidFill>
                  <a:srgbClr val="006379"/>
                </a:solidFill>
              </a:rPr>
              <a:t> </a:t>
            </a:r>
            <a:r>
              <a:rPr dirty="0" sz="2800" spc="-105">
                <a:solidFill>
                  <a:srgbClr val="006379"/>
                </a:solidFill>
              </a:rPr>
              <a:t>LECTURE</a:t>
            </a:r>
            <a:r>
              <a:rPr dirty="0" sz="2800" spc="-55">
                <a:solidFill>
                  <a:srgbClr val="006379"/>
                </a:solidFill>
              </a:rPr>
              <a:t> </a:t>
            </a:r>
            <a:r>
              <a:rPr dirty="0" sz="2800" spc="-25">
                <a:solidFill>
                  <a:srgbClr val="006379"/>
                </a:solidFill>
              </a:rPr>
              <a:t>17</a:t>
            </a:r>
            <a:endParaRPr sz="2800"/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616965"/>
            <a:ext cx="63360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UNIVERSITÀ </a:t>
            </a:r>
            <a:r>
              <a:rPr dirty="0" sz="2000" spc="-10" b="1">
                <a:solidFill>
                  <a:srgbClr val="006379"/>
                </a:solidFill>
                <a:latin typeface="Tahoma"/>
                <a:cs typeface="Tahoma"/>
              </a:rPr>
              <a:t>DEGLI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STUDI</a:t>
            </a:r>
            <a:r>
              <a:rPr dirty="0" sz="2000" spc="-4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DI</a:t>
            </a:r>
            <a:r>
              <a:rPr dirty="0" sz="2000" spc="-5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6379"/>
                </a:solidFill>
                <a:latin typeface="Tahoma"/>
                <a:cs typeface="Tahoma"/>
              </a:rPr>
              <a:t>NAPOLI</a:t>
            </a:r>
            <a:r>
              <a:rPr dirty="0" sz="2000" spc="-6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75" b="1">
                <a:solidFill>
                  <a:srgbClr val="006379"/>
                </a:solidFill>
                <a:latin typeface="Tahoma"/>
                <a:cs typeface="Tahoma"/>
              </a:rPr>
              <a:t>FEDERICO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280" b="1">
                <a:solidFill>
                  <a:srgbClr val="006379"/>
                </a:solidFill>
                <a:latin typeface="Tahoma"/>
                <a:cs typeface="Tahoma"/>
              </a:rPr>
              <a:t>II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2271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5"/>
              <a:t> </a:t>
            </a:r>
            <a:r>
              <a:rPr dirty="0"/>
              <a:t>ROAD</a:t>
            </a:r>
            <a:r>
              <a:rPr dirty="0" spc="5"/>
              <a:t> </a:t>
            </a:r>
            <a:r>
              <a:rPr dirty="0" spc="50"/>
              <a:t>SO</a:t>
            </a:r>
            <a:r>
              <a:rPr dirty="0" spc="5"/>
              <a:t> </a:t>
            </a:r>
            <a:r>
              <a:rPr dirty="0" spc="-35"/>
              <a:t>FAR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4533900" cy="470408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21209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started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journey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with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foundational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technologies: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HTML,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JS.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built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static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pages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moved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server-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programming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Still,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we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dynamically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built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simple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4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stylesheet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Very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little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(if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any)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external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libraries/modules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-1"/>
            <a:ext cx="6096000" cy="685799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34479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30"/>
              <a:t> </a:t>
            </a:r>
            <a:r>
              <a:rPr dirty="0"/>
              <a:t>ROAD</a:t>
            </a:r>
            <a:r>
              <a:rPr dirty="0" spc="-30"/>
              <a:t> </a:t>
            </a:r>
            <a:r>
              <a:rPr dirty="0" spc="-10"/>
              <a:t>AHEAD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94501" y="1499692"/>
            <a:ext cx="4839335" cy="463359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 marR="247650">
              <a:lnSpc>
                <a:spcPts val="2690"/>
              </a:lnSpc>
              <a:spcBef>
                <a:spcPts val="74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Modern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frontends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much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complex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  <a:p>
            <a:pPr marL="240029" marR="98425" indent="-227329">
              <a:lnSpc>
                <a:spcPts val="269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becoming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increasingly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complex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ts val="2810"/>
              </a:lnSpc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Many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libraries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/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modules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ts val="2805"/>
              </a:lnSpc>
              <a:buFont typeface="Arial MT"/>
              <a:buChar char="•"/>
              <a:tabLst>
                <a:tab pos="697230" algn="l"/>
              </a:tabLst>
            </a:pPr>
            <a:r>
              <a:rPr dirty="0" sz="2400" spc="-20" b="1">
                <a:solidFill>
                  <a:srgbClr val="111F35"/>
                </a:solidFill>
                <a:latin typeface="Calibri"/>
                <a:cs typeface="Calibri"/>
              </a:rPr>
              <a:t>Transpiling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Downleveling</a:t>
            </a:r>
            <a:r>
              <a:rPr dirty="0" sz="24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ts val="2840"/>
              </a:lnSpc>
              <a:buFont typeface="Arial MT"/>
              <a:buChar char="•"/>
              <a:tabLst>
                <a:tab pos="697230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Optimizing</a:t>
            </a:r>
            <a:r>
              <a:rPr dirty="0" sz="24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served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endParaRPr sz="2400">
              <a:latin typeface="Calibri"/>
              <a:cs typeface="Calibri"/>
            </a:endParaRPr>
          </a:p>
          <a:p>
            <a:pPr algn="just" marL="240029" marR="507365" indent="-227329">
              <a:lnSpc>
                <a:spcPct val="8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Often,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stylesheet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pre-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/post-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processors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such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are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endParaRPr sz="2800">
              <a:latin typeface="Calibri"/>
              <a:cs typeface="Calibri"/>
            </a:endParaRPr>
          </a:p>
          <a:p>
            <a:pPr algn="just" marL="12700" marR="170180">
              <a:lnSpc>
                <a:spcPct val="80000"/>
              </a:lnSpc>
              <a:spcBef>
                <a:spcPts val="1000"/>
              </a:spcBef>
            </a:pP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Tooling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required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support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devs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automate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steps!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6045705" cy="685799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600" y="0"/>
            <a:ext cx="5867400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FRONTEND</a:t>
            </a:r>
            <a:r>
              <a:rPr dirty="0" spc="35"/>
              <a:t> </a:t>
            </a:r>
            <a:r>
              <a:rPr dirty="0" spc="40"/>
              <a:t>TOOLING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1533220"/>
            <a:ext cx="4570730" cy="417004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just" marL="12700" marR="5080">
              <a:lnSpc>
                <a:spcPct val="90000"/>
              </a:lnSpc>
              <a:spcBef>
                <a:spcPts val="434"/>
              </a:spcBef>
            </a:pP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Today,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main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challenges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tools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develop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complex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modern</a:t>
            </a:r>
            <a:r>
              <a:rPr dirty="0" sz="2800" spc="-1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frontends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Agenda: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Pre-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/Post-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processors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Bundling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Minification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Development/Build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servers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932434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54"/>
              <a:t>CSS</a:t>
            </a:r>
            <a:r>
              <a:rPr dirty="0" sz="4800" spc="130"/>
              <a:t> </a:t>
            </a:r>
            <a:r>
              <a:rPr dirty="0" sz="4800" spc="280"/>
              <a:t>PRE-</a:t>
            </a:r>
            <a:r>
              <a:rPr dirty="0" sz="4800" spc="155"/>
              <a:t>/POST-</a:t>
            </a:r>
            <a:r>
              <a:rPr dirty="0" sz="4800" spc="-105"/>
              <a:t>PROCESSORS</a:t>
            </a:r>
            <a:endParaRPr sz="4800"/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CSS</a:t>
            </a:r>
            <a:r>
              <a:rPr dirty="0" spc="-90"/>
              <a:t> </a:t>
            </a:r>
            <a:r>
              <a:rPr dirty="0" spc="210"/>
              <a:t>PRE-</a:t>
            </a:r>
            <a:r>
              <a:rPr dirty="0" spc="114"/>
              <a:t>/POST-</a:t>
            </a:r>
            <a:r>
              <a:rPr dirty="0" spc="-75"/>
              <a:t>PROCESSORS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086975" cy="211709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15684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own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stylesheets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large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complex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hard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maintain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Pre-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/Post-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Processing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tools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essential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modern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web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development,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efficiently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creating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robust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scalable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optimized</a:t>
            </a:r>
            <a:r>
              <a:rPr dirty="0" sz="2800" spc="-1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stylesheets.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76046" y="4244085"/>
            <a:ext cx="1070610" cy="1317625"/>
            <a:chOff x="876046" y="4244085"/>
            <a:chExt cx="1070610" cy="1317625"/>
          </a:xfrm>
        </p:grpSpPr>
        <p:sp>
          <p:nvSpPr>
            <p:cNvPr id="5" name="object 5" descr=""/>
            <p:cNvSpPr/>
            <p:nvPr/>
          </p:nvSpPr>
          <p:spPr>
            <a:xfrm>
              <a:off x="882396" y="4250435"/>
              <a:ext cx="820419" cy="1024255"/>
            </a:xfrm>
            <a:custGeom>
              <a:avLst/>
              <a:gdLst/>
              <a:ahLst/>
              <a:cxnLst/>
              <a:rect l="l" t="t" r="r" b="b"/>
              <a:pathLst>
                <a:path w="820419" h="1024254">
                  <a:moveTo>
                    <a:pt x="683260" y="0"/>
                  </a:moveTo>
                  <a:lnTo>
                    <a:pt x="0" y="0"/>
                  </a:lnTo>
                  <a:lnTo>
                    <a:pt x="0" y="1024127"/>
                  </a:lnTo>
                  <a:lnTo>
                    <a:pt x="819911" y="1024127"/>
                  </a:lnTo>
                  <a:lnTo>
                    <a:pt x="819911" y="136651"/>
                  </a:lnTo>
                  <a:lnTo>
                    <a:pt x="683260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65656" y="4250435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60" h="137160">
                  <a:moveTo>
                    <a:pt x="0" y="0"/>
                  </a:moveTo>
                  <a:lnTo>
                    <a:pt x="27305" y="109346"/>
                  </a:lnTo>
                  <a:lnTo>
                    <a:pt x="136651" y="136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82396" y="4250435"/>
              <a:ext cx="820419" cy="1024255"/>
            </a:xfrm>
            <a:custGeom>
              <a:avLst/>
              <a:gdLst/>
              <a:ahLst/>
              <a:cxnLst/>
              <a:rect l="l" t="t" r="r" b="b"/>
              <a:pathLst>
                <a:path w="820419" h="1024254">
                  <a:moveTo>
                    <a:pt x="683260" y="0"/>
                  </a:moveTo>
                  <a:lnTo>
                    <a:pt x="710565" y="109346"/>
                  </a:lnTo>
                  <a:lnTo>
                    <a:pt x="819911" y="136651"/>
                  </a:lnTo>
                  <a:lnTo>
                    <a:pt x="683260" y="0"/>
                  </a:lnTo>
                  <a:lnTo>
                    <a:pt x="0" y="0"/>
                  </a:lnTo>
                  <a:lnTo>
                    <a:pt x="0" y="1024127"/>
                  </a:lnTo>
                  <a:lnTo>
                    <a:pt x="819911" y="1024127"/>
                  </a:lnTo>
                  <a:lnTo>
                    <a:pt x="819911" y="136651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120140" y="4389119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19" h="1026160">
                  <a:moveTo>
                    <a:pt x="683260" y="0"/>
                  </a:moveTo>
                  <a:lnTo>
                    <a:pt x="0" y="0"/>
                  </a:lnTo>
                  <a:lnTo>
                    <a:pt x="0" y="1025651"/>
                  </a:lnTo>
                  <a:lnTo>
                    <a:pt x="819911" y="1025651"/>
                  </a:lnTo>
                  <a:lnTo>
                    <a:pt x="819911" y="136651"/>
                  </a:lnTo>
                  <a:lnTo>
                    <a:pt x="683260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400" y="4389119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60" h="137160">
                  <a:moveTo>
                    <a:pt x="0" y="0"/>
                  </a:moveTo>
                  <a:lnTo>
                    <a:pt x="27305" y="109346"/>
                  </a:lnTo>
                  <a:lnTo>
                    <a:pt x="136651" y="136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120140" y="4389119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19" h="1026160">
                  <a:moveTo>
                    <a:pt x="683260" y="0"/>
                  </a:moveTo>
                  <a:lnTo>
                    <a:pt x="710565" y="109346"/>
                  </a:lnTo>
                  <a:lnTo>
                    <a:pt x="819911" y="136651"/>
                  </a:lnTo>
                  <a:lnTo>
                    <a:pt x="683260" y="0"/>
                  </a:lnTo>
                  <a:lnTo>
                    <a:pt x="0" y="0"/>
                  </a:lnTo>
                  <a:lnTo>
                    <a:pt x="0" y="1025651"/>
                  </a:lnTo>
                  <a:lnTo>
                    <a:pt x="819911" y="1025651"/>
                  </a:lnTo>
                  <a:lnTo>
                    <a:pt x="819911" y="136651"/>
                  </a:lnTo>
                </a:path>
              </a:pathLst>
            </a:custGeom>
            <a:ln w="12699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01268" y="4529327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19" h="1026160">
                  <a:moveTo>
                    <a:pt x="683259" y="0"/>
                  </a:moveTo>
                  <a:lnTo>
                    <a:pt x="0" y="0"/>
                  </a:lnTo>
                  <a:lnTo>
                    <a:pt x="0" y="1025652"/>
                  </a:lnTo>
                  <a:lnTo>
                    <a:pt x="819912" y="1025652"/>
                  </a:lnTo>
                  <a:lnTo>
                    <a:pt x="819912" y="136652"/>
                  </a:lnTo>
                  <a:lnTo>
                    <a:pt x="683259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684528" y="4529327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60" h="137160">
                  <a:moveTo>
                    <a:pt x="0" y="0"/>
                  </a:moveTo>
                  <a:lnTo>
                    <a:pt x="27305" y="109347"/>
                  </a:lnTo>
                  <a:lnTo>
                    <a:pt x="136652" y="1366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01268" y="4529327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19" h="1026160">
                  <a:moveTo>
                    <a:pt x="683259" y="0"/>
                  </a:moveTo>
                  <a:lnTo>
                    <a:pt x="710564" y="109347"/>
                  </a:lnTo>
                  <a:lnTo>
                    <a:pt x="819912" y="136652"/>
                  </a:lnTo>
                  <a:lnTo>
                    <a:pt x="683259" y="0"/>
                  </a:lnTo>
                  <a:lnTo>
                    <a:pt x="0" y="0"/>
                  </a:lnTo>
                  <a:lnTo>
                    <a:pt x="0" y="1025652"/>
                  </a:lnTo>
                  <a:lnTo>
                    <a:pt x="819912" y="1025652"/>
                  </a:lnTo>
                  <a:lnTo>
                    <a:pt x="819912" y="136652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2483866" y="4472685"/>
            <a:ext cx="1628139" cy="927100"/>
            <a:chOff x="2483866" y="4472685"/>
            <a:chExt cx="1628139" cy="927100"/>
          </a:xfrm>
        </p:grpSpPr>
        <p:sp>
          <p:nvSpPr>
            <p:cNvPr id="15" name="object 15" descr=""/>
            <p:cNvSpPr/>
            <p:nvPr/>
          </p:nvSpPr>
          <p:spPr>
            <a:xfrm>
              <a:off x="2490216" y="4479035"/>
              <a:ext cx="1615440" cy="914400"/>
            </a:xfrm>
            <a:custGeom>
              <a:avLst/>
              <a:gdLst/>
              <a:ahLst/>
              <a:cxnLst/>
              <a:rect l="l" t="t" r="r" b="b"/>
              <a:pathLst>
                <a:path w="1615439" h="914400">
                  <a:moveTo>
                    <a:pt x="1521841" y="0"/>
                  </a:moveTo>
                  <a:lnTo>
                    <a:pt x="93598" y="0"/>
                  </a:lnTo>
                  <a:lnTo>
                    <a:pt x="57167" y="7356"/>
                  </a:lnTo>
                  <a:lnTo>
                    <a:pt x="27416" y="27416"/>
                  </a:lnTo>
                  <a:lnTo>
                    <a:pt x="7356" y="57167"/>
                  </a:lnTo>
                  <a:lnTo>
                    <a:pt x="0" y="93599"/>
                  </a:lnTo>
                  <a:lnTo>
                    <a:pt x="0" y="820801"/>
                  </a:lnTo>
                  <a:lnTo>
                    <a:pt x="7356" y="857232"/>
                  </a:lnTo>
                  <a:lnTo>
                    <a:pt x="27416" y="886983"/>
                  </a:lnTo>
                  <a:lnTo>
                    <a:pt x="57167" y="907043"/>
                  </a:lnTo>
                  <a:lnTo>
                    <a:pt x="93598" y="914400"/>
                  </a:lnTo>
                  <a:lnTo>
                    <a:pt x="1521841" y="914400"/>
                  </a:lnTo>
                  <a:lnTo>
                    <a:pt x="1558272" y="907043"/>
                  </a:lnTo>
                  <a:lnTo>
                    <a:pt x="1588023" y="886983"/>
                  </a:lnTo>
                  <a:lnTo>
                    <a:pt x="1608083" y="857232"/>
                  </a:lnTo>
                  <a:lnTo>
                    <a:pt x="1615439" y="820801"/>
                  </a:lnTo>
                  <a:lnTo>
                    <a:pt x="1615439" y="93599"/>
                  </a:lnTo>
                  <a:lnTo>
                    <a:pt x="1608083" y="57167"/>
                  </a:lnTo>
                  <a:lnTo>
                    <a:pt x="1588023" y="27416"/>
                  </a:lnTo>
                  <a:lnTo>
                    <a:pt x="1558272" y="7356"/>
                  </a:lnTo>
                  <a:lnTo>
                    <a:pt x="1521841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490216" y="4479035"/>
              <a:ext cx="1615440" cy="914400"/>
            </a:xfrm>
            <a:custGeom>
              <a:avLst/>
              <a:gdLst/>
              <a:ahLst/>
              <a:cxnLst/>
              <a:rect l="l" t="t" r="r" b="b"/>
              <a:pathLst>
                <a:path w="1615439" h="914400">
                  <a:moveTo>
                    <a:pt x="0" y="93599"/>
                  </a:moveTo>
                  <a:lnTo>
                    <a:pt x="7356" y="57167"/>
                  </a:lnTo>
                  <a:lnTo>
                    <a:pt x="27416" y="27416"/>
                  </a:lnTo>
                  <a:lnTo>
                    <a:pt x="57167" y="7356"/>
                  </a:lnTo>
                  <a:lnTo>
                    <a:pt x="93598" y="0"/>
                  </a:lnTo>
                  <a:lnTo>
                    <a:pt x="1521841" y="0"/>
                  </a:lnTo>
                  <a:lnTo>
                    <a:pt x="1558272" y="7356"/>
                  </a:lnTo>
                  <a:lnTo>
                    <a:pt x="1588023" y="27416"/>
                  </a:lnTo>
                  <a:lnTo>
                    <a:pt x="1608083" y="57167"/>
                  </a:lnTo>
                  <a:lnTo>
                    <a:pt x="1615439" y="93599"/>
                  </a:lnTo>
                  <a:lnTo>
                    <a:pt x="1615439" y="820801"/>
                  </a:lnTo>
                  <a:lnTo>
                    <a:pt x="1608083" y="857232"/>
                  </a:lnTo>
                  <a:lnTo>
                    <a:pt x="1588023" y="886983"/>
                  </a:lnTo>
                  <a:lnTo>
                    <a:pt x="1558272" y="907043"/>
                  </a:lnTo>
                  <a:lnTo>
                    <a:pt x="1521841" y="914400"/>
                  </a:lnTo>
                  <a:lnTo>
                    <a:pt x="93598" y="914400"/>
                  </a:lnTo>
                  <a:lnTo>
                    <a:pt x="57167" y="907043"/>
                  </a:lnTo>
                  <a:lnTo>
                    <a:pt x="27416" y="886983"/>
                  </a:lnTo>
                  <a:lnTo>
                    <a:pt x="7356" y="857232"/>
                  </a:lnTo>
                  <a:lnTo>
                    <a:pt x="0" y="820801"/>
                  </a:lnTo>
                  <a:lnTo>
                    <a:pt x="0" y="93599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644267" y="4634610"/>
            <a:ext cx="13074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Pre-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Processor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646421" y="4244085"/>
            <a:ext cx="1069340" cy="1317625"/>
            <a:chOff x="4646421" y="4244085"/>
            <a:chExt cx="1069340" cy="1317625"/>
          </a:xfrm>
        </p:grpSpPr>
        <p:sp>
          <p:nvSpPr>
            <p:cNvPr id="19" name="object 19" descr=""/>
            <p:cNvSpPr/>
            <p:nvPr/>
          </p:nvSpPr>
          <p:spPr>
            <a:xfrm>
              <a:off x="4652771" y="4250435"/>
              <a:ext cx="820419" cy="1024255"/>
            </a:xfrm>
            <a:custGeom>
              <a:avLst/>
              <a:gdLst/>
              <a:ahLst/>
              <a:cxnLst/>
              <a:rect l="l" t="t" r="r" b="b"/>
              <a:pathLst>
                <a:path w="820420" h="1024254">
                  <a:moveTo>
                    <a:pt x="683260" y="0"/>
                  </a:moveTo>
                  <a:lnTo>
                    <a:pt x="0" y="0"/>
                  </a:lnTo>
                  <a:lnTo>
                    <a:pt x="0" y="1024127"/>
                  </a:lnTo>
                  <a:lnTo>
                    <a:pt x="819912" y="1024127"/>
                  </a:lnTo>
                  <a:lnTo>
                    <a:pt x="819912" y="136651"/>
                  </a:lnTo>
                  <a:lnTo>
                    <a:pt x="68326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336031" y="4250435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60" h="137160">
                  <a:moveTo>
                    <a:pt x="0" y="0"/>
                  </a:moveTo>
                  <a:lnTo>
                    <a:pt x="27304" y="109346"/>
                  </a:lnTo>
                  <a:lnTo>
                    <a:pt x="136651" y="136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652771" y="4250435"/>
              <a:ext cx="820419" cy="1024255"/>
            </a:xfrm>
            <a:custGeom>
              <a:avLst/>
              <a:gdLst/>
              <a:ahLst/>
              <a:cxnLst/>
              <a:rect l="l" t="t" r="r" b="b"/>
              <a:pathLst>
                <a:path w="820420" h="1024254">
                  <a:moveTo>
                    <a:pt x="683260" y="0"/>
                  </a:moveTo>
                  <a:lnTo>
                    <a:pt x="710564" y="109346"/>
                  </a:lnTo>
                  <a:lnTo>
                    <a:pt x="819912" y="136651"/>
                  </a:lnTo>
                  <a:lnTo>
                    <a:pt x="683260" y="0"/>
                  </a:lnTo>
                  <a:lnTo>
                    <a:pt x="0" y="0"/>
                  </a:lnTo>
                  <a:lnTo>
                    <a:pt x="0" y="1024127"/>
                  </a:lnTo>
                  <a:lnTo>
                    <a:pt x="819912" y="1024127"/>
                  </a:lnTo>
                  <a:lnTo>
                    <a:pt x="819912" y="136651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888991" y="4389119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60" y="0"/>
                  </a:moveTo>
                  <a:lnTo>
                    <a:pt x="0" y="0"/>
                  </a:lnTo>
                  <a:lnTo>
                    <a:pt x="0" y="1025651"/>
                  </a:lnTo>
                  <a:lnTo>
                    <a:pt x="819912" y="1025651"/>
                  </a:lnTo>
                  <a:lnTo>
                    <a:pt x="819912" y="136651"/>
                  </a:lnTo>
                  <a:lnTo>
                    <a:pt x="68326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572251" y="4389119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60" h="137160">
                  <a:moveTo>
                    <a:pt x="0" y="0"/>
                  </a:moveTo>
                  <a:lnTo>
                    <a:pt x="27305" y="109346"/>
                  </a:lnTo>
                  <a:lnTo>
                    <a:pt x="136651" y="136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888991" y="4389119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60" y="0"/>
                  </a:moveTo>
                  <a:lnTo>
                    <a:pt x="710565" y="109346"/>
                  </a:lnTo>
                  <a:lnTo>
                    <a:pt x="819912" y="136651"/>
                  </a:lnTo>
                  <a:lnTo>
                    <a:pt x="683260" y="0"/>
                  </a:lnTo>
                  <a:lnTo>
                    <a:pt x="0" y="0"/>
                  </a:lnTo>
                  <a:lnTo>
                    <a:pt x="0" y="1025651"/>
                  </a:lnTo>
                  <a:lnTo>
                    <a:pt x="819912" y="1025651"/>
                  </a:lnTo>
                  <a:lnTo>
                    <a:pt x="819912" y="136651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770119" y="4529327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0" y="0"/>
                  </a:lnTo>
                  <a:lnTo>
                    <a:pt x="0" y="1025652"/>
                  </a:lnTo>
                  <a:lnTo>
                    <a:pt x="819912" y="1025652"/>
                  </a:lnTo>
                  <a:lnTo>
                    <a:pt x="819912" y="136652"/>
                  </a:lnTo>
                  <a:lnTo>
                    <a:pt x="68325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453379" y="4529327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60" h="137160">
                  <a:moveTo>
                    <a:pt x="0" y="0"/>
                  </a:moveTo>
                  <a:lnTo>
                    <a:pt x="27305" y="109347"/>
                  </a:lnTo>
                  <a:lnTo>
                    <a:pt x="136652" y="1366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770119" y="4529327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710564" y="109347"/>
                  </a:lnTo>
                  <a:lnTo>
                    <a:pt x="819912" y="136652"/>
                  </a:lnTo>
                  <a:lnTo>
                    <a:pt x="683259" y="0"/>
                  </a:lnTo>
                  <a:lnTo>
                    <a:pt x="0" y="0"/>
                  </a:lnTo>
                  <a:lnTo>
                    <a:pt x="0" y="1025652"/>
                  </a:lnTo>
                  <a:lnTo>
                    <a:pt x="819912" y="1025652"/>
                  </a:lnTo>
                  <a:lnTo>
                    <a:pt x="819912" y="136652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5000371" y="4879594"/>
            <a:ext cx="363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35253" y="5573674"/>
            <a:ext cx="11417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11F35"/>
                </a:solidFill>
                <a:latin typeface="Calibri"/>
                <a:cs typeface="Calibri"/>
              </a:rPr>
              <a:t>Source</a:t>
            </a:r>
            <a:r>
              <a:rPr dirty="0" sz="1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4234941" y="4839970"/>
            <a:ext cx="287020" cy="185420"/>
            <a:chOff x="4234941" y="4839970"/>
            <a:chExt cx="287020" cy="185420"/>
          </a:xfrm>
        </p:grpSpPr>
        <p:sp>
          <p:nvSpPr>
            <p:cNvPr id="31" name="object 31" descr=""/>
            <p:cNvSpPr/>
            <p:nvPr/>
          </p:nvSpPr>
          <p:spPr>
            <a:xfrm>
              <a:off x="4241291" y="4846320"/>
              <a:ext cx="274320" cy="172720"/>
            </a:xfrm>
            <a:custGeom>
              <a:avLst/>
              <a:gdLst/>
              <a:ahLst/>
              <a:cxnLst/>
              <a:rect l="l" t="t" r="r" b="b"/>
              <a:pathLst>
                <a:path w="274320" h="172720">
                  <a:moveTo>
                    <a:pt x="188213" y="0"/>
                  </a:moveTo>
                  <a:lnTo>
                    <a:pt x="188213" y="43052"/>
                  </a:lnTo>
                  <a:lnTo>
                    <a:pt x="0" y="43052"/>
                  </a:lnTo>
                  <a:lnTo>
                    <a:pt x="0" y="129158"/>
                  </a:lnTo>
                  <a:lnTo>
                    <a:pt x="188213" y="129158"/>
                  </a:lnTo>
                  <a:lnTo>
                    <a:pt x="188213" y="172211"/>
                  </a:lnTo>
                  <a:lnTo>
                    <a:pt x="274320" y="86105"/>
                  </a:lnTo>
                  <a:lnTo>
                    <a:pt x="188213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241291" y="4846320"/>
              <a:ext cx="274320" cy="172720"/>
            </a:xfrm>
            <a:custGeom>
              <a:avLst/>
              <a:gdLst/>
              <a:ahLst/>
              <a:cxnLst/>
              <a:rect l="l" t="t" r="r" b="b"/>
              <a:pathLst>
                <a:path w="274320" h="172720">
                  <a:moveTo>
                    <a:pt x="188213" y="172211"/>
                  </a:moveTo>
                  <a:lnTo>
                    <a:pt x="188213" y="129158"/>
                  </a:lnTo>
                  <a:lnTo>
                    <a:pt x="0" y="129158"/>
                  </a:lnTo>
                  <a:lnTo>
                    <a:pt x="0" y="43052"/>
                  </a:lnTo>
                  <a:lnTo>
                    <a:pt x="188213" y="43052"/>
                  </a:lnTo>
                  <a:lnTo>
                    <a:pt x="188213" y="0"/>
                  </a:lnTo>
                  <a:lnTo>
                    <a:pt x="274320" y="86105"/>
                  </a:lnTo>
                  <a:lnTo>
                    <a:pt x="188213" y="172211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2070861" y="4839970"/>
            <a:ext cx="288925" cy="185420"/>
            <a:chOff x="2070861" y="4839970"/>
            <a:chExt cx="288925" cy="185420"/>
          </a:xfrm>
        </p:grpSpPr>
        <p:sp>
          <p:nvSpPr>
            <p:cNvPr id="34" name="object 34" descr=""/>
            <p:cNvSpPr/>
            <p:nvPr/>
          </p:nvSpPr>
          <p:spPr>
            <a:xfrm>
              <a:off x="2077211" y="4846320"/>
              <a:ext cx="276225" cy="172720"/>
            </a:xfrm>
            <a:custGeom>
              <a:avLst/>
              <a:gdLst/>
              <a:ahLst/>
              <a:cxnLst/>
              <a:rect l="l" t="t" r="r" b="b"/>
              <a:pathLst>
                <a:path w="276225" h="172720">
                  <a:moveTo>
                    <a:pt x="189737" y="0"/>
                  </a:moveTo>
                  <a:lnTo>
                    <a:pt x="189737" y="43052"/>
                  </a:lnTo>
                  <a:lnTo>
                    <a:pt x="0" y="43052"/>
                  </a:lnTo>
                  <a:lnTo>
                    <a:pt x="0" y="129158"/>
                  </a:lnTo>
                  <a:lnTo>
                    <a:pt x="189737" y="129158"/>
                  </a:lnTo>
                  <a:lnTo>
                    <a:pt x="189737" y="172211"/>
                  </a:lnTo>
                  <a:lnTo>
                    <a:pt x="275844" y="86105"/>
                  </a:lnTo>
                  <a:lnTo>
                    <a:pt x="189737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077211" y="4846320"/>
              <a:ext cx="276225" cy="172720"/>
            </a:xfrm>
            <a:custGeom>
              <a:avLst/>
              <a:gdLst/>
              <a:ahLst/>
              <a:cxnLst/>
              <a:rect l="l" t="t" r="r" b="b"/>
              <a:pathLst>
                <a:path w="276225" h="172720">
                  <a:moveTo>
                    <a:pt x="189737" y="172211"/>
                  </a:moveTo>
                  <a:lnTo>
                    <a:pt x="189737" y="129158"/>
                  </a:lnTo>
                  <a:lnTo>
                    <a:pt x="0" y="129158"/>
                  </a:lnTo>
                  <a:lnTo>
                    <a:pt x="0" y="43052"/>
                  </a:lnTo>
                  <a:lnTo>
                    <a:pt x="189737" y="43052"/>
                  </a:lnTo>
                  <a:lnTo>
                    <a:pt x="189737" y="0"/>
                  </a:lnTo>
                  <a:lnTo>
                    <a:pt x="275844" y="86105"/>
                  </a:lnTo>
                  <a:lnTo>
                    <a:pt x="189737" y="172211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 descr=""/>
          <p:cNvGrpSpPr/>
          <p:nvPr/>
        </p:nvGrpSpPr>
        <p:grpSpPr>
          <a:xfrm>
            <a:off x="10026063" y="4387872"/>
            <a:ext cx="1214755" cy="945515"/>
            <a:chOff x="10026063" y="4387872"/>
            <a:chExt cx="1214755" cy="945515"/>
          </a:xfrm>
        </p:grpSpPr>
        <p:sp>
          <p:nvSpPr>
            <p:cNvPr id="37" name="object 37" descr=""/>
            <p:cNvSpPr/>
            <p:nvPr/>
          </p:nvSpPr>
          <p:spPr>
            <a:xfrm>
              <a:off x="10034793" y="4396602"/>
              <a:ext cx="1197610" cy="928369"/>
            </a:xfrm>
            <a:custGeom>
              <a:avLst/>
              <a:gdLst/>
              <a:ahLst/>
              <a:cxnLst/>
              <a:rect l="l" t="t" r="r" b="b"/>
              <a:pathLst>
                <a:path w="1197609" h="928370">
                  <a:moveTo>
                    <a:pt x="1197047" y="0"/>
                  </a:moveTo>
                  <a:lnTo>
                    <a:pt x="0" y="0"/>
                  </a:lnTo>
                  <a:lnTo>
                    <a:pt x="0" y="927947"/>
                  </a:lnTo>
                  <a:lnTo>
                    <a:pt x="1197047" y="927947"/>
                  </a:lnTo>
                  <a:lnTo>
                    <a:pt x="1197047" y="838145"/>
                  </a:lnTo>
                  <a:lnTo>
                    <a:pt x="89779" y="838145"/>
                  </a:lnTo>
                  <a:lnTo>
                    <a:pt x="89779" y="239470"/>
                  </a:lnTo>
                  <a:lnTo>
                    <a:pt x="1197047" y="239470"/>
                  </a:lnTo>
                  <a:lnTo>
                    <a:pt x="1197047" y="149668"/>
                  </a:lnTo>
                  <a:lnTo>
                    <a:pt x="822979" y="149668"/>
                  </a:lnTo>
                  <a:lnTo>
                    <a:pt x="811327" y="147315"/>
                  </a:lnTo>
                  <a:lnTo>
                    <a:pt x="801815" y="140899"/>
                  </a:lnTo>
                  <a:lnTo>
                    <a:pt x="795403" y="131384"/>
                  </a:lnTo>
                  <a:lnTo>
                    <a:pt x="793052" y="119735"/>
                  </a:lnTo>
                  <a:lnTo>
                    <a:pt x="795403" y="108080"/>
                  </a:lnTo>
                  <a:lnTo>
                    <a:pt x="801815" y="98566"/>
                  </a:lnTo>
                  <a:lnTo>
                    <a:pt x="811327" y="92152"/>
                  </a:lnTo>
                  <a:lnTo>
                    <a:pt x="822979" y="89801"/>
                  </a:lnTo>
                  <a:lnTo>
                    <a:pt x="1197047" y="89801"/>
                  </a:lnTo>
                  <a:lnTo>
                    <a:pt x="1197047" y="0"/>
                  </a:lnTo>
                  <a:close/>
                </a:path>
                <a:path w="1197609" h="928370">
                  <a:moveTo>
                    <a:pt x="1197047" y="239470"/>
                  </a:moveTo>
                  <a:lnTo>
                    <a:pt x="1107280" y="239470"/>
                  </a:lnTo>
                  <a:lnTo>
                    <a:pt x="1107280" y="838145"/>
                  </a:lnTo>
                  <a:lnTo>
                    <a:pt x="1197047" y="838145"/>
                  </a:lnTo>
                  <a:lnTo>
                    <a:pt x="1197047" y="239470"/>
                  </a:lnTo>
                  <a:close/>
                </a:path>
                <a:path w="1197609" h="928370">
                  <a:moveTo>
                    <a:pt x="927721" y="89801"/>
                  </a:moveTo>
                  <a:lnTo>
                    <a:pt x="822979" y="89801"/>
                  </a:lnTo>
                  <a:lnTo>
                    <a:pt x="834625" y="92152"/>
                  </a:lnTo>
                  <a:lnTo>
                    <a:pt x="844138" y="98566"/>
                  </a:lnTo>
                  <a:lnTo>
                    <a:pt x="850552" y="108080"/>
                  </a:lnTo>
                  <a:lnTo>
                    <a:pt x="852905" y="119735"/>
                  </a:lnTo>
                  <a:lnTo>
                    <a:pt x="850552" y="131384"/>
                  </a:lnTo>
                  <a:lnTo>
                    <a:pt x="844138" y="140899"/>
                  </a:lnTo>
                  <a:lnTo>
                    <a:pt x="834625" y="147315"/>
                  </a:lnTo>
                  <a:lnTo>
                    <a:pt x="822979" y="149668"/>
                  </a:lnTo>
                  <a:lnTo>
                    <a:pt x="927721" y="149668"/>
                  </a:lnTo>
                  <a:lnTo>
                    <a:pt x="916070" y="147315"/>
                  </a:lnTo>
                  <a:lnTo>
                    <a:pt x="906558" y="140899"/>
                  </a:lnTo>
                  <a:lnTo>
                    <a:pt x="900146" y="131384"/>
                  </a:lnTo>
                  <a:lnTo>
                    <a:pt x="897795" y="119735"/>
                  </a:lnTo>
                  <a:lnTo>
                    <a:pt x="900146" y="108080"/>
                  </a:lnTo>
                  <a:lnTo>
                    <a:pt x="906558" y="98566"/>
                  </a:lnTo>
                  <a:lnTo>
                    <a:pt x="916070" y="92152"/>
                  </a:lnTo>
                  <a:lnTo>
                    <a:pt x="927721" y="89801"/>
                  </a:lnTo>
                  <a:close/>
                </a:path>
                <a:path w="1197609" h="928370">
                  <a:moveTo>
                    <a:pt x="1032464" y="89801"/>
                  </a:moveTo>
                  <a:lnTo>
                    <a:pt x="927721" y="89801"/>
                  </a:lnTo>
                  <a:lnTo>
                    <a:pt x="939368" y="92152"/>
                  </a:lnTo>
                  <a:lnTo>
                    <a:pt x="948880" y="98566"/>
                  </a:lnTo>
                  <a:lnTo>
                    <a:pt x="955295" y="108080"/>
                  </a:lnTo>
                  <a:lnTo>
                    <a:pt x="957648" y="119735"/>
                  </a:lnTo>
                  <a:lnTo>
                    <a:pt x="955295" y="131384"/>
                  </a:lnTo>
                  <a:lnTo>
                    <a:pt x="948880" y="140899"/>
                  </a:lnTo>
                  <a:lnTo>
                    <a:pt x="939368" y="147315"/>
                  </a:lnTo>
                  <a:lnTo>
                    <a:pt x="927721" y="149668"/>
                  </a:lnTo>
                  <a:lnTo>
                    <a:pt x="1032464" y="149668"/>
                  </a:lnTo>
                  <a:lnTo>
                    <a:pt x="1020813" y="147315"/>
                  </a:lnTo>
                  <a:lnTo>
                    <a:pt x="1011300" y="140899"/>
                  </a:lnTo>
                  <a:lnTo>
                    <a:pt x="1004888" y="131384"/>
                  </a:lnTo>
                  <a:lnTo>
                    <a:pt x="1002538" y="119735"/>
                  </a:lnTo>
                  <a:lnTo>
                    <a:pt x="1004888" y="108080"/>
                  </a:lnTo>
                  <a:lnTo>
                    <a:pt x="1011300" y="98566"/>
                  </a:lnTo>
                  <a:lnTo>
                    <a:pt x="1020813" y="92152"/>
                  </a:lnTo>
                  <a:lnTo>
                    <a:pt x="1032464" y="89801"/>
                  </a:lnTo>
                  <a:close/>
                </a:path>
                <a:path w="1197609" h="928370">
                  <a:moveTo>
                    <a:pt x="1197047" y="89801"/>
                  </a:moveTo>
                  <a:lnTo>
                    <a:pt x="1032464" y="89801"/>
                  </a:lnTo>
                  <a:lnTo>
                    <a:pt x="1044110" y="92152"/>
                  </a:lnTo>
                  <a:lnTo>
                    <a:pt x="1053623" y="98566"/>
                  </a:lnTo>
                  <a:lnTo>
                    <a:pt x="1060038" y="108080"/>
                  </a:lnTo>
                  <a:lnTo>
                    <a:pt x="1062391" y="119735"/>
                  </a:lnTo>
                  <a:lnTo>
                    <a:pt x="1060038" y="131384"/>
                  </a:lnTo>
                  <a:lnTo>
                    <a:pt x="1053623" y="140899"/>
                  </a:lnTo>
                  <a:lnTo>
                    <a:pt x="1044110" y="147315"/>
                  </a:lnTo>
                  <a:lnTo>
                    <a:pt x="1032464" y="149668"/>
                  </a:lnTo>
                  <a:lnTo>
                    <a:pt x="1197047" y="149668"/>
                  </a:lnTo>
                  <a:lnTo>
                    <a:pt x="1197047" y="89801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034793" y="4396602"/>
              <a:ext cx="1197610" cy="928369"/>
            </a:xfrm>
            <a:custGeom>
              <a:avLst/>
              <a:gdLst/>
              <a:ahLst/>
              <a:cxnLst/>
              <a:rect l="l" t="t" r="r" b="b"/>
              <a:pathLst>
                <a:path w="1197609" h="928370">
                  <a:moveTo>
                    <a:pt x="0" y="0"/>
                  </a:moveTo>
                  <a:lnTo>
                    <a:pt x="0" y="927947"/>
                  </a:lnTo>
                  <a:lnTo>
                    <a:pt x="1197047" y="927947"/>
                  </a:lnTo>
                  <a:lnTo>
                    <a:pt x="1197047" y="0"/>
                  </a:lnTo>
                  <a:lnTo>
                    <a:pt x="0" y="0"/>
                  </a:lnTo>
                  <a:close/>
                </a:path>
              </a:pathLst>
            </a:custGeom>
            <a:ln w="17459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28601" y="4477674"/>
              <a:ext cx="77312" cy="77326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3858" y="4477674"/>
              <a:ext cx="77312" cy="77326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19116" y="4477674"/>
              <a:ext cx="77312" cy="77326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10124572" y="4636072"/>
            <a:ext cx="1017905" cy="598805"/>
          </a:xfrm>
          <a:prstGeom prst="rect">
            <a:avLst/>
          </a:prstGeom>
          <a:ln w="17460">
            <a:solidFill>
              <a:srgbClr val="111F35"/>
            </a:solidFill>
          </a:ln>
        </p:spPr>
        <p:txBody>
          <a:bodyPr wrap="square" lIns="0" tIns="158115" rIns="0" bIns="0" rtlCol="0" vert="horz">
            <a:spAutoFit/>
          </a:bodyPr>
          <a:lstStyle/>
          <a:p>
            <a:pPr marL="110489">
              <a:lnSpc>
                <a:spcPct val="100000"/>
              </a:lnSpc>
              <a:spcBef>
                <a:spcPts val="1245"/>
              </a:spcBef>
            </a:pP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6249670" y="4469638"/>
            <a:ext cx="1628139" cy="927100"/>
            <a:chOff x="6249670" y="4469638"/>
            <a:chExt cx="1628139" cy="927100"/>
          </a:xfrm>
        </p:grpSpPr>
        <p:sp>
          <p:nvSpPr>
            <p:cNvPr id="44" name="object 44" descr=""/>
            <p:cNvSpPr/>
            <p:nvPr/>
          </p:nvSpPr>
          <p:spPr>
            <a:xfrm>
              <a:off x="6256020" y="4475988"/>
              <a:ext cx="1615440" cy="914400"/>
            </a:xfrm>
            <a:custGeom>
              <a:avLst/>
              <a:gdLst/>
              <a:ahLst/>
              <a:cxnLst/>
              <a:rect l="l" t="t" r="r" b="b"/>
              <a:pathLst>
                <a:path w="1615440" h="914400">
                  <a:moveTo>
                    <a:pt x="1508759" y="0"/>
                  </a:moveTo>
                  <a:lnTo>
                    <a:pt x="106679" y="0"/>
                  </a:lnTo>
                  <a:lnTo>
                    <a:pt x="65151" y="8381"/>
                  </a:lnTo>
                  <a:lnTo>
                    <a:pt x="31242" y="31242"/>
                  </a:lnTo>
                  <a:lnTo>
                    <a:pt x="8382" y="65150"/>
                  </a:lnTo>
                  <a:lnTo>
                    <a:pt x="0" y="106680"/>
                  </a:lnTo>
                  <a:lnTo>
                    <a:pt x="0" y="807720"/>
                  </a:lnTo>
                  <a:lnTo>
                    <a:pt x="8381" y="849249"/>
                  </a:lnTo>
                  <a:lnTo>
                    <a:pt x="31241" y="883158"/>
                  </a:lnTo>
                  <a:lnTo>
                    <a:pt x="65150" y="906018"/>
                  </a:lnTo>
                  <a:lnTo>
                    <a:pt x="106679" y="914400"/>
                  </a:lnTo>
                  <a:lnTo>
                    <a:pt x="1508759" y="914400"/>
                  </a:lnTo>
                  <a:lnTo>
                    <a:pt x="1550289" y="906018"/>
                  </a:lnTo>
                  <a:lnTo>
                    <a:pt x="1584198" y="883158"/>
                  </a:lnTo>
                  <a:lnTo>
                    <a:pt x="1607057" y="849249"/>
                  </a:lnTo>
                  <a:lnTo>
                    <a:pt x="1615439" y="807720"/>
                  </a:lnTo>
                  <a:lnTo>
                    <a:pt x="1615439" y="106680"/>
                  </a:lnTo>
                  <a:lnTo>
                    <a:pt x="1607057" y="65150"/>
                  </a:lnTo>
                  <a:lnTo>
                    <a:pt x="1584197" y="31242"/>
                  </a:lnTo>
                  <a:lnTo>
                    <a:pt x="1550288" y="8381"/>
                  </a:lnTo>
                  <a:lnTo>
                    <a:pt x="1508759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256020" y="4475988"/>
              <a:ext cx="1615440" cy="914400"/>
            </a:xfrm>
            <a:custGeom>
              <a:avLst/>
              <a:gdLst/>
              <a:ahLst/>
              <a:cxnLst/>
              <a:rect l="l" t="t" r="r" b="b"/>
              <a:pathLst>
                <a:path w="1615440" h="914400">
                  <a:moveTo>
                    <a:pt x="0" y="106680"/>
                  </a:moveTo>
                  <a:lnTo>
                    <a:pt x="8382" y="65150"/>
                  </a:lnTo>
                  <a:lnTo>
                    <a:pt x="31242" y="31242"/>
                  </a:lnTo>
                  <a:lnTo>
                    <a:pt x="65151" y="8381"/>
                  </a:lnTo>
                  <a:lnTo>
                    <a:pt x="106679" y="0"/>
                  </a:lnTo>
                  <a:lnTo>
                    <a:pt x="1508759" y="0"/>
                  </a:lnTo>
                  <a:lnTo>
                    <a:pt x="1550288" y="8381"/>
                  </a:lnTo>
                  <a:lnTo>
                    <a:pt x="1584197" y="31242"/>
                  </a:lnTo>
                  <a:lnTo>
                    <a:pt x="1607057" y="65150"/>
                  </a:lnTo>
                  <a:lnTo>
                    <a:pt x="1615439" y="106680"/>
                  </a:lnTo>
                  <a:lnTo>
                    <a:pt x="1615439" y="807720"/>
                  </a:lnTo>
                  <a:lnTo>
                    <a:pt x="1607057" y="849249"/>
                  </a:lnTo>
                  <a:lnTo>
                    <a:pt x="1584198" y="883158"/>
                  </a:lnTo>
                  <a:lnTo>
                    <a:pt x="1550289" y="906018"/>
                  </a:lnTo>
                  <a:lnTo>
                    <a:pt x="1508759" y="914400"/>
                  </a:lnTo>
                  <a:lnTo>
                    <a:pt x="106679" y="914400"/>
                  </a:lnTo>
                  <a:lnTo>
                    <a:pt x="65150" y="906018"/>
                  </a:lnTo>
                  <a:lnTo>
                    <a:pt x="31241" y="883158"/>
                  </a:lnTo>
                  <a:lnTo>
                    <a:pt x="8381" y="849249"/>
                  </a:lnTo>
                  <a:lnTo>
                    <a:pt x="0" y="807720"/>
                  </a:lnTo>
                  <a:lnTo>
                    <a:pt x="0" y="106680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6367017" y="4632452"/>
            <a:ext cx="13976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Post-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Processor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8412226" y="4241038"/>
            <a:ext cx="1070610" cy="1317625"/>
            <a:chOff x="8412226" y="4241038"/>
            <a:chExt cx="1070610" cy="1317625"/>
          </a:xfrm>
        </p:grpSpPr>
        <p:sp>
          <p:nvSpPr>
            <p:cNvPr id="48" name="object 48" descr=""/>
            <p:cNvSpPr/>
            <p:nvPr/>
          </p:nvSpPr>
          <p:spPr>
            <a:xfrm>
              <a:off x="8418576" y="4247388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0" y="0"/>
                  </a:lnTo>
                  <a:lnTo>
                    <a:pt x="0" y="1025652"/>
                  </a:lnTo>
                  <a:lnTo>
                    <a:pt x="819912" y="1025652"/>
                  </a:lnTo>
                  <a:lnTo>
                    <a:pt x="819912" y="136651"/>
                  </a:lnTo>
                  <a:lnTo>
                    <a:pt x="683259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9101836" y="4247388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59" h="137160">
                  <a:moveTo>
                    <a:pt x="0" y="0"/>
                  </a:moveTo>
                  <a:lnTo>
                    <a:pt x="27305" y="109347"/>
                  </a:lnTo>
                  <a:lnTo>
                    <a:pt x="136652" y="136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5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8418576" y="4247388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710565" y="109347"/>
                  </a:lnTo>
                  <a:lnTo>
                    <a:pt x="819912" y="136651"/>
                  </a:lnTo>
                  <a:lnTo>
                    <a:pt x="683259" y="0"/>
                  </a:lnTo>
                  <a:lnTo>
                    <a:pt x="0" y="0"/>
                  </a:lnTo>
                  <a:lnTo>
                    <a:pt x="0" y="1025652"/>
                  </a:lnTo>
                  <a:lnTo>
                    <a:pt x="819912" y="1025652"/>
                  </a:lnTo>
                  <a:lnTo>
                    <a:pt x="819912" y="136651"/>
                  </a:lnTo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8656320" y="4387596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0" y="0"/>
                  </a:lnTo>
                  <a:lnTo>
                    <a:pt x="0" y="1025651"/>
                  </a:lnTo>
                  <a:lnTo>
                    <a:pt x="819911" y="1025651"/>
                  </a:lnTo>
                  <a:lnTo>
                    <a:pt x="819911" y="136651"/>
                  </a:lnTo>
                  <a:lnTo>
                    <a:pt x="683259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9339580" y="4387596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59" h="137160">
                  <a:moveTo>
                    <a:pt x="0" y="0"/>
                  </a:moveTo>
                  <a:lnTo>
                    <a:pt x="27304" y="109346"/>
                  </a:lnTo>
                  <a:lnTo>
                    <a:pt x="136651" y="136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5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8656320" y="4387596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710564" y="109346"/>
                  </a:lnTo>
                  <a:lnTo>
                    <a:pt x="819911" y="136651"/>
                  </a:lnTo>
                  <a:lnTo>
                    <a:pt x="683259" y="0"/>
                  </a:lnTo>
                  <a:lnTo>
                    <a:pt x="0" y="0"/>
                  </a:lnTo>
                  <a:lnTo>
                    <a:pt x="0" y="1025651"/>
                  </a:lnTo>
                  <a:lnTo>
                    <a:pt x="819911" y="1025651"/>
                  </a:lnTo>
                  <a:lnTo>
                    <a:pt x="819911" y="136651"/>
                  </a:lnTo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8537448" y="4527804"/>
              <a:ext cx="820419" cy="1024255"/>
            </a:xfrm>
            <a:custGeom>
              <a:avLst/>
              <a:gdLst/>
              <a:ahLst/>
              <a:cxnLst/>
              <a:rect l="l" t="t" r="r" b="b"/>
              <a:pathLst>
                <a:path w="820420" h="1024254">
                  <a:moveTo>
                    <a:pt x="683259" y="0"/>
                  </a:moveTo>
                  <a:lnTo>
                    <a:pt x="0" y="0"/>
                  </a:lnTo>
                  <a:lnTo>
                    <a:pt x="0" y="1024128"/>
                  </a:lnTo>
                  <a:lnTo>
                    <a:pt x="819911" y="1024128"/>
                  </a:lnTo>
                  <a:lnTo>
                    <a:pt x="819911" y="136652"/>
                  </a:lnTo>
                  <a:lnTo>
                    <a:pt x="683259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9220708" y="4527804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59" h="137160">
                  <a:moveTo>
                    <a:pt x="0" y="0"/>
                  </a:moveTo>
                  <a:lnTo>
                    <a:pt x="27305" y="109347"/>
                  </a:lnTo>
                  <a:lnTo>
                    <a:pt x="136651" y="1366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5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8537448" y="4527804"/>
              <a:ext cx="820419" cy="1024255"/>
            </a:xfrm>
            <a:custGeom>
              <a:avLst/>
              <a:gdLst/>
              <a:ahLst/>
              <a:cxnLst/>
              <a:rect l="l" t="t" r="r" b="b"/>
              <a:pathLst>
                <a:path w="820420" h="1024254">
                  <a:moveTo>
                    <a:pt x="683259" y="0"/>
                  </a:moveTo>
                  <a:lnTo>
                    <a:pt x="710565" y="109347"/>
                  </a:lnTo>
                  <a:lnTo>
                    <a:pt x="819911" y="136652"/>
                  </a:lnTo>
                  <a:lnTo>
                    <a:pt x="683259" y="0"/>
                  </a:lnTo>
                  <a:lnTo>
                    <a:pt x="0" y="0"/>
                  </a:lnTo>
                  <a:lnTo>
                    <a:pt x="0" y="1024128"/>
                  </a:lnTo>
                  <a:lnTo>
                    <a:pt x="819911" y="1024128"/>
                  </a:lnTo>
                  <a:lnTo>
                    <a:pt x="819911" y="136652"/>
                  </a:lnTo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8688324" y="4858512"/>
              <a:ext cx="524510" cy="368935"/>
            </a:xfrm>
            <a:custGeom>
              <a:avLst/>
              <a:gdLst/>
              <a:ahLst/>
              <a:cxnLst/>
              <a:rect l="l" t="t" r="r" b="b"/>
              <a:pathLst>
                <a:path w="524509" h="368935">
                  <a:moveTo>
                    <a:pt x="524255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524255" y="368807"/>
                  </a:lnTo>
                  <a:lnTo>
                    <a:pt x="524255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8767318" y="4877257"/>
            <a:ext cx="3625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8002269" y="4836921"/>
            <a:ext cx="287020" cy="186690"/>
            <a:chOff x="8002269" y="4836921"/>
            <a:chExt cx="287020" cy="186690"/>
          </a:xfrm>
        </p:grpSpPr>
        <p:sp>
          <p:nvSpPr>
            <p:cNvPr id="60" name="object 60" descr=""/>
            <p:cNvSpPr/>
            <p:nvPr/>
          </p:nvSpPr>
          <p:spPr>
            <a:xfrm>
              <a:off x="8008619" y="4843271"/>
              <a:ext cx="274320" cy="173990"/>
            </a:xfrm>
            <a:custGeom>
              <a:avLst/>
              <a:gdLst/>
              <a:ahLst/>
              <a:cxnLst/>
              <a:rect l="l" t="t" r="r" b="b"/>
              <a:pathLst>
                <a:path w="274320" h="173989">
                  <a:moveTo>
                    <a:pt x="187451" y="0"/>
                  </a:moveTo>
                  <a:lnTo>
                    <a:pt x="187451" y="43433"/>
                  </a:lnTo>
                  <a:lnTo>
                    <a:pt x="0" y="43433"/>
                  </a:lnTo>
                  <a:lnTo>
                    <a:pt x="0" y="130301"/>
                  </a:lnTo>
                  <a:lnTo>
                    <a:pt x="187451" y="130301"/>
                  </a:lnTo>
                  <a:lnTo>
                    <a:pt x="187451" y="173735"/>
                  </a:lnTo>
                  <a:lnTo>
                    <a:pt x="274320" y="86867"/>
                  </a:lnTo>
                  <a:lnTo>
                    <a:pt x="187451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8008619" y="4843271"/>
              <a:ext cx="274320" cy="173990"/>
            </a:xfrm>
            <a:custGeom>
              <a:avLst/>
              <a:gdLst/>
              <a:ahLst/>
              <a:cxnLst/>
              <a:rect l="l" t="t" r="r" b="b"/>
              <a:pathLst>
                <a:path w="274320" h="173989">
                  <a:moveTo>
                    <a:pt x="187451" y="173735"/>
                  </a:moveTo>
                  <a:lnTo>
                    <a:pt x="187451" y="130301"/>
                  </a:lnTo>
                  <a:lnTo>
                    <a:pt x="0" y="130301"/>
                  </a:lnTo>
                  <a:lnTo>
                    <a:pt x="0" y="43433"/>
                  </a:lnTo>
                  <a:lnTo>
                    <a:pt x="187451" y="43433"/>
                  </a:lnTo>
                  <a:lnTo>
                    <a:pt x="187451" y="0"/>
                  </a:lnTo>
                  <a:lnTo>
                    <a:pt x="274320" y="86867"/>
                  </a:lnTo>
                  <a:lnTo>
                    <a:pt x="187451" y="17373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 descr=""/>
          <p:cNvGrpSpPr/>
          <p:nvPr/>
        </p:nvGrpSpPr>
        <p:grpSpPr>
          <a:xfrm>
            <a:off x="5838190" y="4836921"/>
            <a:ext cx="287020" cy="186690"/>
            <a:chOff x="5838190" y="4836921"/>
            <a:chExt cx="287020" cy="186690"/>
          </a:xfrm>
        </p:grpSpPr>
        <p:sp>
          <p:nvSpPr>
            <p:cNvPr id="63" name="object 63" descr=""/>
            <p:cNvSpPr/>
            <p:nvPr/>
          </p:nvSpPr>
          <p:spPr>
            <a:xfrm>
              <a:off x="5844540" y="4843271"/>
              <a:ext cx="274320" cy="173990"/>
            </a:xfrm>
            <a:custGeom>
              <a:avLst/>
              <a:gdLst/>
              <a:ahLst/>
              <a:cxnLst/>
              <a:rect l="l" t="t" r="r" b="b"/>
              <a:pathLst>
                <a:path w="274320" h="173989">
                  <a:moveTo>
                    <a:pt x="187451" y="0"/>
                  </a:moveTo>
                  <a:lnTo>
                    <a:pt x="187451" y="43433"/>
                  </a:lnTo>
                  <a:lnTo>
                    <a:pt x="0" y="43433"/>
                  </a:lnTo>
                  <a:lnTo>
                    <a:pt x="0" y="130301"/>
                  </a:lnTo>
                  <a:lnTo>
                    <a:pt x="187451" y="130301"/>
                  </a:lnTo>
                  <a:lnTo>
                    <a:pt x="187451" y="173735"/>
                  </a:lnTo>
                  <a:lnTo>
                    <a:pt x="274320" y="86867"/>
                  </a:lnTo>
                  <a:lnTo>
                    <a:pt x="187451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844540" y="4843271"/>
              <a:ext cx="274320" cy="173990"/>
            </a:xfrm>
            <a:custGeom>
              <a:avLst/>
              <a:gdLst/>
              <a:ahLst/>
              <a:cxnLst/>
              <a:rect l="l" t="t" r="r" b="b"/>
              <a:pathLst>
                <a:path w="274320" h="173989">
                  <a:moveTo>
                    <a:pt x="187451" y="173735"/>
                  </a:moveTo>
                  <a:lnTo>
                    <a:pt x="187451" y="130301"/>
                  </a:lnTo>
                  <a:lnTo>
                    <a:pt x="0" y="130301"/>
                  </a:lnTo>
                  <a:lnTo>
                    <a:pt x="0" y="43433"/>
                  </a:lnTo>
                  <a:lnTo>
                    <a:pt x="187451" y="43433"/>
                  </a:lnTo>
                  <a:lnTo>
                    <a:pt x="187451" y="0"/>
                  </a:lnTo>
                  <a:lnTo>
                    <a:pt x="274320" y="86867"/>
                  </a:lnTo>
                  <a:lnTo>
                    <a:pt x="187451" y="173735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 descr=""/>
          <p:cNvGrpSpPr/>
          <p:nvPr/>
        </p:nvGrpSpPr>
        <p:grpSpPr>
          <a:xfrm>
            <a:off x="9608566" y="4839970"/>
            <a:ext cx="287020" cy="185420"/>
            <a:chOff x="9608566" y="4839970"/>
            <a:chExt cx="287020" cy="185420"/>
          </a:xfrm>
        </p:grpSpPr>
        <p:sp>
          <p:nvSpPr>
            <p:cNvPr id="66" name="object 66" descr=""/>
            <p:cNvSpPr/>
            <p:nvPr/>
          </p:nvSpPr>
          <p:spPr>
            <a:xfrm>
              <a:off x="9614916" y="4846320"/>
              <a:ext cx="274320" cy="172720"/>
            </a:xfrm>
            <a:custGeom>
              <a:avLst/>
              <a:gdLst/>
              <a:ahLst/>
              <a:cxnLst/>
              <a:rect l="l" t="t" r="r" b="b"/>
              <a:pathLst>
                <a:path w="274320" h="172720">
                  <a:moveTo>
                    <a:pt x="188213" y="0"/>
                  </a:moveTo>
                  <a:lnTo>
                    <a:pt x="188213" y="43052"/>
                  </a:lnTo>
                  <a:lnTo>
                    <a:pt x="0" y="43052"/>
                  </a:lnTo>
                  <a:lnTo>
                    <a:pt x="0" y="129158"/>
                  </a:lnTo>
                  <a:lnTo>
                    <a:pt x="188213" y="129158"/>
                  </a:lnTo>
                  <a:lnTo>
                    <a:pt x="188213" y="172211"/>
                  </a:lnTo>
                  <a:lnTo>
                    <a:pt x="274319" y="86105"/>
                  </a:lnTo>
                  <a:lnTo>
                    <a:pt x="188213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9614916" y="4846320"/>
              <a:ext cx="274320" cy="172720"/>
            </a:xfrm>
            <a:custGeom>
              <a:avLst/>
              <a:gdLst/>
              <a:ahLst/>
              <a:cxnLst/>
              <a:rect l="l" t="t" r="r" b="b"/>
              <a:pathLst>
                <a:path w="274320" h="172720">
                  <a:moveTo>
                    <a:pt x="188213" y="172211"/>
                  </a:moveTo>
                  <a:lnTo>
                    <a:pt x="188213" y="129158"/>
                  </a:lnTo>
                  <a:lnTo>
                    <a:pt x="0" y="129158"/>
                  </a:lnTo>
                  <a:lnTo>
                    <a:pt x="0" y="43052"/>
                  </a:lnTo>
                  <a:lnTo>
                    <a:pt x="188213" y="43052"/>
                  </a:lnTo>
                  <a:lnTo>
                    <a:pt x="188213" y="0"/>
                  </a:lnTo>
                  <a:lnTo>
                    <a:pt x="274319" y="86105"/>
                  </a:lnTo>
                  <a:lnTo>
                    <a:pt x="188213" y="172211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9" name="object 6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52095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CSS</a:t>
            </a:r>
            <a:r>
              <a:rPr dirty="0" spc="-114"/>
              <a:t> </a:t>
            </a:r>
            <a:r>
              <a:rPr dirty="0" spc="210"/>
              <a:t>PRE-</a:t>
            </a:r>
            <a:r>
              <a:rPr dirty="0" spc="-85"/>
              <a:t>PROCESSORS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7372984" cy="3780154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34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Pre-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processors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special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«compilers»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that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generate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starting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written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in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their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own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syntax</a:t>
            </a:r>
            <a:endParaRPr sz="2800">
              <a:latin typeface="Calibri"/>
              <a:cs typeface="Calibri"/>
            </a:endParaRPr>
          </a:p>
          <a:p>
            <a:pPr marL="240029" marR="326390" indent="-227329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Pre-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processor-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syntax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seen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an 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extesion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introducing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features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variables)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help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maintable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stylesheets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1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efficiently</a:t>
            </a:r>
            <a:endParaRPr sz="2800">
              <a:latin typeface="Calibri"/>
              <a:cs typeface="Calibri"/>
            </a:endParaRPr>
          </a:p>
          <a:p>
            <a:pPr marL="240029" marR="273685" indent="-227329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Widely-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processors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include: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Sass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LESS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Stylus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…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9482073" y="888238"/>
            <a:ext cx="1628139" cy="2583815"/>
            <a:chOff x="9482073" y="888238"/>
            <a:chExt cx="1628139" cy="2583815"/>
          </a:xfrm>
        </p:grpSpPr>
        <p:sp>
          <p:nvSpPr>
            <p:cNvPr id="5" name="object 5" descr=""/>
            <p:cNvSpPr/>
            <p:nvPr/>
          </p:nvSpPr>
          <p:spPr>
            <a:xfrm>
              <a:off x="9767315" y="894588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0" y="0"/>
                  </a:lnTo>
                  <a:lnTo>
                    <a:pt x="0" y="1025651"/>
                  </a:lnTo>
                  <a:lnTo>
                    <a:pt x="819911" y="1025651"/>
                  </a:lnTo>
                  <a:lnTo>
                    <a:pt x="819911" y="136651"/>
                  </a:lnTo>
                  <a:lnTo>
                    <a:pt x="683259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450575" y="894588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59" h="137159">
                  <a:moveTo>
                    <a:pt x="0" y="0"/>
                  </a:moveTo>
                  <a:lnTo>
                    <a:pt x="27304" y="109347"/>
                  </a:lnTo>
                  <a:lnTo>
                    <a:pt x="136651" y="136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767315" y="894588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710564" y="109347"/>
                  </a:lnTo>
                  <a:lnTo>
                    <a:pt x="819911" y="136651"/>
                  </a:lnTo>
                  <a:lnTo>
                    <a:pt x="683259" y="0"/>
                  </a:lnTo>
                  <a:lnTo>
                    <a:pt x="0" y="0"/>
                  </a:lnTo>
                  <a:lnTo>
                    <a:pt x="0" y="1025651"/>
                  </a:lnTo>
                  <a:lnTo>
                    <a:pt x="819911" y="1025651"/>
                  </a:lnTo>
                  <a:lnTo>
                    <a:pt x="819911" y="136651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005059" y="1034796"/>
              <a:ext cx="820419" cy="1024255"/>
            </a:xfrm>
            <a:custGeom>
              <a:avLst/>
              <a:gdLst/>
              <a:ahLst/>
              <a:cxnLst/>
              <a:rect l="l" t="t" r="r" b="b"/>
              <a:pathLst>
                <a:path w="820420" h="1024255">
                  <a:moveTo>
                    <a:pt x="683260" y="0"/>
                  </a:moveTo>
                  <a:lnTo>
                    <a:pt x="0" y="0"/>
                  </a:lnTo>
                  <a:lnTo>
                    <a:pt x="0" y="1024127"/>
                  </a:lnTo>
                  <a:lnTo>
                    <a:pt x="819912" y="1024127"/>
                  </a:lnTo>
                  <a:lnTo>
                    <a:pt x="819912" y="136651"/>
                  </a:lnTo>
                  <a:lnTo>
                    <a:pt x="683260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688319" y="1034796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59" h="137159">
                  <a:moveTo>
                    <a:pt x="0" y="0"/>
                  </a:moveTo>
                  <a:lnTo>
                    <a:pt x="27304" y="109346"/>
                  </a:lnTo>
                  <a:lnTo>
                    <a:pt x="136651" y="136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005059" y="1034796"/>
              <a:ext cx="820419" cy="1024255"/>
            </a:xfrm>
            <a:custGeom>
              <a:avLst/>
              <a:gdLst/>
              <a:ahLst/>
              <a:cxnLst/>
              <a:rect l="l" t="t" r="r" b="b"/>
              <a:pathLst>
                <a:path w="820420" h="1024255">
                  <a:moveTo>
                    <a:pt x="683260" y="0"/>
                  </a:moveTo>
                  <a:lnTo>
                    <a:pt x="710565" y="109346"/>
                  </a:lnTo>
                  <a:lnTo>
                    <a:pt x="819912" y="136651"/>
                  </a:lnTo>
                  <a:lnTo>
                    <a:pt x="683260" y="0"/>
                  </a:lnTo>
                  <a:lnTo>
                    <a:pt x="0" y="0"/>
                  </a:lnTo>
                  <a:lnTo>
                    <a:pt x="0" y="1024127"/>
                  </a:lnTo>
                  <a:lnTo>
                    <a:pt x="819912" y="1024127"/>
                  </a:lnTo>
                  <a:lnTo>
                    <a:pt x="819912" y="136651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886187" y="1173480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0" y="0"/>
                  </a:lnTo>
                  <a:lnTo>
                    <a:pt x="0" y="1025652"/>
                  </a:lnTo>
                  <a:lnTo>
                    <a:pt x="819911" y="1025652"/>
                  </a:lnTo>
                  <a:lnTo>
                    <a:pt x="819911" y="136652"/>
                  </a:lnTo>
                  <a:lnTo>
                    <a:pt x="683259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569447" y="1173480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59" h="137159">
                  <a:moveTo>
                    <a:pt x="0" y="0"/>
                  </a:moveTo>
                  <a:lnTo>
                    <a:pt x="27304" y="109347"/>
                  </a:lnTo>
                  <a:lnTo>
                    <a:pt x="136651" y="1366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886187" y="1173480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710564" y="109347"/>
                  </a:lnTo>
                  <a:lnTo>
                    <a:pt x="819911" y="136652"/>
                  </a:lnTo>
                  <a:lnTo>
                    <a:pt x="683259" y="0"/>
                  </a:lnTo>
                  <a:lnTo>
                    <a:pt x="0" y="0"/>
                  </a:lnTo>
                  <a:lnTo>
                    <a:pt x="0" y="1025652"/>
                  </a:lnTo>
                  <a:lnTo>
                    <a:pt x="819911" y="1025652"/>
                  </a:lnTo>
                  <a:lnTo>
                    <a:pt x="819911" y="136652"/>
                  </a:lnTo>
                </a:path>
              </a:pathLst>
            </a:custGeom>
            <a:ln w="12699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488423" y="2551176"/>
              <a:ext cx="1615440" cy="914400"/>
            </a:xfrm>
            <a:custGeom>
              <a:avLst/>
              <a:gdLst/>
              <a:ahLst/>
              <a:cxnLst/>
              <a:rect l="l" t="t" r="r" b="b"/>
              <a:pathLst>
                <a:path w="1615440" h="914400">
                  <a:moveTo>
                    <a:pt x="146304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1463040" y="914400"/>
                  </a:lnTo>
                  <a:lnTo>
                    <a:pt x="1511222" y="906633"/>
                  </a:lnTo>
                  <a:lnTo>
                    <a:pt x="1553059" y="885005"/>
                  </a:lnTo>
                  <a:lnTo>
                    <a:pt x="1586045" y="852019"/>
                  </a:lnTo>
                  <a:lnTo>
                    <a:pt x="1607673" y="810182"/>
                  </a:lnTo>
                  <a:lnTo>
                    <a:pt x="1615440" y="762000"/>
                  </a:lnTo>
                  <a:lnTo>
                    <a:pt x="1615440" y="152400"/>
                  </a:lnTo>
                  <a:lnTo>
                    <a:pt x="1607673" y="104217"/>
                  </a:lnTo>
                  <a:lnTo>
                    <a:pt x="1586045" y="62380"/>
                  </a:lnTo>
                  <a:lnTo>
                    <a:pt x="1553059" y="29394"/>
                  </a:lnTo>
                  <a:lnTo>
                    <a:pt x="1511222" y="7766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488423" y="2551176"/>
              <a:ext cx="1615440" cy="914400"/>
            </a:xfrm>
            <a:custGeom>
              <a:avLst/>
              <a:gdLst/>
              <a:ahLst/>
              <a:cxnLst/>
              <a:rect l="l" t="t" r="r" b="b"/>
              <a:pathLst>
                <a:path w="161544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463040" y="0"/>
                  </a:lnTo>
                  <a:lnTo>
                    <a:pt x="1511222" y="7766"/>
                  </a:lnTo>
                  <a:lnTo>
                    <a:pt x="1553059" y="29394"/>
                  </a:lnTo>
                  <a:lnTo>
                    <a:pt x="1586045" y="62380"/>
                  </a:lnTo>
                  <a:lnTo>
                    <a:pt x="1607673" y="104217"/>
                  </a:lnTo>
                  <a:lnTo>
                    <a:pt x="1615440" y="152400"/>
                  </a:lnTo>
                  <a:lnTo>
                    <a:pt x="1615440" y="762000"/>
                  </a:lnTo>
                  <a:lnTo>
                    <a:pt x="1607673" y="810182"/>
                  </a:lnTo>
                  <a:lnTo>
                    <a:pt x="1586045" y="852019"/>
                  </a:lnTo>
                  <a:lnTo>
                    <a:pt x="1553059" y="885005"/>
                  </a:lnTo>
                  <a:lnTo>
                    <a:pt x="1511222" y="906633"/>
                  </a:lnTo>
                  <a:lnTo>
                    <a:pt x="1463040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9641840" y="2706115"/>
            <a:ext cx="13106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Pre-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processor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9760966" y="3812794"/>
            <a:ext cx="1070610" cy="1317625"/>
            <a:chOff x="9760966" y="3812794"/>
            <a:chExt cx="1070610" cy="1317625"/>
          </a:xfrm>
        </p:grpSpPr>
        <p:sp>
          <p:nvSpPr>
            <p:cNvPr id="18" name="object 18" descr=""/>
            <p:cNvSpPr/>
            <p:nvPr/>
          </p:nvSpPr>
          <p:spPr>
            <a:xfrm>
              <a:off x="9767316" y="3819144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0" y="0"/>
                  </a:lnTo>
                  <a:lnTo>
                    <a:pt x="0" y="1025651"/>
                  </a:lnTo>
                  <a:lnTo>
                    <a:pt x="819911" y="1025651"/>
                  </a:lnTo>
                  <a:lnTo>
                    <a:pt x="819911" y="136651"/>
                  </a:lnTo>
                  <a:lnTo>
                    <a:pt x="68325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450576" y="3819144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59" h="137160">
                  <a:moveTo>
                    <a:pt x="0" y="0"/>
                  </a:moveTo>
                  <a:lnTo>
                    <a:pt x="27304" y="109346"/>
                  </a:lnTo>
                  <a:lnTo>
                    <a:pt x="136651" y="136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767316" y="3819144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710564" y="109346"/>
                  </a:lnTo>
                  <a:lnTo>
                    <a:pt x="819911" y="136651"/>
                  </a:lnTo>
                  <a:lnTo>
                    <a:pt x="683259" y="0"/>
                  </a:lnTo>
                  <a:lnTo>
                    <a:pt x="0" y="0"/>
                  </a:lnTo>
                  <a:lnTo>
                    <a:pt x="0" y="1025651"/>
                  </a:lnTo>
                  <a:lnTo>
                    <a:pt x="819911" y="1025651"/>
                  </a:lnTo>
                  <a:lnTo>
                    <a:pt x="819911" y="136651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005060" y="3959352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60" y="0"/>
                  </a:moveTo>
                  <a:lnTo>
                    <a:pt x="0" y="0"/>
                  </a:lnTo>
                  <a:lnTo>
                    <a:pt x="0" y="1025652"/>
                  </a:lnTo>
                  <a:lnTo>
                    <a:pt x="819912" y="1025652"/>
                  </a:lnTo>
                  <a:lnTo>
                    <a:pt x="819912" y="136652"/>
                  </a:lnTo>
                  <a:lnTo>
                    <a:pt x="68326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688320" y="3959352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59" h="137160">
                  <a:moveTo>
                    <a:pt x="0" y="0"/>
                  </a:moveTo>
                  <a:lnTo>
                    <a:pt x="27304" y="109347"/>
                  </a:lnTo>
                  <a:lnTo>
                    <a:pt x="136651" y="1366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0005060" y="3959352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60" y="0"/>
                  </a:moveTo>
                  <a:lnTo>
                    <a:pt x="710565" y="109347"/>
                  </a:lnTo>
                  <a:lnTo>
                    <a:pt x="819912" y="136652"/>
                  </a:lnTo>
                  <a:lnTo>
                    <a:pt x="683260" y="0"/>
                  </a:lnTo>
                  <a:lnTo>
                    <a:pt x="0" y="0"/>
                  </a:lnTo>
                  <a:lnTo>
                    <a:pt x="0" y="1025652"/>
                  </a:lnTo>
                  <a:lnTo>
                    <a:pt x="819912" y="1025652"/>
                  </a:lnTo>
                  <a:lnTo>
                    <a:pt x="819912" y="136652"/>
                  </a:lnTo>
                </a:path>
              </a:pathLst>
            </a:custGeom>
            <a:ln w="12699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886188" y="4099560"/>
              <a:ext cx="820419" cy="1024255"/>
            </a:xfrm>
            <a:custGeom>
              <a:avLst/>
              <a:gdLst/>
              <a:ahLst/>
              <a:cxnLst/>
              <a:rect l="l" t="t" r="r" b="b"/>
              <a:pathLst>
                <a:path w="820420" h="1024254">
                  <a:moveTo>
                    <a:pt x="683259" y="0"/>
                  </a:moveTo>
                  <a:lnTo>
                    <a:pt x="0" y="0"/>
                  </a:lnTo>
                  <a:lnTo>
                    <a:pt x="0" y="1024127"/>
                  </a:lnTo>
                  <a:lnTo>
                    <a:pt x="819911" y="1024127"/>
                  </a:lnTo>
                  <a:lnTo>
                    <a:pt x="819911" y="136651"/>
                  </a:lnTo>
                  <a:lnTo>
                    <a:pt x="68325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569448" y="4099560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59" h="137160">
                  <a:moveTo>
                    <a:pt x="0" y="0"/>
                  </a:moveTo>
                  <a:lnTo>
                    <a:pt x="27304" y="109346"/>
                  </a:lnTo>
                  <a:lnTo>
                    <a:pt x="136651" y="136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886188" y="4099560"/>
              <a:ext cx="820419" cy="1024255"/>
            </a:xfrm>
            <a:custGeom>
              <a:avLst/>
              <a:gdLst/>
              <a:ahLst/>
              <a:cxnLst/>
              <a:rect l="l" t="t" r="r" b="b"/>
              <a:pathLst>
                <a:path w="820420" h="1024254">
                  <a:moveTo>
                    <a:pt x="683259" y="0"/>
                  </a:moveTo>
                  <a:lnTo>
                    <a:pt x="710564" y="109346"/>
                  </a:lnTo>
                  <a:lnTo>
                    <a:pt x="819911" y="136651"/>
                  </a:lnTo>
                  <a:lnTo>
                    <a:pt x="683259" y="0"/>
                  </a:lnTo>
                  <a:lnTo>
                    <a:pt x="0" y="0"/>
                  </a:lnTo>
                  <a:lnTo>
                    <a:pt x="0" y="1024127"/>
                  </a:lnTo>
                  <a:lnTo>
                    <a:pt x="819911" y="1024127"/>
                  </a:lnTo>
                  <a:lnTo>
                    <a:pt x="819911" y="136651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0115804" y="4449013"/>
            <a:ext cx="3625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049257" y="535304"/>
            <a:ext cx="2472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Preprocessor-</a:t>
            </a:r>
            <a:r>
              <a:rPr dirty="0" sz="1800" b="1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1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9689259" y="2230882"/>
            <a:ext cx="1214755" cy="4207510"/>
            <a:chOff x="9689259" y="2230882"/>
            <a:chExt cx="1214755" cy="4207510"/>
          </a:xfrm>
        </p:grpSpPr>
        <p:sp>
          <p:nvSpPr>
            <p:cNvPr id="30" name="object 30" descr=""/>
            <p:cNvSpPr/>
            <p:nvPr/>
          </p:nvSpPr>
          <p:spPr>
            <a:xfrm>
              <a:off x="10209276" y="3500628"/>
              <a:ext cx="172720" cy="274320"/>
            </a:xfrm>
            <a:custGeom>
              <a:avLst/>
              <a:gdLst/>
              <a:ahLst/>
              <a:cxnLst/>
              <a:rect l="l" t="t" r="r" b="b"/>
              <a:pathLst>
                <a:path w="172720" h="274320">
                  <a:moveTo>
                    <a:pt x="129158" y="0"/>
                  </a:moveTo>
                  <a:lnTo>
                    <a:pt x="43052" y="0"/>
                  </a:lnTo>
                  <a:lnTo>
                    <a:pt x="43052" y="188214"/>
                  </a:lnTo>
                  <a:lnTo>
                    <a:pt x="0" y="188214"/>
                  </a:lnTo>
                  <a:lnTo>
                    <a:pt x="86105" y="274320"/>
                  </a:lnTo>
                  <a:lnTo>
                    <a:pt x="172212" y="188214"/>
                  </a:lnTo>
                  <a:lnTo>
                    <a:pt x="129158" y="188214"/>
                  </a:lnTo>
                  <a:lnTo>
                    <a:pt x="12915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0209276" y="3500628"/>
              <a:ext cx="172720" cy="274320"/>
            </a:xfrm>
            <a:custGeom>
              <a:avLst/>
              <a:gdLst/>
              <a:ahLst/>
              <a:cxnLst/>
              <a:rect l="l" t="t" r="r" b="b"/>
              <a:pathLst>
                <a:path w="172720" h="274320">
                  <a:moveTo>
                    <a:pt x="0" y="188214"/>
                  </a:moveTo>
                  <a:lnTo>
                    <a:pt x="43052" y="188214"/>
                  </a:lnTo>
                  <a:lnTo>
                    <a:pt x="43052" y="0"/>
                  </a:lnTo>
                  <a:lnTo>
                    <a:pt x="129158" y="0"/>
                  </a:lnTo>
                  <a:lnTo>
                    <a:pt x="129158" y="188214"/>
                  </a:lnTo>
                  <a:lnTo>
                    <a:pt x="172212" y="188214"/>
                  </a:lnTo>
                  <a:lnTo>
                    <a:pt x="86105" y="274320"/>
                  </a:lnTo>
                  <a:lnTo>
                    <a:pt x="0" y="188214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207752" y="2237232"/>
              <a:ext cx="172720" cy="274320"/>
            </a:xfrm>
            <a:custGeom>
              <a:avLst/>
              <a:gdLst/>
              <a:ahLst/>
              <a:cxnLst/>
              <a:rect l="l" t="t" r="r" b="b"/>
              <a:pathLst>
                <a:path w="172720" h="274319">
                  <a:moveTo>
                    <a:pt x="129158" y="0"/>
                  </a:moveTo>
                  <a:lnTo>
                    <a:pt x="43052" y="0"/>
                  </a:lnTo>
                  <a:lnTo>
                    <a:pt x="43052" y="188213"/>
                  </a:lnTo>
                  <a:lnTo>
                    <a:pt x="0" y="188213"/>
                  </a:lnTo>
                  <a:lnTo>
                    <a:pt x="86105" y="274319"/>
                  </a:lnTo>
                  <a:lnTo>
                    <a:pt x="172212" y="188213"/>
                  </a:lnTo>
                  <a:lnTo>
                    <a:pt x="129158" y="188213"/>
                  </a:lnTo>
                  <a:lnTo>
                    <a:pt x="12915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207752" y="2237232"/>
              <a:ext cx="172720" cy="274320"/>
            </a:xfrm>
            <a:custGeom>
              <a:avLst/>
              <a:gdLst/>
              <a:ahLst/>
              <a:cxnLst/>
              <a:rect l="l" t="t" r="r" b="b"/>
              <a:pathLst>
                <a:path w="172720" h="274319">
                  <a:moveTo>
                    <a:pt x="0" y="188213"/>
                  </a:moveTo>
                  <a:lnTo>
                    <a:pt x="43052" y="188213"/>
                  </a:lnTo>
                  <a:lnTo>
                    <a:pt x="43052" y="0"/>
                  </a:lnTo>
                  <a:lnTo>
                    <a:pt x="129158" y="0"/>
                  </a:lnTo>
                  <a:lnTo>
                    <a:pt x="129158" y="188213"/>
                  </a:lnTo>
                  <a:lnTo>
                    <a:pt x="172212" y="188213"/>
                  </a:lnTo>
                  <a:lnTo>
                    <a:pt x="86105" y="274319"/>
                  </a:lnTo>
                  <a:lnTo>
                    <a:pt x="0" y="188213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0207752" y="5173980"/>
              <a:ext cx="172720" cy="274320"/>
            </a:xfrm>
            <a:custGeom>
              <a:avLst/>
              <a:gdLst/>
              <a:ahLst/>
              <a:cxnLst/>
              <a:rect l="l" t="t" r="r" b="b"/>
              <a:pathLst>
                <a:path w="172720" h="274320">
                  <a:moveTo>
                    <a:pt x="129158" y="0"/>
                  </a:moveTo>
                  <a:lnTo>
                    <a:pt x="43052" y="0"/>
                  </a:lnTo>
                  <a:lnTo>
                    <a:pt x="43052" y="188214"/>
                  </a:lnTo>
                  <a:lnTo>
                    <a:pt x="0" y="188214"/>
                  </a:lnTo>
                  <a:lnTo>
                    <a:pt x="86105" y="274320"/>
                  </a:lnTo>
                  <a:lnTo>
                    <a:pt x="172212" y="188214"/>
                  </a:lnTo>
                  <a:lnTo>
                    <a:pt x="129158" y="188214"/>
                  </a:lnTo>
                  <a:lnTo>
                    <a:pt x="12915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207752" y="5173980"/>
              <a:ext cx="172720" cy="274320"/>
            </a:xfrm>
            <a:custGeom>
              <a:avLst/>
              <a:gdLst/>
              <a:ahLst/>
              <a:cxnLst/>
              <a:rect l="l" t="t" r="r" b="b"/>
              <a:pathLst>
                <a:path w="172720" h="274320">
                  <a:moveTo>
                    <a:pt x="0" y="188214"/>
                  </a:moveTo>
                  <a:lnTo>
                    <a:pt x="43052" y="188214"/>
                  </a:lnTo>
                  <a:lnTo>
                    <a:pt x="43052" y="0"/>
                  </a:lnTo>
                  <a:lnTo>
                    <a:pt x="129158" y="0"/>
                  </a:lnTo>
                  <a:lnTo>
                    <a:pt x="129158" y="188214"/>
                  </a:lnTo>
                  <a:lnTo>
                    <a:pt x="172212" y="188214"/>
                  </a:lnTo>
                  <a:lnTo>
                    <a:pt x="86105" y="274320"/>
                  </a:lnTo>
                  <a:lnTo>
                    <a:pt x="0" y="188214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9697989" y="5501502"/>
              <a:ext cx="1197610" cy="928369"/>
            </a:xfrm>
            <a:custGeom>
              <a:avLst/>
              <a:gdLst/>
              <a:ahLst/>
              <a:cxnLst/>
              <a:rect l="l" t="t" r="r" b="b"/>
              <a:pathLst>
                <a:path w="1197609" h="928370">
                  <a:moveTo>
                    <a:pt x="1197047" y="0"/>
                  </a:moveTo>
                  <a:lnTo>
                    <a:pt x="0" y="0"/>
                  </a:lnTo>
                  <a:lnTo>
                    <a:pt x="0" y="927947"/>
                  </a:lnTo>
                  <a:lnTo>
                    <a:pt x="1197047" y="927947"/>
                  </a:lnTo>
                  <a:lnTo>
                    <a:pt x="1197047" y="838145"/>
                  </a:lnTo>
                  <a:lnTo>
                    <a:pt x="89779" y="838145"/>
                  </a:lnTo>
                  <a:lnTo>
                    <a:pt x="89779" y="239470"/>
                  </a:lnTo>
                  <a:lnTo>
                    <a:pt x="1197047" y="239470"/>
                  </a:lnTo>
                  <a:lnTo>
                    <a:pt x="1197047" y="149668"/>
                  </a:lnTo>
                  <a:lnTo>
                    <a:pt x="822979" y="149668"/>
                  </a:lnTo>
                  <a:lnTo>
                    <a:pt x="811327" y="147315"/>
                  </a:lnTo>
                  <a:lnTo>
                    <a:pt x="801815" y="140899"/>
                  </a:lnTo>
                  <a:lnTo>
                    <a:pt x="795403" y="131384"/>
                  </a:lnTo>
                  <a:lnTo>
                    <a:pt x="793052" y="119735"/>
                  </a:lnTo>
                  <a:lnTo>
                    <a:pt x="795403" y="108080"/>
                  </a:lnTo>
                  <a:lnTo>
                    <a:pt x="801815" y="98566"/>
                  </a:lnTo>
                  <a:lnTo>
                    <a:pt x="811327" y="92152"/>
                  </a:lnTo>
                  <a:lnTo>
                    <a:pt x="822979" y="89801"/>
                  </a:lnTo>
                  <a:lnTo>
                    <a:pt x="1197047" y="89801"/>
                  </a:lnTo>
                  <a:lnTo>
                    <a:pt x="1197047" y="0"/>
                  </a:lnTo>
                  <a:close/>
                </a:path>
                <a:path w="1197609" h="928370">
                  <a:moveTo>
                    <a:pt x="1197047" y="239470"/>
                  </a:moveTo>
                  <a:lnTo>
                    <a:pt x="1107280" y="239470"/>
                  </a:lnTo>
                  <a:lnTo>
                    <a:pt x="1107280" y="838145"/>
                  </a:lnTo>
                  <a:lnTo>
                    <a:pt x="1197047" y="838145"/>
                  </a:lnTo>
                  <a:lnTo>
                    <a:pt x="1197047" y="239470"/>
                  </a:lnTo>
                  <a:close/>
                </a:path>
                <a:path w="1197609" h="928370">
                  <a:moveTo>
                    <a:pt x="927721" y="89801"/>
                  </a:moveTo>
                  <a:lnTo>
                    <a:pt x="822979" y="89801"/>
                  </a:lnTo>
                  <a:lnTo>
                    <a:pt x="834625" y="92152"/>
                  </a:lnTo>
                  <a:lnTo>
                    <a:pt x="844138" y="98566"/>
                  </a:lnTo>
                  <a:lnTo>
                    <a:pt x="850552" y="108080"/>
                  </a:lnTo>
                  <a:lnTo>
                    <a:pt x="852905" y="119735"/>
                  </a:lnTo>
                  <a:lnTo>
                    <a:pt x="850552" y="131384"/>
                  </a:lnTo>
                  <a:lnTo>
                    <a:pt x="844138" y="140899"/>
                  </a:lnTo>
                  <a:lnTo>
                    <a:pt x="834625" y="147315"/>
                  </a:lnTo>
                  <a:lnTo>
                    <a:pt x="822979" y="149668"/>
                  </a:lnTo>
                  <a:lnTo>
                    <a:pt x="927721" y="149668"/>
                  </a:lnTo>
                  <a:lnTo>
                    <a:pt x="916070" y="147315"/>
                  </a:lnTo>
                  <a:lnTo>
                    <a:pt x="906558" y="140899"/>
                  </a:lnTo>
                  <a:lnTo>
                    <a:pt x="900146" y="131384"/>
                  </a:lnTo>
                  <a:lnTo>
                    <a:pt x="897795" y="119735"/>
                  </a:lnTo>
                  <a:lnTo>
                    <a:pt x="900146" y="108080"/>
                  </a:lnTo>
                  <a:lnTo>
                    <a:pt x="906558" y="98566"/>
                  </a:lnTo>
                  <a:lnTo>
                    <a:pt x="916070" y="92152"/>
                  </a:lnTo>
                  <a:lnTo>
                    <a:pt x="927721" y="89801"/>
                  </a:lnTo>
                  <a:close/>
                </a:path>
                <a:path w="1197609" h="928370">
                  <a:moveTo>
                    <a:pt x="1032464" y="89801"/>
                  </a:moveTo>
                  <a:lnTo>
                    <a:pt x="927721" y="89801"/>
                  </a:lnTo>
                  <a:lnTo>
                    <a:pt x="939368" y="92152"/>
                  </a:lnTo>
                  <a:lnTo>
                    <a:pt x="948880" y="98566"/>
                  </a:lnTo>
                  <a:lnTo>
                    <a:pt x="955295" y="108080"/>
                  </a:lnTo>
                  <a:lnTo>
                    <a:pt x="957648" y="119735"/>
                  </a:lnTo>
                  <a:lnTo>
                    <a:pt x="955295" y="131384"/>
                  </a:lnTo>
                  <a:lnTo>
                    <a:pt x="948880" y="140899"/>
                  </a:lnTo>
                  <a:lnTo>
                    <a:pt x="939368" y="147315"/>
                  </a:lnTo>
                  <a:lnTo>
                    <a:pt x="927721" y="149668"/>
                  </a:lnTo>
                  <a:lnTo>
                    <a:pt x="1032464" y="149668"/>
                  </a:lnTo>
                  <a:lnTo>
                    <a:pt x="1020813" y="147315"/>
                  </a:lnTo>
                  <a:lnTo>
                    <a:pt x="1011300" y="140899"/>
                  </a:lnTo>
                  <a:lnTo>
                    <a:pt x="1004888" y="131384"/>
                  </a:lnTo>
                  <a:lnTo>
                    <a:pt x="1002538" y="119735"/>
                  </a:lnTo>
                  <a:lnTo>
                    <a:pt x="1004888" y="108080"/>
                  </a:lnTo>
                  <a:lnTo>
                    <a:pt x="1011300" y="98566"/>
                  </a:lnTo>
                  <a:lnTo>
                    <a:pt x="1020813" y="92152"/>
                  </a:lnTo>
                  <a:lnTo>
                    <a:pt x="1032464" y="89801"/>
                  </a:lnTo>
                  <a:close/>
                </a:path>
                <a:path w="1197609" h="928370">
                  <a:moveTo>
                    <a:pt x="1197047" y="89801"/>
                  </a:moveTo>
                  <a:lnTo>
                    <a:pt x="1032464" y="89801"/>
                  </a:lnTo>
                  <a:lnTo>
                    <a:pt x="1044110" y="92152"/>
                  </a:lnTo>
                  <a:lnTo>
                    <a:pt x="1053623" y="98566"/>
                  </a:lnTo>
                  <a:lnTo>
                    <a:pt x="1060038" y="108080"/>
                  </a:lnTo>
                  <a:lnTo>
                    <a:pt x="1062391" y="119735"/>
                  </a:lnTo>
                  <a:lnTo>
                    <a:pt x="1060038" y="131384"/>
                  </a:lnTo>
                  <a:lnTo>
                    <a:pt x="1053623" y="140899"/>
                  </a:lnTo>
                  <a:lnTo>
                    <a:pt x="1044110" y="147315"/>
                  </a:lnTo>
                  <a:lnTo>
                    <a:pt x="1032464" y="149668"/>
                  </a:lnTo>
                  <a:lnTo>
                    <a:pt x="1197047" y="149668"/>
                  </a:lnTo>
                  <a:lnTo>
                    <a:pt x="1197047" y="89801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697989" y="5501502"/>
              <a:ext cx="1197610" cy="928369"/>
            </a:xfrm>
            <a:custGeom>
              <a:avLst/>
              <a:gdLst/>
              <a:ahLst/>
              <a:cxnLst/>
              <a:rect l="l" t="t" r="r" b="b"/>
              <a:pathLst>
                <a:path w="1197609" h="928370">
                  <a:moveTo>
                    <a:pt x="0" y="0"/>
                  </a:moveTo>
                  <a:lnTo>
                    <a:pt x="0" y="927947"/>
                  </a:lnTo>
                  <a:lnTo>
                    <a:pt x="1197047" y="927947"/>
                  </a:lnTo>
                  <a:lnTo>
                    <a:pt x="1197047" y="0"/>
                  </a:lnTo>
                  <a:lnTo>
                    <a:pt x="0" y="0"/>
                  </a:lnTo>
                  <a:close/>
                </a:path>
              </a:pathLst>
            </a:custGeom>
            <a:ln w="17459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91798" y="5582574"/>
              <a:ext cx="77312" cy="77326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87055" y="5582574"/>
              <a:ext cx="77312" cy="77326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2312" y="5582574"/>
              <a:ext cx="77312" cy="77326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9787769" y="5740972"/>
            <a:ext cx="1017905" cy="598805"/>
          </a:xfrm>
          <a:prstGeom prst="rect">
            <a:avLst/>
          </a:prstGeom>
          <a:ln w="17460">
            <a:solidFill>
              <a:srgbClr val="111F35"/>
            </a:solidFill>
          </a:ln>
        </p:spPr>
        <p:txBody>
          <a:bodyPr wrap="square" lIns="0" tIns="15811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1245"/>
              </a:spcBef>
            </a:pP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43" name="object 4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55664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CSS </a:t>
            </a:r>
            <a:r>
              <a:rPr dirty="0" spc="245"/>
              <a:t>POST-</a:t>
            </a:r>
            <a:r>
              <a:rPr dirty="0" spc="-85"/>
              <a:t>PROCESSORS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8277859" cy="1233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95"/>
              </a:lnSpc>
              <a:spcBef>
                <a:spcPts val="95"/>
              </a:spcBef>
            </a:pP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Post-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processors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automatically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process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transform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3195"/>
              </a:lnSpc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existing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stylesheets,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typically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for:</a:t>
            </a:r>
            <a:endParaRPr sz="2800">
              <a:latin typeface="Calibri"/>
              <a:cs typeface="Calibri"/>
            </a:endParaRPr>
          </a:p>
          <a:p>
            <a:pPr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Downleveling</a:t>
            </a:r>
            <a:r>
              <a:rPr dirty="0" sz="2400" spc="-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(see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4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https://preset-</a:t>
            </a:r>
            <a:r>
              <a:rPr dirty="0" u="sng" sz="24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env.cssdb.org/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19225" y="3553459"/>
            <a:ext cx="6464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Autoprefixing</a:t>
            </a:r>
            <a:r>
              <a:rPr dirty="0" sz="24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(see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4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https://autoprefixer.github.io/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19225" y="5098999"/>
            <a:ext cx="7258050" cy="120269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Optimizations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minification</a:t>
            </a:r>
            <a:r>
              <a:rPr dirty="0" sz="24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delete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unused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parts)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Enforce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conventions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detect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errors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4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popular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post-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processors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4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PostCSS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9448545" y="2543301"/>
            <a:ext cx="1691005" cy="927100"/>
            <a:chOff x="9448545" y="2543301"/>
            <a:chExt cx="1691005" cy="927100"/>
          </a:xfrm>
        </p:grpSpPr>
        <p:sp>
          <p:nvSpPr>
            <p:cNvPr id="7" name="object 7" descr=""/>
            <p:cNvSpPr/>
            <p:nvPr/>
          </p:nvSpPr>
          <p:spPr>
            <a:xfrm>
              <a:off x="9454895" y="2549651"/>
              <a:ext cx="1678305" cy="914400"/>
            </a:xfrm>
            <a:custGeom>
              <a:avLst/>
              <a:gdLst/>
              <a:ahLst/>
              <a:cxnLst/>
              <a:rect l="l" t="t" r="r" b="b"/>
              <a:pathLst>
                <a:path w="1678304" h="914400">
                  <a:moveTo>
                    <a:pt x="1558162" y="0"/>
                  </a:moveTo>
                  <a:lnTo>
                    <a:pt x="119760" y="0"/>
                  </a:lnTo>
                  <a:lnTo>
                    <a:pt x="73134" y="9407"/>
                  </a:lnTo>
                  <a:lnTo>
                    <a:pt x="35067" y="35067"/>
                  </a:lnTo>
                  <a:lnTo>
                    <a:pt x="9407" y="73134"/>
                  </a:lnTo>
                  <a:lnTo>
                    <a:pt x="0" y="119761"/>
                  </a:lnTo>
                  <a:lnTo>
                    <a:pt x="0" y="794638"/>
                  </a:lnTo>
                  <a:lnTo>
                    <a:pt x="9407" y="841265"/>
                  </a:lnTo>
                  <a:lnTo>
                    <a:pt x="35067" y="879332"/>
                  </a:lnTo>
                  <a:lnTo>
                    <a:pt x="73134" y="904992"/>
                  </a:lnTo>
                  <a:lnTo>
                    <a:pt x="119760" y="914400"/>
                  </a:lnTo>
                  <a:lnTo>
                    <a:pt x="1558162" y="914400"/>
                  </a:lnTo>
                  <a:lnTo>
                    <a:pt x="1604789" y="904992"/>
                  </a:lnTo>
                  <a:lnTo>
                    <a:pt x="1642856" y="879332"/>
                  </a:lnTo>
                  <a:lnTo>
                    <a:pt x="1668516" y="841265"/>
                  </a:lnTo>
                  <a:lnTo>
                    <a:pt x="1677924" y="794638"/>
                  </a:lnTo>
                  <a:lnTo>
                    <a:pt x="1677924" y="119761"/>
                  </a:lnTo>
                  <a:lnTo>
                    <a:pt x="1668516" y="73134"/>
                  </a:lnTo>
                  <a:lnTo>
                    <a:pt x="1642856" y="35067"/>
                  </a:lnTo>
                  <a:lnTo>
                    <a:pt x="1604789" y="9407"/>
                  </a:lnTo>
                  <a:lnTo>
                    <a:pt x="1558162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454895" y="2549651"/>
              <a:ext cx="1678305" cy="914400"/>
            </a:xfrm>
            <a:custGeom>
              <a:avLst/>
              <a:gdLst/>
              <a:ahLst/>
              <a:cxnLst/>
              <a:rect l="l" t="t" r="r" b="b"/>
              <a:pathLst>
                <a:path w="1678304" h="914400">
                  <a:moveTo>
                    <a:pt x="0" y="119761"/>
                  </a:moveTo>
                  <a:lnTo>
                    <a:pt x="9407" y="73134"/>
                  </a:lnTo>
                  <a:lnTo>
                    <a:pt x="35067" y="35067"/>
                  </a:lnTo>
                  <a:lnTo>
                    <a:pt x="73134" y="9407"/>
                  </a:lnTo>
                  <a:lnTo>
                    <a:pt x="119760" y="0"/>
                  </a:lnTo>
                  <a:lnTo>
                    <a:pt x="1558162" y="0"/>
                  </a:lnTo>
                  <a:lnTo>
                    <a:pt x="1604789" y="9407"/>
                  </a:lnTo>
                  <a:lnTo>
                    <a:pt x="1642856" y="35067"/>
                  </a:lnTo>
                  <a:lnTo>
                    <a:pt x="1668516" y="73134"/>
                  </a:lnTo>
                  <a:lnTo>
                    <a:pt x="1677924" y="119761"/>
                  </a:lnTo>
                  <a:lnTo>
                    <a:pt x="1677924" y="794638"/>
                  </a:lnTo>
                  <a:lnTo>
                    <a:pt x="1668516" y="841265"/>
                  </a:lnTo>
                  <a:lnTo>
                    <a:pt x="1642856" y="879332"/>
                  </a:lnTo>
                  <a:lnTo>
                    <a:pt x="1604789" y="904992"/>
                  </a:lnTo>
                  <a:lnTo>
                    <a:pt x="1558162" y="914400"/>
                  </a:lnTo>
                  <a:lnTo>
                    <a:pt x="119760" y="914400"/>
                  </a:lnTo>
                  <a:lnTo>
                    <a:pt x="73134" y="904992"/>
                  </a:lnTo>
                  <a:lnTo>
                    <a:pt x="35067" y="879332"/>
                  </a:lnTo>
                  <a:lnTo>
                    <a:pt x="9407" y="841265"/>
                  </a:lnTo>
                  <a:lnTo>
                    <a:pt x="0" y="794638"/>
                  </a:lnTo>
                  <a:lnTo>
                    <a:pt x="0" y="119761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595484" y="2704846"/>
            <a:ext cx="13995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Post-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processor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9760966" y="3812794"/>
            <a:ext cx="1070610" cy="1317625"/>
            <a:chOff x="9760966" y="3812794"/>
            <a:chExt cx="1070610" cy="1317625"/>
          </a:xfrm>
        </p:grpSpPr>
        <p:sp>
          <p:nvSpPr>
            <p:cNvPr id="11" name="object 11" descr=""/>
            <p:cNvSpPr/>
            <p:nvPr/>
          </p:nvSpPr>
          <p:spPr>
            <a:xfrm>
              <a:off x="9767316" y="3819144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0" y="0"/>
                  </a:lnTo>
                  <a:lnTo>
                    <a:pt x="0" y="1025651"/>
                  </a:lnTo>
                  <a:lnTo>
                    <a:pt x="819911" y="1025651"/>
                  </a:lnTo>
                  <a:lnTo>
                    <a:pt x="819911" y="136651"/>
                  </a:lnTo>
                  <a:lnTo>
                    <a:pt x="683259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450576" y="3819144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59" h="137160">
                  <a:moveTo>
                    <a:pt x="0" y="0"/>
                  </a:moveTo>
                  <a:lnTo>
                    <a:pt x="27304" y="109346"/>
                  </a:lnTo>
                  <a:lnTo>
                    <a:pt x="136651" y="136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5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767316" y="3819144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710564" y="109346"/>
                  </a:lnTo>
                  <a:lnTo>
                    <a:pt x="819911" y="136651"/>
                  </a:lnTo>
                  <a:lnTo>
                    <a:pt x="683259" y="0"/>
                  </a:lnTo>
                  <a:lnTo>
                    <a:pt x="0" y="0"/>
                  </a:lnTo>
                  <a:lnTo>
                    <a:pt x="0" y="1025651"/>
                  </a:lnTo>
                  <a:lnTo>
                    <a:pt x="819911" y="1025651"/>
                  </a:lnTo>
                  <a:lnTo>
                    <a:pt x="819911" y="136651"/>
                  </a:lnTo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0005060" y="3959352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60" y="0"/>
                  </a:moveTo>
                  <a:lnTo>
                    <a:pt x="0" y="0"/>
                  </a:lnTo>
                  <a:lnTo>
                    <a:pt x="0" y="1025652"/>
                  </a:lnTo>
                  <a:lnTo>
                    <a:pt x="819912" y="1025652"/>
                  </a:lnTo>
                  <a:lnTo>
                    <a:pt x="819912" y="136652"/>
                  </a:lnTo>
                  <a:lnTo>
                    <a:pt x="683260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688320" y="3959352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59" h="137160">
                  <a:moveTo>
                    <a:pt x="0" y="0"/>
                  </a:moveTo>
                  <a:lnTo>
                    <a:pt x="27304" y="109347"/>
                  </a:lnTo>
                  <a:lnTo>
                    <a:pt x="136651" y="1366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5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005060" y="3959352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60" y="0"/>
                  </a:moveTo>
                  <a:lnTo>
                    <a:pt x="710565" y="109347"/>
                  </a:lnTo>
                  <a:lnTo>
                    <a:pt x="819912" y="136652"/>
                  </a:lnTo>
                  <a:lnTo>
                    <a:pt x="683260" y="0"/>
                  </a:lnTo>
                  <a:lnTo>
                    <a:pt x="0" y="0"/>
                  </a:lnTo>
                  <a:lnTo>
                    <a:pt x="0" y="1025652"/>
                  </a:lnTo>
                  <a:lnTo>
                    <a:pt x="819912" y="1025652"/>
                  </a:lnTo>
                  <a:lnTo>
                    <a:pt x="819912" y="136652"/>
                  </a:lnTo>
                </a:path>
              </a:pathLst>
            </a:custGeom>
            <a:ln w="12699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886188" y="4099560"/>
              <a:ext cx="820419" cy="1024255"/>
            </a:xfrm>
            <a:custGeom>
              <a:avLst/>
              <a:gdLst/>
              <a:ahLst/>
              <a:cxnLst/>
              <a:rect l="l" t="t" r="r" b="b"/>
              <a:pathLst>
                <a:path w="820420" h="1024254">
                  <a:moveTo>
                    <a:pt x="683259" y="0"/>
                  </a:moveTo>
                  <a:lnTo>
                    <a:pt x="0" y="0"/>
                  </a:lnTo>
                  <a:lnTo>
                    <a:pt x="0" y="1024127"/>
                  </a:lnTo>
                  <a:lnTo>
                    <a:pt x="819911" y="1024127"/>
                  </a:lnTo>
                  <a:lnTo>
                    <a:pt x="819911" y="136651"/>
                  </a:lnTo>
                  <a:lnTo>
                    <a:pt x="683259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0569448" y="4099560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59" h="137160">
                  <a:moveTo>
                    <a:pt x="0" y="0"/>
                  </a:moveTo>
                  <a:lnTo>
                    <a:pt x="27304" y="109346"/>
                  </a:lnTo>
                  <a:lnTo>
                    <a:pt x="136651" y="136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5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886188" y="4099560"/>
              <a:ext cx="820419" cy="1024255"/>
            </a:xfrm>
            <a:custGeom>
              <a:avLst/>
              <a:gdLst/>
              <a:ahLst/>
              <a:cxnLst/>
              <a:rect l="l" t="t" r="r" b="b"/>
              <a:pathLst>
                <a:path w="820420" h="1024254">
                  <a:moveTo>
                    <a:pt x="683259" y="0"/>
                  </a:moveTo>
                  <a:lnTo>
                    <a:pt x="710564" y="109346"/>
                  </a:lnTo>
                  <a:lnTo>
                    <a:pt x="819911" y="136651"/>
                  </a:lnTo>
                  <a:lnTo>
                    <a:pt x="683259" y="0"/>
                  </a:lnTo>
                  <a:lnTo>
                    <a:pt x="0" y="0"/>
                  </a:lnTo>
                  <a:lnTo>
                    <a:pt x="0" y="1024127"/>
                  </a:lnTo>
                  <a:lnTo>
                    <a:pt x="819911" y="1024127"/>
                  </a:lnTo>
                  <a:lnTo>
                    <a:pt x="819911" y="136651"/>
                  </a:lnTo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035540" y="4430268"/>
              <a:ext cx="524510" cy="370840"/>
            </a:xfrm>
            <a:custGeom>
              <a:avLst/>
              <a:gdLst/>
              <a:ahLst/>
              <a:cxnLst/>
              <a:rect l="l" t="t" r="r" b="b"/>
              <a:pathLst>
                <a:path w="524509" h="370839">
                  <a:moveTo>
                    <a:pt x="524255" y="0"/>
                  </a:moveTo>
                  <a:lnTo>
                    <a:pt x="0" y="0"/>
                  </a:lnTo>
                  <a:lnTo>
                    <a:pt x="0" y="370331"/>
                  </a:lnTo>
                  <a:lnTo>
                    <a:pt x="524255" y="370331"/>
                  </a:lnTo>
                  <a:lnTo>
                    <a:pt x="524255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0115804" y="4449013"/>
            <a:ext cx="3625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266935" y="545719"/>
            <a:ext cx="18821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11F35"/>
                </a:solidFill>
                <a:latin typeface="Calibri"/>
                <a:cs typeface="Calibri"/>
              </a:rPr>
              <a:t>Existing</a:t>
            </a:r>
            <a:r>
              <a:rPr dirty="0" sz="1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Stylesheets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9689099" y="2230882"/>
            <a:ext cx="1215390" cy="4207510"/>
            <a:chOff x="9689099" y="2230882"/>
            <a:chExt cx="1215390" cy="4207510"/>
          </a:xfrm>
        </p:grpSpPr>
        <p:sp>
          <p:nvSpPr>
            <p:cNvPr id="24" name="object 24" descr=""/>
            <p:cNvSpPr/>
            <p:nvPr/>
          </p:nvSpPr>
          <p:spPr>
            <a:xfrm>
              <a:off x="10209275" y="3500628"/>
              <a:ext cx="172720" cy="274320"/>
            </a:xfrm>
            <a:custGeom>
              <a:avLst/>
              <a:gdLst/>
              <a:ahLst/>
              <a:cxnLst/>
              <a:rect l="l" t="t" r="r" b="b"/>
              <a:pathLst>
                <a:path w="172720" h="274320">
                  <a:moveTo>
                    <a:pt x="129158" y="0"/>
                  </a:moveTo>
                  <a:lnTo>
                    <a:pt x="43052" y="0"/>
                  </a:lnTo>
                  <a:lnTo>
                    <a:pt x="43052" y="188214"/>
                  </a:lnTo>
                  <a:lnTo>
                    <a:pt x="0" y="188214"/>
                  </a:lnTo>
                  <a:lnTo>
                    <a:pt x="86105" y="274320"/>
                  </a:lnTo>
                  <a:lnTo>
                    <a:pt x="172212" y="188214"/>
                  </a:lnTo>
                  <a:lnTo>
                    <a:pt x="129158" y="188214"/>
                  </a:lnTo>
                  <a:lnTo>
                    <a:pt x="12915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209275" y="3500628"/>
              <a:ext cx="172720" cy="274320"/>
            </a:xfrm>
            <a:custGeom>
              <a:avLst/>
              <a:gdLst/>
              <a:ahLst/>
              <a:cxnLst/>
              <a:rect l="l" t="t" r="r" b="b"/>
              <a:pathLst>
                <a:path w="172720" h="274320">
                  <a:moveTo>
                    <a:pt x="0" y="188214"/>
                  </a:moveTo>
                  <a:lnTo>
                    <a:pt x="43052" y="188214"/>
                  </a:lnTo>
                  <a:lnTo>
                    <a:pt x="43052" y="0"/>
                  </a:lnTo>
                  <a:lnTo>
                    <a:pt x="129158" y="0"/>
                  </a:lnTo>
                  <a:lnTo>
                    <a:pt x="129158" y="188214"/>
                  </a:lnTo>
                  <a:lnTo>
                    <a:pt x="172212" y="188214"/>
                  </a:lnTo>
                  <a:lnTo>
                    <a:pt x="86105" y="274320"/>
                  </a:lnTo>
                  <a:lnTo>
                    <a:pt x="0" y="188214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0207751" y="2237232"/>
              <a:ext cx="172720" cy="274320"/>
            </a:xfrm>
            <a:custGeom>
              <a:avLst/>
              <a:gdLst/>
              <a:ahLst/>
              <a:cxnLst/>
              <a:rect l="l" t="t" r="r" b="b"/>
              <a:pathLst>
                <a:path w="172720" h="274319">
                  <a:moveTo>
                    <a:pt x="129158" y="0"/>
                  </a:moveTo>
                  <a:lnTo>
                    <a:pt x="43052" y="0"/>
                  </a:lnTo>
                  <a:lnTo>
                    <a:pt x="43052" y="188213"/>
                  </a:lnTo>
                  <a:lnTo>
                    <a:pt x="0" y="188213"/>
                  </a:lnTo>
                  <a:lnTo>
                    <a:pt x="86105" y="274319"/>
                  </a:lnTo>
                  <a:lnTo>
                    <a:pt x="172212" y="188213"/>
                  </a:lnTo>
                  <a:lnTo>
                    <a:pt x="129158" y="188213"/>
                  </a:lnTo>
                  <a:lnTo>
                    <a:pt x="12915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207751" y="2237232"/>
              <a:ext cx="172720" cy="274320"/>
            </a:xfrm>
            <a:custGeom>
              <a:avLst/>
              <a:gdLst/>
              <a:ahLst/>
              <a:cxnLst/>
              <a:rect l="l" t="t" r="r" b="b"/>
              <a:pathLst>
                <a:path w="172720" h="274319">
                  <a:moveTo>
                    <a:pt x="0" y="188213"/>
                  </a:moveTo>
                  <a:lnTo>
                    <a:pt x="43052" y="188213"/>
                  </a:lnTo>
                  <a:lnTo>
                    <a:pt x="43052" y="0"/>
                  </a:lnTo>
                  <a:lnTo>
                    <a:pt x="129158" y="0"/>
                  </a:lnTo>
                  <a:lnTo>
                    <a:pt x="129158" y="188213"/>
                  </a:lnTo>
                  <a:lnTo>
                    <a:pt x="172212" y="188213"/>
                  </a:lnTo>
                  <a:lnTo>
                    <a:pt x="86105" y="274319"/>
                  </a:lnTo>
                  <a:lnTo>
                    <a:pt x="0" y="188213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207751" y="5173980"/>
              <a:ext cx="172720" cy="274320"/>
            </a:xfrm>
            <a:custGeom>
              <a:avLst/>
              <a:gdLst/>
              <a:ahLst/>
              <a:cxnLst/>
              <a:rect l="l" t="t" r="r" b="b"/>
              <a:pathLst>
                <a:path w="172720" h="274320">
                  <a:moveTo>
                    <a:pt x="129158" y="0"/>
                  </a:moveTo>
                  <a:lnTo>
                    <a:pt x="43052" y="0"/>
                  </a:lnTo>
                  <a:lnTo>
                    <a:pt x="43052" y="188214"/>
                  </a:lnTo>
                  <a:lnTo>
                    <a:pt x="0" y="188214"/>
                  </a:lnTo>
                  <a:lnTo>
                    <a:pt x="86105" y="274320"/>
                  </a:lnTo>
                  <a:lnTo>
                    <a:pt x="172212" y="188214"/>
                  </a:lnTo>
                  <a:lnTo>
                    <a:pt x="129158" y="188214"/>
                  </a:lnTo>
                  <a:lnTo>
                    <a:pt x="12915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207751" y="5173980"/>
              <a:ext cx="172720" cy="274320"/>
            </a:xfrm>
            <a:custGeom>
              <a:avLst/>
              <a:gdLst/>
              <a:ahLst/>
              <a:cxnLst/>
              <a:rect l="l" t="t" r="r" b="b"/>
              <a:pathLst>
                <a:path w="172720" h="274320">
                  <a:moveTo>
                    <a:pt x="0" y="188214"/>
                  </a:moveTo>
                  <a:lnTo>
                    <a:pt x="43052" y="188214"/>
                  </a:lnTo>
                  <a:lnTo>
                    <a:pt x="43052" y="0"/>
                  </a:lnTo>
                  <a:lnTo>
                    <a:pt x="129158" y="0"/>
                  </a:lnTo>
                  <a:lnTo>
                    <a:pt x="129158" y="188214"/>
                  </a:lnTo>
                  <a:lnTo>
                    <a:pt x="172212" y="188214"/>
                  </a:lnTo>
                  <a:lnTo>
                    <a:pt x="86105" y="274320"/>
                  </a:lnTo>
                  <a:lnTo>
                    <a:pt x="0" y="188214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697989" y="5501502"/>
              <a:ext cx="1197610" cy="928369"/>
            </a:xfrm>
            <a:custGeom>
              <a:avLst/>
              <a:gdLst/>
              <a:ahLst/>
              <a:cxnLst/>
              <a:rect l="l" t="t" r="r" b="b"/>
              <a:pathLst>
                <a:path w="1197609" h="928370">
                  <a:moveTo>
                    <a:pt x="1197047" y="0"/>
                  </a:moveTo>
                  <a:lnTo>
                    <a:pt x="0" y="0"/>
                  </a:lnTo>
                  <a:lnTo>
                    <a:pt x="0" y="927947"/>
                  </a:lnTo>
                  <a:lnTo>
                    <a:pt x="1197047" y="927947"/>
                  </a:lnTo>
                  <a:lnTo>
                    <a:pt x="1197047" y="838145"/>
                  </a:lnTo>
                  <a:lnTo>
                    <a:pt x="89779" y="838145"/>
                  </a:lnTo>
                  <a:lnTo>
                    <a:pt x="89779" y="239470"/>
                  </a:lnTo>
                  <a:lnTo>
                    <a:pt x="1197047" y="239470"/>
                  </a:lnTo>
                  <a:lnTo>
                    <a:pt x="1197047" y="149668"/>
                  </a:lnTo>
                  <a:lnTo>
                    <a:pt x="822979" y="149668"/>
                  </a:lnTo>
                  <a:lnTo>
                    <a:pt x="811327" y="147315"/>
                  </a:lnTo>
                  <a:lnTo>
                    <a:pt x="801815" y="140899"/>
                  </a:lnTo>
                  <a:lnTo>
                    <a:pt x="795403" y="131384"/>
                  </a:lnTo>
                  <a:lnTo>
                    <a:pt x="793052" y="119735"/>
                  </a:lnTo>
                  <a:lnTo>
                    <a:pt x="795403" y="108080"/>
                  </a:lnTo>
                  <a:lnTo>
                    <a:pt x="801815" y="98566"/>
                  </a:lnTo>
                  <a:lnTo>
                    <a:pt x="811327" y="92152"/>
                  </a:lnTo>
                  <a:lnTo>
                    <a:pt x="822979" y="89801"/>
                  </a:lnTo>
                  <a:lnTo>
                    <a:pt x="1197047" y="89801"/>
                  </a:lnTo>
                  <a:lnTo>
                    <a:pt x="1197047" y="0"/>
                  </a:lnTo>
                  <a:close/>
                </a:path>
                <a:path w="1197609" h="928370">
                  <a:moveTo>
                    <a:pt x="1197047" y="239470"/>
                  </a:moveTo>
                  <a:lnTo>
                    <a:pt x="1107280" y="239470"/>
                  </a:lnTo>
                  <a:lnTo>
                    <a:pt x="1107280" y="838145"/>
                  </a:lnTo>
                  <a:lnTo>
                    <a:pt x="1197047" y="838145"/>
                  </a:lnTo>
                  <a:lnTo>
                    <a:pt x="1197047" y="239470"/>
                  </a:lnTo>
                  <a:close/>
                </a:path>
                <a:path w="1197609" h="928370">
                  <a:moveTo>
                    <a:pt x="927721" y="89801"/>
                  </a:moveTo>
                  <a:lnTo>
                    <a:pt x="822979" y="89801"/>
                  </a:lnTo>
                  <a:lnTo>
                    <a:pt x="834625" y="92152"/>
                  </a:lnTo>
                  <a:lnTo>
                    <a:pt x="844138" y="98566"/>
                  </a:lnTo>
                  <a:lnTo>
                    <a:pt x="850552" y="108080"/>
                  </a:lnTo>
                  <a:lnTo>
                    <a:pt x="852905" y="119735"/>
                  </a:lnTo>
                  <a:lnTo>
                    <a:pt x="850552" y="131384"/>
                  </a:lnTo>
                  <a:lnTo>
                    <a:pt x="844138" y="140899"/>
                  </a:lnTo>
                  <a:lnTo>
                    <a:pt x="834625" y="147315"/>
                  </a:lnTo>
                  <a:lnTo>
                    <a:pt x="822979" y="149668"/>
                  </a:lnTo>
                  <a:lnTo>
                    <a:pt x="927721" y="149668"/>
                  </a:lnTo>
                  <a:lnTo>
                    <a:pt x="916070" y="147315"/>
                  </a:lnTo>
                  <a:lnTo>
                    <a:pt x="906558" y="140899"/>
                  </a:lnTo>
                  <a:lnTo>
                    <a:pt x="900146" y="131384"/>
                  </a:lnTo>
                  <a:lnTo>
                    <a:pt x="897795" y="119735"/>
                  </a:lnTo>
                  <a:lnTo>
                    <a:pt x="900146" y="108080"/>
                  </a:lnTo>
                  <a:lnTo>
                    <a:pt x="906558" y="98566"/>
                  </a:lnTo>
                  <a:lnTo>
                    <a:pt x="916070" y="92152"/>
                  </a:lnTo>
                  <a:lnTo>
                    <a:pt x="927721" y="89801"/>
                  </a:lnTo>
                  <a:close/>
                </a:path>
                <a:path w="1197609" h="928370">
                  <a:moveTo>
                    <a:pt x="1032464" y="89801"/>
                  </a:moveTo>
                  <a:lnTo>
                    <a:pt x="927721" y="89801"/>
                  </a:lnTo>
                  <a:lnTo>
                    <a:pt x="939368" y="92152"/>
                  </a:lnTo>
                  <a:lnTo>
                    <a:pt x="948880" y="98566"/>
                  </a:lnTo>
                  <a:lnTo>
                    <a:pt x="955295" y="108080"/>
                  </a:lnTo>
                  <a:lnTo>
                    <a:pt x="957648" y="119735"/>
                  </a:lnTo>
                  <a:lnTo>
                    <a:pt x="955295" y="131384"/>
                  </a:lnTo>
                  <a:lnTo>
                    <a:pt x="948880" y="140899"/>
                  </a:lnTo>
                  <a:lnTo>
                    <a:pt x="939368" y="147315"/>
                  </a:lnTo>
                  <a:lnTo>
                    <a:pt x="927721" y="149668"/>
                  </a:lnTo>
                  <a:lnTo>
                    <a:pt x="1032464" y="149668"/>
                  </a:lnTo>
                  <a:lnTo>
                    <a:pt x="1020813" y="147315"/>
                  </a:lnTo>
                  <a:lnTo>
                    <a:pt x="1011300" y="140899"/>
                  </a:lnTo>
                  <a:lnTo>
                    <a:pt x="1004888" y="131384"/>
                  </a:lnTo>
                  <a:lnTo>
                    <a:pt x="1002538" y="119735"/>
                  </a:lnTo>
                  <a:lnTo>
                    <a:pt x="1004888" y="108080"/>
                  </a:lnTo>
                  <a:lnTo>
                    <a:pt x="1011300" y="98566"/>
                  </a:lnTo>
                  <a:lnTo>
                    <a:pt x="1020813" y="92152"/>
                  </a:lnTo>
                  <a:lnTo>
                    <a:pt x="1032464" y="89801"/>
                  </a:lnTo>
                  <a:close/>
                </a:path>
                <a:path w="1197609" h="928370">
                  <a:moveTo>
                    <a:pt x="1197047" y="89801"/>
                  </a:moveTo>
                  <a:lnTo>
                    <a:pt x="1032464" y="89801"/>
                  </a:lnTo>
                  <a:lnTo>
                    <a:pt x="1044110" y="92152"/>
                  </a:lnTo>
                  <a:lnTo>
                    <a:pt x="1053623" y="98566"/>
                  </a:lnTo>
                  <a:lnTo>
                    <a:pt x="1060038" y="108080"/>
                  </a:lnTo>
                  <a:lnTo>
                    <a:pt x="1062391" y="119735"/>
                  </a:lnTo>
                  <a:lnTo>
                    <a:pt x="1060038" y="131384"/>
                  </a:lnTo>
                  <a:lnTo>
                    <a:pt x="1053623" y="140899"/>
                  </a:lnTo>
                  <a:lnTo>
                    <a:pt x="1044110" y="147315"/>
                  </a:lnTo>
                  <a:lnTo>
                    <a:pt x="1032464" y="149668"/>
                  </a:lnTo>
                  <a:lnTo>
                    <a:pt x="1197047" y="149668"/>
                  </a:lnTo>
                  <a:lnTo>
                    <a:pt x="1197047" y="89801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697989" y="5501502"/>
              <a:ext cx="1197610" cy="928369"/>
            </a:xfrm>
            <a:custGeom>
              <a:avLst/>
              <a:gdLst/>
              <a:ahLst/>
              <a:cxnLst/>
              <a:rect l="l" t="t" r="r" b="b"/>
              <a:pathLst>
                <a:path w="1197609" h="928370">
                  <a:moveTo>
                    <a:pt x="0" y="0"/>
                  </a:moveTo>
                  <a:lnTo>
                    <a:pt x="0" y="927947"/>
                  </a:lnTo>
                  <a:lnTo>
                    <a:pt x="1197047" y="927947"/>
                  </a:lnTo>
                  <a:lnTo>
                    <a:pt x="1197047" y="0"/>
                  </a:lnTo>
                  <a:lnTo>
                    <a:pt x="0" y="0"/>
                  </a:lnTo>
                  <a:close/>
                </a:path>
              </a:pathLst>
            </a:custGeom>
            <a:ln w="17459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91797" y="5582574"/>
              <a:ext cx="77312" cy="77326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87054" y="5582574"/>
              <a:ext cx="77312" cy="77326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2312" y="5582574"/>
              <a:ext cx="77312" cy="77326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9787769" y="5740972"/>
            <a:ext cx="1017905" cy="598805"/>
          </a:xfrm>
          <a:prstGeom prst="rect">
            <a:avLst/>
          </a:prstGeom>
          <a:ln w="17460">
            <a:solidFill>
              <a:srgbClr val="111F35"/>
            </a:solidFill>
          </a:ln>
        </p:spPr>
        <p:txBody>
          <a:bodyPr wrap="square" lIns="0" tIns="15811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1245"/>
              </a:spcBef>
            </a:pP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9718293" y="883666"/>
            <a:ext cx="1069340" cy="1317625"/>
            <a:chOff x="9718293" y="883666"/>
            <a:chExt cx="1069340" cy="1317625"/>
          </a:xfrm>
        </p:grpSpPr>
        <p:sp>
          <p:nvSpPr>
            <p:cNvPr id="37" name="object 37" descr=""/>
            <p:cNvSpPr/>
            <p:nvPr/>
          </p:nvSpPr>
          <p:spPr>
            <a:xfrm>
              <a:off x="9724643" y="890016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0" y="0"/>
                  </a:lnTo>
                  <a:lnTo>
                    <a:pt x="0" y="1025651"/>
                  </a:lnTo>
                  <a:lnTo>
                    <a:pt x="819911" y="1025651"/>
                  </a:lnTo>
                  <a:lnTo>
                    <a:pt x="819911" y="136651"/>
                  </a:lnTo>
                  <a:lnTo>
                    <a:pt x="68325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407903" y="890016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59" h="137159">
                  <a:moveTo>
                    <a:pt x="0" y="0"/>
                  </a:moveTo>
                  <a:lnTo>
                    <a:pt x="27304" y="109347"/>
                  </a:lnTo>
                  <a:lnTo>
                    <a:pt x="136651" y="136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9724643" y="890016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710564" y="109347"/>
                  </a:lnTo>
                  <a:lnTo>
                    <a:pt x="819911" y="136651"/>
                  </a:lnTo>
                  <a:lnTo>
                    <a:pt x="683259" y="0"/>
                  </a:lnTo>
                  <a:lnTo>
                    <a:pt x="0" y="0"/>
                  </a:lnTo>
                  <a:lnTo>
                    <a:pt x="0" y="1025651"/>
                  </a:lnTo>
                  <a:lnTo>
                    <a:pt x="819911" y="1025651"/>
                  </a:lnTo>
                  <a:lnTo>
                    <a:pt x="819911" y="136651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9960863" y="1030224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0" y="0"/>
                  </a:lnTo>
                  <a:lnTo>
                    <a:pt x="0" y="1025651"/>
                  </a:lnTo>
                  <a:lnTo>
                    <a:pt x="819911" y="1025651"/>
                  </a:lnTo>
                  <a:lnTo>
                    <a:pt x="819911" y="136651"/>
                  </a:lnTo>
                  <a:lnTo>
                    <a:pt x="68325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644123" y="1030224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59" h="137159">
                  <a:moveTo>
                    <a:pt x="0" y="0"/>
                  </a:moveTo>
                  <a:lnTo>
                    <a:pt x="27304" y="109347"/>
                  </a:lnTo>
                  <a:lnTo>
                    <a:pt x="136651" y="136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9960863" y="1030224"/>
              <a:ext cx="820419" cy="1026160"/>
            </a:xfrm>
            <a:custGeom>
              <a:avLst/>
              <a:gdLst/>
              <a:ahLst/>
              <a:cxnLst/>
              <a:rect l="l" t="t" r="r" b="b"/>
              <a:pathLst>
                <a:path w="820420" h="1026160">
                  <a:moveTo>
                    <a:pt x="683259" y="0"/>
                  </a:moveTo>
                  <a:lnTo>
                    <a:pt x="710564" y="109347"/>
                  </a:lnTo>
                  <a:lnTo>
                    <a:pt x="819911" y="136651"/>
                  </a:lnTo>
                  <a:lnTo>
                    <a:pt x="683259" y="0"/>
                  </a:lnTo>
                  <a:lnTo>
                    <a:pt x="0" y="0"/>
                  </a:lnTo>
                  <a:lnTo>
                    <a:pt x="0" y="1025651"/>
                  </a:lnTo>
                  <a:lnTo>
                    <a:pt x="819911" y="1025651"/>
                  </a:lnTo>
                  <a:lnTo>
                    <a:pt x="819911" y="136651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9843515" y="1170432"/>
              <a:ext cx="818515" cy="1024255"/>
            </a:xfrm>
            <a:custGeom>
              <a:avLst/>
              <a:gdLst/>
              <a:ahLst/>
              <a:cxnLst/>
              <a:rect l="l" t="t" r="r" b="b"/>
              <a:pathLst>
                <a:path w="818515" h="1024255">
                  <a:moveTo>
                    <a:pt x="681989" y="0"/>
                  </a:moveTo>
                  <a:lnTo>
                    <a:pt x="0" y="0"/>
                  </a:lnTo>
                  <a:lnTo>
                    <a:pt x="0" y="1024127"/>
                  </a:lnTo>
                  <a:lnTo>
                    <a:pt x="818387" y="1024127"/>
                  </a:lnTo>
                  <a:lnTo>
                    <a:pt x="818387" y="136397"/>
                  </a:lnTo>
                  <a:lnTo>
                    <a:pt x="68198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0525505" y="1170432"/>
              <a:ext cx="136525" cy="136525"/>
            </a:xfrm>
            <a:custGeom>
              <a:avLst/>
              <a:gdLst/>
              <a:ahLst/>
              <a:cxnLst/>
              <a:rect l="l" t="t" r="r" b="b"/>
              <a:pathLst>
                <a:path w="136525" h="136525">
                  <a:moveTo>
                    <a:pt x="0" y="0"/>
                  </a:moveTo>
                  <a:lnTo>
                    <a:pt x="27304" y="109092"/>
                  </a:lnTo>
                  <a:lnTo>
                    <a:pt x="136398" y="136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9843515" y="1170432"/>
              <a:ext cx="818515" cy="1024255"/>
            </a:xfrm>
            <a:custGeom>
              <a:avLst/>
              <a:gdLst/>
              <a:ahLst/>
              <a:cxnLst/>
              <a:rect l="l" t="t" r="r" b="b"/>
              <a:pathLst>
                <a:path w="818515" h="1024255">
                  <a:moveTo>
                    <a:pt x="681989" y="0"/>
                  </a:moveTo>
                  <a:lnTo>
                    <a:pt x="709294" y="109092"/>
                  </a:lnTo>
                  <a:lnTo>
                    <a:pt x="818387" y="136397"/>
                  </a:lnTo>
                  <a:lnTo>
                    <a:pt x="681989" y="0"/>
                  </a:lnTo>
                  <a:lnTo>
                    <a:pt x="0" y="0"/>
                  </a:lnTo>
                  <a:lnTo>
                    <a:pt x="0" y="1024127"/>
                  </a:lnTo>
                  <a:lnTo>
                    <a:pt x="818387" y="1024127"/>
                  </a:lnTo>
                  <a:lnTo>
                    <a:pt x="818387" y="136397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10072878" y="1519554"/>
            <a:ext cx="363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680972" y="2817876"/>
            <a:ext cx="2901950" cy="73787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80"/>
              </a:spcBef>
            </a:pPr>
            <a:r>
              <a:rPr dirty="0" sz="1400">
                <a:solidFill>
                  <a:srgbClr val="800000"/>
                </a:solidFill>
                <a:latin typeface="Consolas"/>
                <a:cs typeface="Consolas"/>
              </a:rPr>
              <a:t>body</a:t>
            </a:r>
            <a:r>
              <a:rPr dirty="0" sz="1400" spc="-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287655">
              <a:lnSpc>
                <a:spcPct val="100000"/>
              </a:lnSpc>
            </a:pPr>
            <a:r>
              <a:rPr dirty="0" sz="14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400">
                <a:latin typeface="Consolas"/>
                <a:cs typeface="Consolas"/>
              </a:rPr>
              <a:t>:</a:t>
            </a:r>
            <a:r>
              <a:rPr dirty="0" sz="1400" spc="-35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oklch(</a:t>
            </a:r>
            <a:r>
              <a:rPr dirty="0" sz="1400">
                <a:solidFill>
                  <a:srgbClr val="098557"/>
                </a:solidFill>
                <a:latin typeface="Consolas"/>
                <a:cs typeface="Consolas"/>
              </a:rPr>
              <a:t>61%</a:t>
            </a:r>
            <a:r>
              <a:rPr dirty="0" sz="1400" spc="-30">
                <a:solidFill>
                  <a:srgbClr val="098557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98557"/>
                </a:solidFill>
                <a:latin typeface="Consolas"/>
                <a:cs typeface="Consolas"/>
              </a:rPr>
              <a:t>0.2</a:t>
            </a:r>
            <a:r>
              <a:rPr dirty="0" sz="1400" spc="-30">
                <a:solidFill>
                  <a:srgbClr val="098557"/>
                </a:solidFill>
                <a:latin typeface="Consolas"/>
                <a:cs typeface="Consolas"/>
              </a:rPr>
              <a:t> </a:t>
            </a:r>
            <a:r>
              <a:rPr dirty="0" sz="1400" spc="-20">
                <a:solidFill>
                  <a:srgbClr val="098557"/>
                </a:solidFill>
                <a:latin typeface="Consolas"/>
                <a:cs typeface="Consolas"/>
              </a:rPr>
              <a:t>29</a:t>
            </a:r>
            <a:r>
              <a:rPr dirty="0" sz="1400" spc="-20">
                <a:latin typeface="Consolas"/>
                <a:cs typeface="Consolas"/>
              </a:rPr>
              <a:t>);</a:t>
            </a:r>
            <a:endParaRPr sz="14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400" spc="-5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4981955" y="2817876"/>
            <a:ext cx="3659504" cy="73787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80"/>
              </a:spcBef>
            </a:pPr>
            <a:r>
              <a:rPr dirty="0" sz="1400">
                <a:solidFill>
                  <a:srgbClr val="800000"/>
                </a:solidFill>
                <a:latin typeface="Consolas"/>
                <a:cs typeface="Consolas"/>
              </a:rPr>
              <a:t>body</a:t>
            </a:r>
            <a:r>
              <a:rPr dirty="0" sz="1400" spc="-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288290">
              <a:lnSpc>
                <a:spcPct val="100000"/>
              </a:lnSpc>
            </a:pPr>
            <a:r>
              <a:rPr dirty="0" sz="14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400">
                <a:latin typeface="Consolas"/>
                <a:cs typeface="Consolas"/>
              </a:rPr>
              <a:t>:</a:t>
            </a:r>
            <a:r>
              <a:rPr dirty="0" sz="1400" spc="-35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rgb(</a:t>
            </a:r>
            <a:r>
              <a:rPr dirty="0" sz="1400">
                <a:solidFill>
                  <a:srgbClr val="098557"/>
                </a:solidFill>
                <a:latin typeface="Consolas"/>
                <a:cs typeface="Consolas"/>
              </a:rPr>
              <a:t>225</a:t>
            </a:r>
            <a:r>
              <a:rPr dirty="0" sz="1400">
                <a:latin typeface="Consolas"/>
                <a:cs typeface="Consolas"/>
              </a:rPr>
              <a:t>,</a:t>
            </a:r>
            <a:r>
              <a:rPr dirty="0" sz="1400" spc="-3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98557"/>
                </a:solidFill>
                <a:latin typeface="Consolas"/>
                <a:cs typeface="Consolas"/>
              </a:rPr>
              <a:t>65</a:t>
            </a:r>
            <a:r>
              <a:rPr dirty="0" sz="1400">
                <a:latin typeface="Consolas"/>
                <a:cs typeface="Consolas"/>
              </a:rPr>
              <a:t>,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 spc="-20">
                <a:solidFill>
                  <a:srgbClr val="098557"/>
                </a:solidFill>
                <a:latin typeface="Consolas"/>
                <a:cs typeface="Consolas"/>
              </a:rPr>
              <a:t>52</a:t>
            </a:r>
            <a:r>
              <a:rPr dirty="0" sz="1400" spc="-20">
                <a:latin typeface="Consolas"/>
                <a:cs typeface="Consolas"/>
              </a:rPr>
              <a:t>);</a:t>
            </a:r>
            <a:endParaRPr sz="14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400" spc="-5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4646421" y="3093466"/>
            <a:ext cx="288925" cy="186690"/>
            <a:chOff x="4646421" y="3093466"/>
            <a:chExt cx="288925" cy="186690"/>
          </a:xfrm>
        </p:grpSpPr>
        <p:sp>
          <p:nvSpPr>
            <p:cNvPr id="50" name="object 50" descr=""/>
            <p:cNvSpPr/>
            <p:nvPr/>
          </p:nvSpPr>
          <p:spPr>
            <a:xfrm>
              <a:off x="4652771" y="3099816"/>
              <a:ext cx="276225" cy="173990"/>
            </a:xfrm>
            <a:custGeom>
              <a:avLst/>
              <a:gdLst/>
              <a:ahLst/>
              <a:cxnLst/>
              <a:rect l="l" t="t" r="r" b="b"/>
              <a:pathLst>
                <a:path w="276225" h="173989">
                  <a:moveTo>
                    <a:pt x="188975" y="0"/>
                  </a:moveTo>
                  <a:lnTo>
                    <a:pt x="188975" y="43434"/>
                  </a:lnTo>
                  <a:lnTo>
                    <a:pt x="0" y="43434"/>
                  </a:lnTo>
                  <a:lnTo>
                    <a:pt x="0" y="130301"/>
                  </a:lnTo>
                  <a:lnTo>
                    <a:pt x="188975" y="130301"/>
                  </a:lnTo>
                  <a:lnTo>
                    <a:pt x="188975" y="173736"/>
                  </a:lnTo>
                  <a:lnTo>
                    <a:pt x="275843" y="86868"/>
                  </a:lnTo>
                  <a:lnTo>
                    <a:pt x="188975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652771" y="3099816"/>
              <a:ext cx="276225" cy="173990"/>
            </a:xfrm>
            <a:custGeom>
              <a:avLst/>
              <a:gdLst/>
              <a:ahLst/>
              <a:cxnLst/>
              <a:rect l="l" t="t" r="r" b="b"/>
              <a:pathLst>
                <a:path w="276225" h="173989">
                  <a:moveTo>
                    <a:pt x="188975" y="173736"/>
                  </a:moveTo>
                  <a:lnTo>
                    <a:pt x="188975" y="130301"/>
                  </a:lnTo>
                  <a:lnTo>
                    <a:pt x="0" y="130301"/>
                  </a:lnTo>
                  <a:lnTo>
                    <a:pt x="0" y="43434"/>
                  </a:lnTo>
                  <a:lnTo>
                    <a:pt x="188975" y="43434"/>
                  </a:lnTo>
                  <a:lnTo>
                    <a:pt x="188975" y="0"/>
                  </a:lnTo>
                  <a:lnTo>
                    <a:pt x="275843" y="86868"/>
                  </a:lnTo>
                  <a:lnTo>
                    <a:pt x="188975" y="173736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1680972" y="3994403"/>
            <a:ext cx="2901950" cy="73914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dirty="0" sz="1400">
                <a:solidFill>
                  <a:srgbClr val="800000"/>
                </a:solidFill>
                <a:latin typeface="Consolas"/>
                <a:cs typeface="Consolas"/>
              </a:rPr>
              <a:t>.example</a:t>
            </a:r>
            <a:r>
              <a:rPr dirty="0" sz="1400" spc="-4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287655">
              <a:lnSpc>
                <a:spcPct val="100000"/>
              </a:lnSpc>
            </a:pPr>
            <a:r>
              <a:rPr dirty="0" sz="1400">
                <a:solidFill>
                  <a:srgbClr val="E40000"/>
                </a:solidFill>
                <a:latin typeface="Consolas"/>
                <a:cs typeface="Consolas"/>
              </a:rPr>
              <a:t>transition</a:t>
            </a:r>
            <a:r>
              <a:rPr dirty="0" sz="1400">
                <a:latin typeface="Consolas"/>
                <a:cs typeface="Consolas"/>
              </a:rPr>
              <a:t>:</a:t>
            </a:r>
            <a:r>
              <a:rPr dirty="0" sz="1400" spc="-55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451A4"/>
                </a:solidFill>
                <a:latin typeface="Consolas"/>
                <a:cs typeface="Consolas"/>
              </a:rPr>
              <a:t>all</a:t>
            </a:r>
            <a:r>
              <a:rPr dirty="0" sz="1400" spc="-55">
                <a:solidFill>
                  <a:srgbClr val="0451A4"/>
                </a:solidFill>
                <a:latin typeface="Consolas"/>
                <a:cs typeface="Consolas"/>
              </a:rPr>
              <a:t> </a:t>
            </a:r>
            <a:r>
              <a:rPr dirty="0" sz="1400" spc="-20">
                <a:solidFill>
                  <a:srgbClr val="098557"/>
                </a:solidFill>
                <a:latin typeface="Consolas"/>
                <a:cs typeface="Consolas"/>
              </a:rPr>
              <a:t>.5s</a:t>
            </a:r>
            <a:r>
              <a:rPr dirty="0" sz="1400" spc="-2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400" spc="-5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4981955" y="3994403"/>
            <a:ext cx="3659504" cy="117094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dirty="0" sz="1400">
                <a:solidFill>
                  <a:srgbClr val="800000"/>
                </a:solidFill>
                <a:latin typeface="Consolas"/>
                <a:cs typeface="Consolas"/>
              </a:rPr>
              <a:t>.example</a:t>
            </a:r>
            <a:r>
              <a:rPr dirty="0" sz="1400" spc="-4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288290">
              <a:lnSpc>
                <a:spcPct val="100000"/>
              </a:lnSpc>
            </a:pPr>
            <a:r>
              <a:rPr dirty="0" sz="1400" spc="-25">
                <a:solidFill>
                  <a:srgbClr val="E40000"/>
                </a:solidFill>
                <a:latin typeface="Consolas"/>
                <a:cs typeface="Consolas"/>
              </a:rPr>
              <a:t>-</a:t>
            </a:r>
            <a:r>
              <a:rPr dirty="0" sz="1400" spc="-10">
                <a:solidFill>
                  <a:srgbClr val="E40000"/>
                </a:solidFill>
                <a:latin typeface="Consolas"/>
                <a:cs typeface="Consolas"/>
              </a:rPr>
              <a:t>webkit-</a:t>
            </a:r>
            <a:r>
              <a:rPr dirty="0" sz="1400">
                <a:solidFill>
                  <a:srgbClr val="E40000"/>
                </a:solidFill>
                <a:latin typeface="Consolas"/>
                <a:cs typeface="Consolas"/>
              </a:rPr>
              <a:t>transition</a:t>
            </a:r>
            <a:r>
              <a:rPr dirty="0" sz="1400">
                <a:latin typeface="Consolas"/>
                <a:cs typeface="Consolas"/>
              </a:rPr>
              <a:t>:</a:t>
            </a:r>
            <a:r>
              <a:rPr dirty="0" sz="1400" spc="-35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451A4"/>
                </a:solidFill>
                <a:latin typeface="Consolas"/>
                <a:cs typeface="Consolas"/>
              </a:rPr>
              <a:t>all</a:t>
            </a:r>
            <a:r>
              <a:rPr dirty="0" sz="1400" spc="-45">
                <a:solidFill>
                  <a:srgbClr val="0451A4"/>
                </a:solidFill>
                <a:latin typeface="Consolas"/>
                <a:cs typeface="Consolas"/>
              </a:rPr>
              <a:t> </a:t>
            </a:r>
            <a:r>
              <a:rPr dirty="0" sz="1400" spc="-20">
                <a:solidFill>
                  <a:srgbClr val="098557"/>
                </a:solidFill>
                <a:latin typeface="Consolas"/>
                <a:cs typeface="Consolas"/>
              </a:rPr>
              <a:t>.5s</a:t>
            </a:r>
            <a:r>
              <a:rPr dirty="0" sz="1400" spc="-2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288290" marR="1099185">
              <a:lnSpc>
                <a:spcPct val="100000"/>
              </a:lnSpc>
            </a:pPr>
            <a:r>
              <a:rPr dirty="0" sz="1400" spc="-20">
                <a:solidFill>
                  <a:srgbClr val="E40000"/>
                </a:solidFill>
                <a:latin typeface="Consolas"/>
                <a:cs typeface="Consolas"/>
              </a:rPr>
              <a:t>-</a:t>
            </a:r>
            <a:r>
              <a:rPr dirty="0" sz="1400" spc="-10">
                <a:solidFill>
                  <a:srgbClr val="E40000"/>
                </a:solidFill>
                <a:latin typeface="Consolas"/>
                <a:cs typeface="Consolas"/>
              </a:rPr>
              <a:t>o-</a:t>
            </a:r>
            <a:r>
              <a:rPr dirty="0" sz="1400">
                <a:solidFill>
                  <a:srgbClr val="E40000"/>
                </a:solidFill>
                <a:latin typeface="Consolas"/>
                <a:cs typeface="Consolas"/>
              </a:rPr>
              <a:t>transition</a:t>
            </a:r>
            <a:r>
              <a:rPr dirty="0" sz="1400">
                <a:latin typeface="Consolas"/>
                <a:cs typeface="Consolas"/>
              </a:rPr>
              <a:t>:</a:t>
            </a:r>
            <a:r>
              <a:rPr dirty="0" sz="1400" spc="-3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451A4"/>
                </a:solidFill>
                <a:latin typeface="Consolas"/>
                <a:cs typeface="Consolas"/>
              </a:rPr>
              <a:t>all</a:t>
            </a:r>
            <a:r>
              <a:rPr dirty="0" sz="1400" spc="-25">
                <a:solidFill>
                  <a:srgbClr val="0451A4"/>
                </a:solidFill>
                <a:latin typeface="Consolas"/>
                <a:cs typeface="Consolas"/>
              </a:rPr>
              <a:t> </a:t>
            </a:r>
            <a:r>
              <a:rPr dirty="0" sz="1400" spc="-20">
                <a:solidFill>
                  <a:srgbClr val="098557"/>
                </a:solidFill>
                <a:latin typeface="Consolas"/>
                <a:cs typeface="Consolas"/>
              </a:rPr>
              <a:t>.5s</a:t>
            </a:r>
            <a:r>
              <a:rPr dirty="0" sz="1400" spc="-20">
                <a:latin typeface="Consolas"/>
                <a:cs typeface="Consolas"/>
              </a:rPr>
              <a:t>; </a:t>
            </a:r>
            <a:r>
              <a:rPr dirty="0" sz="1400">
                <a:solidFill>
                  <a:srgbClr val="E40000"/>
                </a:solidFill>
                <a:latin typeface="Consolas"/>
                <a:cs typeface="Consolas"/>
              </a:rPr>
              <a:t>transition</a:t>
            </a:r>
            <a:r>
              <a:rPr dirty="0" sz="1400">
                <a:latin typeface="Consolas"/>
                <a:cs typeface="Consolas"/>
              </a:rPr>
              <a:t>:</a:t>
            </a:r>
            <a:r>
              <a:rPr dirty="0" sz="1400" spc="-35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451A4"/>
                </a:solidFill>
                <a:latin typeface="Consolas"/>
                <a:cs typeface="Consolas"/>
              </a:rPr>
              <a:t>all</a:t>
            </a:r>
            <a:r>
              <a:rPr dirty="0" sz="1400" spc="-40">
                <a:solidFill>
                  <a:srgbClr val="0451A4"/>
                </a:solidFill>
                <a:latin typeface="Consolas"/>
                <a:cs typeface="Consolas"/>
              </a:rPr>
              <a:t> </a:t>
            </a:r>
            <a:r>
              <a:rPr dirty="0" sz="1400" spc="-20">
                <a:solidFill>
                  <a:srgbClr val="098557"/>
                </a:solidFill>
                <a:latin typeface="Consolas"/>
                <a:cs typeface="Consolas"/>
              </a:rPr>
              <a:t>.5s</a:t>
            </a:r>
            <a:r>
              <a:rPr dirty="0" sz="1400" spc="-2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dirty="0" sz="1400" spc="-5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4646421" y="4271517"/>
            <a:ext cx="288925" cy="185420"/>
            <a:chOff x="4646421" y="4271517"/>
            <a:chExt cx="288925" cy="185420"/>
          </a:xfrm>
        </p:grpSpPr>
        <p:sp>
          <p:nvSpPr>
            <p:cNvPr id="55" name="object 55" descr=""/>
            <p:cNvSpPr/>
            <p:nvPr/>
          </p:nvSpPr>
          <p:spPr>
            <a:xfrm>
              <a:off x="4652771" y="4277867"/>
              <a:ext cx="276225" cy="172720"/>
            </a:xfrm>
            <a:custGeom>
              <a:avLst/>
              <a:gdLst/>
              <a:ahLst/>
              <a:cxnLst/>
              <a:rect l="l" t="t" r="r" b="b"/>
              <a:pathLst>
                <a:path w="276225" h="172720">
                  <a:moveTo>
                    <a:pt x="189737" y="0"/>
                  </a:moveTo>
                  <a:lnTo>
                    <a:pt x="189737" y="43052"/>
                  </a:lnTo>
                  <a:lnTo>
                    <a:pt x="0" y="43052"/>
                  </a:lnTo>
                  <a:lnTo>
                    <a:pt x="0" y="129158"/>
                  </a:lnTo>
                  <a:lnTo>
                    <a:pt x="189737" y="129158"/>
                  </a:lnTo>
                  <a:lnTo>
                    <a:pt x="189737" y="172211"/>
                  </a:lnTo>
                  <a:lnTo>
                    <a:pt x="275843" y="86105"/>
                  </a:lnTo>
                  <a:lnTo>
                    <a:pt x="189737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652771" y="4277867"/>
              <a:ext cx="276225" cy="172720"/>
            </a:xfrm>
            <a:custGeom>
              <a:avLst/>
              <a:gdLst/>
              <a:ahLst/>
              <a:cxnLst/>
              <a:rect l="l" t="t" r="r" b="b"/>
              <a:pathLst>
                <a:path w="276225" h="172720">
                  <a:moveTo>
                    <a:pt x="189737" y="172211"/>
                  </a:moveTo>
                  <a:lnTo>
                    <a:pt x="189737" y="129158"/>
                  </a:lnTo>
                  <a:lnTo>
                    <a:pt x="0" y="129158"/>
                  </a:lnTo>
                  <a:lnTo>
                    <a:pt x="0" y="43052"/>
                  </a:lnTo>
                  <a:lnTo>
                    <a:pt x="189737" y="43052"/>
                  </a:lnTo>
                  <a:lnTo>
                    <a:pt x="189737" y="0"/>
                  </a:lnTo>
                  <a:lnTo>
                    <a:pt x="275843" y="86105"/>
                  </a:lnTo>
                  <a:lnTo>
                    <a:pt x="189737" y="172211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8" name="object 5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CSS</a:t>
            </a:r>
            <a:r>
              <a:rPr dirty="0" spc="-140"/>
              <a:t> </a:t>
            </a:r>
            <a:r>
              <a:rPr dirty="0" spc="210"/>
              <a:t>PRE-</a:t>
            </a:r>
            <a:r>
              <a:rPr dirty="0" spc="114"/>
              <a:t>/POST-</a:t>
            </a:r>
            <a:r>
              <a:rPr dirty="0" spc="-70"/>
              <a:t>PROCESSORS:</a:t>
            </a:r>
            <a:r>
              <a:rPr dirty="0" spc="-135"/>
              <a:t> </a:t>
            </a:r>
            <a:r>
              <a:rPr dirty="0" spc="-10"/>
              <a:t>ADOPTION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4060" y="1350263"/>
            <a:ext cx="8183880" cy="46116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937505" y="5981801"/>
            <a:ext cx="2317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State</a:t>
            </a:r>
            <a:r>
              <a:rPr dirty="0" u="sng" sz="1800" spc="-4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of</a:t>
            </a:r>
            <a:r>
              <a:rPr dirty="0" u="sng" sz="1800" spc="-3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CSS</a:t>
            </a:r>
            <a:r>
              <a:rPr dirty="0" u="sng" sz="1800" spc="-4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Survey</a:t>
            </a:r>
            <a:r>
              <a:rPr dirty="0" u="sng" sz="1800" spc="-5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2023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8956" y="2057400"/>
            <a:ext cx="3660648" cy="2743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11525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SASS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1446872"/>
            <a:ext cx="6249035" cy="3608704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Self-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defines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«</a:t>
            </a:r>
            <a:r>
              <a:rPr dirty="0" sz="2800" i="1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4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35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i="1">
                <a:solidFill>
                  <a:srgbClr val="111F35"/>
                </a:solidFill>
                <a:latin typeface="Calibri"/>
                <a:cs typeface="Calibri"/>
              </a:rPr>
              <a:t>superpowers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»</a:t>
            </a:r>
            <a:endParaRPr sz="2800">
              <a:latin typeface="Calibri"/>
              <a:cs typeface="Calibri"/>
            </a:endParaRPr>
          </a:p>
          <a:p>
            <a:pPr algn="just"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Currently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popular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pre-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processor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endParaRPr sz="2800">
              <a:latin typeface="Calibri"/>
              <a:cs typeface="Calibri"/>
            </a:endParaRPr>
          </a:p>
          <a:p>
            <a:pPr algn="just" marL="240029" marR="2794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Been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around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since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2006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(that’s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almost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20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years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ago!)</a:t>
            </a:r>
            <a:endParaRPr sz="2800">
              <a:latin typeface="Calibri"/>
              <a:cs typeface="Calibri"/>
            </a:endParaRPr>
          </a:p>
          <a:p>
            <a:pPr algn="just" marL="240029" marR="483870" indent="-227329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1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preprocessors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offer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roughly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features,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slightly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 	syntax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11987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INSTALLING</a:t>
            </a:r>
            <a:r>
              <a:rPr dirty="0" spc="-210"/>
              <a:t> </a:t>
            </a:r>
            <a:r>
              <a:rPr dirty="0" spc="-75"/>
              <a:t>SASS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8013700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Install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options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documented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official</a:t>
            </a:r>
            <a:r>
              <a:rPr dirty="0" u="sng" sz="2800" spc="-9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website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easiest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install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install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npm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3579367"/>
            <a:ext cx="8155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makes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binary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system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path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630423"/>
            <a:ext cx="10427335" cy="923925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429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3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4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D/O/T/W/2/e/tooling $</a:t>
            </a:r>
            <a:r>
              <a:rPr dirty="0" sz="1800" spc="-3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npm</a:t>
            </a:r>
            <a:r>
              <a:rPr dirty="0" sz="1800" spc="-4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install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Consolas"/>
                <a:cs typeface="Consolas"/>
              </a:rPr>
              <a:t>-</a:t>
            </a:r>
            <a:r>
              <a:rPr dirty="0" sz="1800">
                <a:solidFill>
                  <a:srgbClr val="BEBEBE"/>
                </a:solidFill>
                <a:latin typeface="Consolas"/>
                <a:cs typeface="Consolas"/>
              </a:rPr>
              <a:t>g</a:t>
            </a:r>
            <a:r>
              <a:rPr dirty="0" sz="1800" spc="-40">
                <a:solidFill>
                  <a:srgbClr val="BEBEBE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sass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added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17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packages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5s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396" y="4157471"/>
            <a:ext cx="10427335" cy="1477010"/>
          </a:xfrm>
          <a:prstGeom prst="rect">
            <a:avLst/>
          </a:prstGeom>
          <a:solidFill>
            <a:srgbClr val="282C34"/>
          </a:solidFill>
        </p:spPr>
        <p:txBody>
          <a:bodyPr wrap="square" lIns="0" tIns="44450" rIns="0" bIns="0" rtlCol="0" vert="horz">
            <a:spAutoFit/>
          </a:bodyPr>
          <a:lstStyle/>
          <a:p>
            <a:pPr marL="92075" marR="4958715">
              <a:lnSpc>
                <a:spcPts val="2150"/>
              </a:lnSpc>
              <a:spcBef>
                <a:spcPts val="35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4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4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D/O/T/W/2/e/tooling</a:t>
            </a:r>
            <a:r>
              <a:rPr dirty="0" sz="1800" spc="-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4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sass</a:t>
            </a:r>
            <a:r>
              <a:rPr dirty="0" sz="1800" spc="-4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Consolas"/>
                <a:cs typeface="Consolas"/>
              </a:rPr>
              <a:t>--</a:t>
            </a:r>
            <a:r>
              <a:rPr dirty="0" sz="1800" spc="-20">
                <a:solidFill>
                  <a:srgbClr val="BEBEBE"/>
                </a:solidFill>
                <a:latin typeface="Consolas"/>
                <a:cs typeface="Consolas"/>
              </a:rPr>
              <a:t>help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Compile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Sass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CSS.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2085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Usage: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sass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&lt;input.scss&gt;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[output.css]</a:t>
            </a:r>
            <a:endParaRPr sz="1800">
              <a:latin typeface="Consolas"/>
              <a:cs typeface="Consolas"/>
            </a:endParaRPr>
          </a:p>
          <a:p>
            <a:pPr marL="96837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sass</a:t>
            </a:r>
            <a:r>
              <a:rPr dirty="0" sz="1800" spc="-1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&lt;input.scss&gt;:&lt;output.css&gt;</a:t>
            </a:r>
            <a:r>
              <a:rPr dirty="0" sz="1800" spc="-1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&lt;input/&gt;:&lt;output/&gt;</a:t>
            </a:r>
            <a:r>
              <a:rPr dirty="0" sz="1800" spc="-9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&lt;dir/&gt;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50425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SASS:</a:t>
            </a:r>
            <a:r>
              <a:rPr dirty="0" spc="-150"/>
              <a:t> </a:t>
            </a:r>
            <a:r>
              <a:rPr dirty="0"/>
              <a:t>TWO</a:t>
            </a:r>
            <a:r>
              <a:rPr dirty="0" spc="-130"/>
              <a:t> </a:t>
            </a:r>
            <a:r>
              <a:rPr dirty="0" spc="-45"/>
              <a:t>SYNTAXES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7853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syntaxes: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SCSS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Indented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Syntax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145279"/>
            <a:ext cx="492569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$font-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stack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Helvetica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sans-serif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$primary-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#333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body</a:t>
            </a:r>
            <a:r>
              <a:rPr dirty="0" sz="1800" spc="-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 marR="1691005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font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100%</a:t>
            </a:r>
            <a:r>
              <a:rPr dirty="0" sz="1800" spc="-5">
                <a:solidFill>
                  <a:srgbClr val="098557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$font-stack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$primary-color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84035" y="4145279"/>
            <a:ext cx="492569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$font-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stack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Helvetica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,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sans-serif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$primary-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#333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body</a:t>
            </a:r>
            <a:endParaRPr sz="1800">
              <a:latin typeface="Consolas"/>
              <a:cs typeface="Consolas"/>
            </a:endParaRPr>
          </a:p>
          <a:p>
            <a:pPr marL="341630" marR="1691005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font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100%</a:t>
            </a:r>
            <a:r>
              <a:rPr dirty="0" sz="1800" spc="-5">
                <a:solidFill>
                  <a:srgbClr val="098557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$font-stack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$primary-color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463665" y="2267457"/>
            <a:ext cx="4670425" cy="1732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Indented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Syntax</a:t>
            </a:r>
            <a:endParaRPr sz="28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.sass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extension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Indentation-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based,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like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Python</a:t>
            </a:r>
            <a:endParaRPr sz="28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original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syntax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62050" y="2267457"/>
            <a:ext cx="4258945" cy="1732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SCSS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Syntax</a:t>
            </a:r>
            <a:endParaRPr sz="28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Uses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.scss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extension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It’s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superset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endParaRPr sz="28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popular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syntax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SASS:</a:t>
            </a:r>
            <a:r>
              <a:rPr dirty="0" spc="-175"/>
              <a:t> </a:t>
            </a:r>
            <a:r>
              <a:rPr dirty="0" spc="-95"/>
              <a:t>VARIABLES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089515" cy="15614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variables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re-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throughout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spreadsheets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variables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substituted</a:t>
            </a:r>
            <a:r>
              <a:rPr dirty="0" sz="2800" spc="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their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41947" y="3550920"/>
            <a:ext cx="4867910" cy="120142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body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font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Helvetica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sans-serif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#333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080761" y="4771390"/>
            <a:ext cx="2449830" cy="936625"/>
            <a:chOff x="5080761" y="4771390"/>
            <a:chExt cx="2449830" cy="936625"/>
          </a:xfrm>
        </p:grpSpPr>
        <p:sp>
          <p:nvSpPr>
            <p:cNvPr id="6" name="object 6" descr=""/>
            <p:cNvSpPr/>
            <p:nvPr/>
          </p:nvSpPr>
          <p:spPr>
            <a:xfrm>
              <a:off x="6144894" y="4777740"/>
              <a:ext cx="1379220" cy="923925"/>
            </a:xfrm>
            <a:custGeom>
              <a:avLst/>
              <a:gdLst/>
              <a:ahLst/>
              <a:cxnLst/>
              <a:rect l="l" t="t" r="r" b="b"/>
              <a:pathLst>
                <a:path w="1379220" h="923925">
                  <a:moveTo>
                    <a:pt x="1180337" y="0"/>
                  </a:moveTo>
                  <a:lnTo>
                    <a:pt x="914526" y="230886"/>
                  </a:lnTo>
                  <a:lnTo>
                    <a:pt x="1024127" y="230886"/>
                  </a:lnTo>
                  <a:lnTo>
                    <a:pt x="1010061" y="274100"/>
                  </a:lnTo>
                  <a:lnTo>
                    <a:pt x="993760" y="316330"/>
                  </a:lnTo>
                  <a:lnTo>
                    <a:pt x="975289" y="357530"/>
                  </a:lnTo>
                  <a:lnTo>
                    <a:pt x="954714" y="397657"/>
                  </a:lnTo>
                  <a:lnTo>
                    <a:pt x="932101" y="436666"/>
                  </a:lnTo>
                  <a:lnTo>
                    <a:pt x="907514" y="474512"/>
                  </a:lnTo>
                  <a:lnTo>
                    <a:pt x="881020" y="511153"/>
                  </a:lnTo>
                  <a:lnTo>
                    <a:pt x="852684" y="546542"/>
                  </a:lnTo>
                  <a:lnTo>
                    <a:pt x="822571" y="580637"/>
                  </a:lnTo>
                  <a:lnTo>
                    <a:pt x="790748" y="613393"/>
                  </a:lnTo>
                  <a:lnTo>
                    <a:pt x="757278" y="644765"/>
                  </a:lnTo>
                  <a:lnTo>
                    <a:pt x="722229" y="674709"/>
                  </a:lnTo>
                  <a:lnTo>
                    <a:pt x="685665" y="703182"/>
                  </a:lnTo>
                  <a:lnTo>
                    <a:pt x="647652" y="730138"/>
                  </a:lnTo>
                  <a:lnTo>
                    <a:pt x="608255" y="755534"/>
                  </a:lnTo>
                  <a:lnTo>
                    <a:pt x="567541" y="779326"/>
                  </a:lnTo>
                  <a:lnTo>
                    <a:pt x="525573" y="801468"/>
                  </a:lnTo>
                  <a:lnTo>
                    <a:pt x="482419" y="821917"/>
                  </a:lnTo>
                  <a:lnTo>
                    <a:pt x="438143" y="840628"/>
                  </a:lnTo>
                  <a:lnTo>
                    <a:pt x="392812" y="857558"/>
                  </a:lnTo>
                  <a:lnTo>
                    <a:pt x="346489" y="872662"/>
                  </a:lnTo>
                  <a:lnTo>
                    <a:pt x="299242" y="885896"/>
                  </a:lnTo>
                  <a:lnTo>
                    <a:pt x="251135" y="897215"/>
                  </a:lnTo>
                  <a:lnTo>
                    <a:pt x="202234" y="906575"/>
                  </a:lnTo>
                  <a:lnTo>
                    <a:pt x="152604" y="913932"/>
                  </a:lnTo>
                  <a:lnTo>
                    <a:pt x="102312" y="919242"/>
                  </a:lnTo>
                  <a:lnTo>
                    <a:pt x="51422" y="922461"/>
                  </a:lnTo>
                  <a:lnTo>
                    <a:pt x="0" y="923544"/>
                  </a:lnTo>
                  <a:lnTo>
                    <a:pt x="245363" y="923544"/>
                  </a:lnTo>
                  <a:lnTo>
                    <a:pt x="296799" y="922461"/>
                  </a:lnTo>
                  <a:lnTo>
                    <a:pt x="347701" y="919242"/>
                  </a:lnTo>
                  <a:lnTo>
                    <a:pt x="398005" y="913932"/>
                  </a:lnTo>
                  <a:lnTo>
                    <a:pt x="447645" y="906575"/>
                  </a:lnTo>
                  <a:lnTo>
                    <a:pt x="496555" y="897215"/>
                  </a:lnTo>
                  <a:lnTo>
                    <a:pt x="544670" y="885896"/>
                  </a:lnTo>
                  <a:lnTo>
                    <a:pt x="591925" y="872662"/>
                  </a:lnTo>
                  <a:lnTo>
                    <a:pt x="638253" y="857558"/>
                  </a:lnTo>
                  <a:lnTo>
                    <a:pt x="683591" y="840628"/>
                  </a:lnTo>
                  <a:lnTo>
                    <a:pt x="727871" y="821917"/>
                  </a:lnTo>
                  <a:lnTo>
                    <a:pt x="771028" y="801468"/>
                  </a:lnTo>
                  <a:lnTo>
                    <a:pt x="812998" y="779326"/>
                  </a:lnTo>
                  <a:lnTo>
                    <a:pt x="853714" y="755534"/>
                  </a:lnTo>
                  <a:lnTo>
                    <a:pt x="893111" y="730138"/>
                  </a:lnTo>
                  <a:lnTo>
                    <a:pt x="931124" y="703182"/>
                  </a:lnTo>
                  <a:lnTo>
                    <a:pt x="967686" y="674709"/>
                  </a:lnTo>
                  <a:lnTo>
                    <a:pt x="1002733" y="644765"/>
                  </a:lnTo>
                  <a:lnTo>
                    <a:pt x="1036199" y="613393"/>
                  </a:lnTo>
                  <a:lnTo>
                    <a:pt x="1068019" y="580637"/>
                  </a:lnTo>
                  <a:lnTo>
                    <a:pt x="1098126" y="546542"/>
                  </a:lnTo>
                  <a:lnTo>
                    <a:pt x="1126456" y="511153"/>
                  </a:lnTo>
                  <a:lnTo>
                    <a:pt x="1152943" y="474512"/>
                  </a:lnTo>
                  <a:lnTo>
                    <a:pt x="1177521" y="436666"/>
                  </a:lnTo>
                  <a:lnTo>
                    <a:pt x="1200125" y="397657"/>
                  </a:lnTo>
                  <a:lnTo>
                    <a:pt x="1220690" y="357530"/>
                  </a:lnTo>
                  <a:lnTo>
                    <a:pt x="1239149" y="316330"/>
                  </a:lnTo>
                  <a:lnTo>
                    <a:pt x="1255438" y="274100"/>
                  </a:lnTo>
                  <a:lnTo>
                    <a:pt x="1269491" y="230886"/>
                  </a:lnTo>
                  <a:lnTo>
                    <a:pt x="1379093" y="230886"/>
                  </a:lnTo>
                  <a:lnTo>
                    <a:pt x="1180337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087111" y="4777740"/>
              <a:ext cx="1180465" cy="923925"/>
            </a:xfrm>
            <a:custGeom>
              <a:avLst/>
              <a:gdLst/>
              <a:ahLst/>
              <a:cxnLst/>
              <a:rect l="l" t="t" r="r" b="b"/>
              <a:pathLst>
                <a:path w="1180464" h="923925">
                  <a:moveTo>
                    <a:pt x="245363" y="0"/>
                  </a:moveTo>
                  <a:lnTo>
                    <a:pt x="0" y="0"/>
                  </a:lnTo>
                  <a:lnTo>
                    <a:pt x="450" y="26856"/>
                  </a:lnTo>
                  <a:lnTo>
                    <a:pt x="4018" y="80474"/>
                  </a:lnTo>
                  <a:lnTo>
                    <a:pt x="14272" y="151507"/>
                  </a:lnTo>
                  <a:lnTo>
                    <a:pt x="23746" y="195038"/>
                  </a:lnTo>
                  <a:lnTo>
                    <a:pt x="35471" y="237736"/>
                  </a:lnTo>
                  <a:lnTo>
                    <a:pt x="49387" y="279560"/>
                  </a:lnTo>
                  <a:lnTo>
                    <a:pt x="65430" y="320468"/>
                  </a:lnTo>
                  <a:lnTo>
                    <a:pt x="83541" y="360416"/>
                  </a:lnTo>
                  <a:lnTo>
                    <a:pt x="103658" y="399363"/>
                  </a:lnTo>
                  <a:lnTo>
                    <a:pt x="125719" y="437266"/>
                  </a:lnTo>
                  <a:lnTo>
                    <a:pt x="149663" y="474082"/>
                  </a:lnTo>
                  <a:lnTo>
                    <a:pt x="175428" y="509770"/>
                  </a:lnTo>
                  <a:lnTo>
                    <a:pt x="202953" y="544286"/>
                  </a:lnTo>
                  <a:lnTo>
                    <a:pt x="232176" y="577589"/>
                  </a:lnTo>
                  <a:lnTo>
                    <a:pt x="263037" y="609636"/>
                  </a:lnTo>
                  <a:lnTo>
                    <a:pt x="295473" y="640384"/>
                  </a:lnTo>
                  <a:lnTo>
                    <a:pt x="329423" y="669791"/>
                  </a:lnTo>
                  <a:lnTo>
                    <a:pt x="364827" y="697814"/>
                  </a:lnTo>
                  <a:lnTo>
                    <a:pt x="401621" y="724412"/>
                  </a:lnTo>
                  <a:lnTo>
                    <a:pt x="439745" y="749542"/>
                  </a:lnTo>
                  <a:lnTo>
                    <a:pt x="479138" y="773161"/>
                  </a:lnTo>
                  <a:lnTo>
                    <a:pt x="519738" y="795226"/>
                  </a:lnTo>
                  <a:lnTo>
                    <a:pt x="561483" y="815697"/>
                  </a:lnTo>
                  <a:lnTo>
                    <a:pt x="604313" y="834529"/>
                  </a:lnTo>
                  <a:lnTo>
                    <a:pt x="648165" y="851680"/>
                  </a:lnTo>
                  <a:lnTo>
                    <a:pt x="692979" y="867109"/>
                  </a:lnTo>
                  <a:lnTo>
                    <a:pt x="738692" y="880773"/>
                  </a:lnTo>
                  <a:lnTo>
                    <a:pt x="785243" y="892629"/>
                  </a:lnTo>
                  <a:lnTo>
                    <a:pt x="832572" y="902635"/>
                  </a:lnTo>
                  <a:lnTo>
                    <a:pt x="880616" y="910748"/>
                  </a:lnTo>
                  <a:lnTo>
                    <a:pt x="929314" y="916926"/>
                  </a:lnTo>
                  <a:lnTo>
                    <a:pt x="978605" y="921127"/>
                  </a:lnTo>
                  <a:lnTo>
                    <a:pt x="1028426" y="923308"/>
                  </a:lnTo>
                  <a:lnTo>
                    <a:pt x="1078718" y="923427"/>
                  </a:lnTo>
                  <a:lnTo>
                    <a:pt x="1129418" y="921441"/>
                  </a:lnTo>
                  <a:lnTo>
                    <a:pt x="1180464" y="917308"/>
                  </a:lnTo>
                  <a:lnTo>
                    <a:pt x="1129288" y="910994"/>
                  </a:lnTo>
                  <a:lnTo>
                    <a:pt x="1078986" y="902611"/>
                  </a:lnTo>
                  <a:lnTo>
                    <a:pt x="1029611" y="892213"/>
                  </a:lnTo>
                  <a:lnTo>
                    <a:pt x="981220" y="879853"/>
                  </a:lnTo>
                  <a:lnTo>
                    <a:pt x="933865" y="865585"/>
                  </a:lnTo>
                  <a:lnTo>
                    <a:pt x="887603" y="849461"/>
                  </a:lnTo>
                  <a:lnTo>
                    <a:pt x="842486" y="831536"/>
                  </a:lnTo>
                  <a:lnTo>
                    <a:pt x="798571" y="811864"/>
                  </a:lnTo>
                  <a:lnTo>
                    <a:pt x="755910" y="790496"/>
                  </a:lnTo>
                  <a:lnTo>
                    <a:pt x="714560" y="767488"/>
                  </a:lnTo>
                  <a:lnTo>
                    <a:pt x="674574" y="742892"/>
                  </a:lnTo>
                  <a:lnTo>
                    <a:pt x="636007" y="716763"/>
                  </a:lnTo>
                  <a:lnTo>
                    <a:pt x="598914" y="689153"/>
                  </a:lnTo>
                  <a:lnTo>
                    <a:pt x="563348" y="660116"/>
                  </a:lnTo>
                  <a:lnTo>
                    <a:pt x="529365" y="629705"/>
                  </a:lnTo>
                  <a:lnTo>
                    <a:pt x="497019" y="597975"/>
                  </a:lnTo>
                  <a:lnTo>
                    <a:pt x="466365" y="564978"/>
                  </a:lnTo>
                  <a:lnTo>
                    <a:pt x="437457" y="530768"/>
                  </a:lnTo>
                  <a:lnTo>
                    <a:pt x="410350" y="495399"/>
                  </a:lnTo>
                  <a:lnTo>
                    <a:pt x="385097" y="458923"/>
                  </a:lnTo>
                  <a:lnTo>
                    <a:pt x="361755" y="421395"/>
                  </a:lnTo>
                  <a:lnTo>
                    <a:pt x="340377" y="382868"/>
                  </a:lnTo>
                  <a:lnTo>
                    <a:pt x="321017" y="343396"/>
                  </a:lnTo>
                  <a:lnTo>
                    <a:pt x="303731" y="303032"/>
                  </a:lnTo>
                  <a:lnTo>
                    <a:pt x="288573" y="261829"/>
                  </a:lnTo>
                  <a:lnTo>
                    <a:pt x="275597" y="219841"/>
                  </a:lnTo>
                  <a:lnTo>
                    <a:pt x="264859" y="177122"/>
                  </a:lnTo>
                  <a:lnTo>
                    <a:pt x="256411" y="133725"/>
                  </a:lnTo>
                  <a:lnTo>
                    <a:pt x="250310" y="89703"/>
                  </a:lnTo>
                  <a:lnTo>
                    <a:pt x="246609" y="45110"/>
                  </a:lnTo>
                  <a:lnTo>
                    <a:pt x="245363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087111" y="4777740"/>
              <a:ext cx="2437130" cy="923925"/>
            </a:xfrm>
            <a:custGeom>
              <a:avLst/>
              <a:gdLst/>
              <a:ahLst/>
              <a:cxnLst/>
              <a:rect l="l" t="t" r="r" b="b"/>
              <a:pathLst>
                <a:path w="2437129" h="923925">
                  <a:moveTo>
                    <a:pt x="1057783" y="923544"/>
                  </a:moveTo>
                  <a:lnTo>
                    <a:pt x="1109205" y="922461"/>
                  </a:lnTo>
                  <a:lnTo>
                    <a:pt x="1160095" y="919242"/>
                  </a:lnTo>
                  <a:lnTo>
                    <a:pt x="1210387" y="913932"/>
                  </a:lnTo>
                  <a:lnTo>
                    <a:pt x="1260017" y="906575"/>
                  </a:lnTo>
                  <a:lnTo>
                    <a:pt x="1308918" y="897215"/>
                  </a:lnTo>
                  <a:lnTo>
                    <a:pt x="1357025" y="885896"/>
                  </a:lnTo>
                  <a:lnTo>
                    <a:pt x="1404272" y="872662"/>
                  </a:lnTo>
                  <a:lnTo>
                    <a:pt x="1450595" y="857558"/>
                  </a:lnTo>
                  <a:lnTo>
                    <a:pt x="1495926" y="840628"/>
                  </a:lnTo>
                  <a:lnTo>
                    <a:pt x="1540202" y="821917"/>
                  </a:lnTo>
                  <a:lnTo>
                    <a:pt x="1583356" y="801468"/>
                  </a:lnTo>
                  <a:lnTo>
                    <a:pt x="1625324" y="779326"/>
                  </a:lnTo>
                  <a:lnTo>
                    <a:pt x="1666038" y="755534"/>
                  </a:lnTo>
                  <a:lnTo>
                    <a:pt x="1705435" y="730138"/>
                  </a:lnTo>
                  <a:lnTo>
                    <a:pt x="1743448" y="703182"/>
                  </a:lnTo>
                  <a:lnTo>
                    <a:pt x="1780012" y="674709"/>
                  </a:lnTo>
                  <a:lnTo>
                    <a:pt x="1815061" y="644765"/>
                  </a:lnTo>
                  <a:lnTo>
                    <a:pt x="1848531" y="613393"/>
                  </a:lnTo>
                  <a:lnTo>
                    <a:pt x="1880354" y="580637"/>
                  </a:lnTo>
                  <a:lnTo>
                    <a:pt x="1910467" y="546542"/>
                  </a:lnTo>
                  <a:lnTo>
                    <a:pt x="1938803" y="511153"/>
                  </a:lnTo>
                  <a:lnTo>
                    <a:pt x="1965297" y="474512"/>
                  </a:lnTo>
                  <a:lnTo>
                    <a:pt x="1989884" y="436666"/>
                  </a:lnTo>
                  <a:lnTo>
                    <a:pt x="2012497" y="397657"/>
                  </a:lnTo>
                  <a:lnTo>
                    <a:pt x="2033072" y="357530"/>
                  </a:lnTo>
                  <a:lnTo>
                    <a:pt x="2051543" y="316330"/>
                  </a:lnTo>
                  <a:lnTo>
                    <a:pt x="2067844" y="274100"/>
                  </a:lnTo>
                  <a:lnTo>
                    <a:pt x="2081911" y="230886"/>
                  </a:lnTo>
                  <a:lnTo>
                    <a:pt x="1972310" y="230886"/>
                  </a:lnTo>
                  <a:lnTo>
                    <a:pt x="2238120" y="0"/>
                  </a:lnTo>
                  <a:lnTo>
                    <a:pt x="2436876" y="230886"/>
                  </a:lnTo>
                  <a:lnTo>
                    <a:pt x="2327274" y="230886"/>
                  </a:lnTo>
                  <a:lnTo>
                    <a:pt x="2313221" y="274100"/>
                  </a:lnTo>
                  <a:lnTo>
                    <a:pt x="2296932" y="316330"/>
                  </a:lnTo>
                  <a:lnTo>
                    <a:pt x="2278473" y="357530"/>
                  </a:lnTo>
                  <a:lnTo>
                    <a:pt x="2257908" y="397657"/>
                  </a:lnTo>
                  <a:lnTo>
                    <a:pt x="2235304" y="436666"/>
                  </a:lnTo>
                  <a:lnTo>
                    <a:pt x="2210726" y="474512"/>
                  </a:lnTo>
                  <a:lnTo>
                    <a:pt x="2184239" y="511153"/>
                  </a:lnTo>
                  <a:lnTo>
                    <a:pt x="2155909" y="546542"/>
                  </a:lnTo>
                  <a:lnTo>
                    <a:pt x="2125802" y="580637"/>
                  </a:lnTo>
                  <a:lnTo>
                    <a:pt x="2093982" y="613393"/>
                  </a:lnTo>
                  <a:lnTo>
                    <a:pt x="2060516" y="644765"/>
                  </a:lnTo>
                  <a:lnTo>
                    <a:pt x="2025469" y="674709"/>
                  </a:lnTo>
                  <a:lnTo>
                    <a:pt x="1988907" y="703182"/>
                  </a:lnTo>
                  <a:lnTo>
                    <a:pt x="1950894" y="730138"/>
                  </a:lnTo>
                  <a:lnTo>
                    <a:pt x="1911497" y="755534"/>
                  </a:lnTo>
                  <a:lnTo>
                    <a:pt x="1870781" y="779326"/>
                  </a:lnTo>
                  <a:lnTo>
                    <a:pt x="1828811" y="801468"/>
                  </a:lnTo>
                  <a:lnTo>
                    <a:pt x="1785654" y="821917"/>
                  </a:lnTo>
                  <a:lnTo>
                    <a:pt x="1741374" y="840628"/>
                  </a:lnTo>
                  <a:lnTo>
                    <a:pt x="1696036" y="857558"/>
                  </a:lnTo>
                  <a:lnTo>
                    <a:pt x="1649708" y="872662"/>
                  </a:lnTo>
                  <a:lnTo>
                    <a:pt x="1602453" y="885896"/>
                  </a:lnTo>
                  <a:lnTo>
                    <a:pt x="1554338" y="897215"/>
                  </a:lnTo>
                  <a:lnTo>
                    <a:pt x="1505428" y="906575"/>
                  </a:lnTo>
                  <a:lnTo>
                    <a:pt x="1455788" y="913932"/>
                  </a:lnTo>
                  <a:lnTo>
                    <a:pt x="1405484" y="919242"/>
                  </a:lnTo>
                  <a:lnTo>
                    <a:pt x="1354582" y="922461"/>
                  </a:lnTo>
                  <a:lnTo>
                    <a:pt x="1303147" y="923544"/>
                  </a:lnTo>
                  <a:lnTo>
                    <a:pt x="1057783" y="923544"/>
                  </a:lnTo>
                  <a:lnTo>
                    <a:pt x="1006532" y="922478"/>
                  </a:lnTo>
                  <a:lnTo>
                    <a:pt x="955911" y="919316"/>
                  </a:lnTo>
                  <a:lnTo>
                    <a:pt x="905974" y="914103"/>
                  </a:lnTo>
                  <a:lnTo>
                    <a:pt x="856778" y="906890"/>
                  </a:lnTo>
                  <a:lnTo>
                    <a:pt x="808378" y="897723"/>
                  </a:lnTo>
                  <a:lnTo>
                    <a:pt x="760829" y="886653"/>
                  </a:lnTo>
                  <a:lnTo>
                    <a:pt x="714187" y="873727"/>
                  </a:lnTo>
                  <a:lnTo>
                    <a:pt x="668507" y="858993"/>
                  </a:lnTo>
                  <a:lnTo>
                    <a:pt x="623844" y="842500"/>
                  </a:lnTo>
                  <a:lnTo>
                    <a:pt x="580254" y="824296"/>
                  </a:lnTo>
                  <a:lnTo>
                    <a:pt x="537792" y="804430"/>
                  </a:lnTo>
                  <a:lnTo>
                    <a:pt x="496513" y="782950"/>
                  </a:lnTo>
                  <a:lnTo>
                    <a:pt x="456474" y="759904"/>
                  </a:lnTo>
                  <a:lnTo>
                    <a:pt x="417729" y="735341"/>
                  </a:lnTo>
                  <a:lnTo>
                    <a:pt x="380335" y="709310"/>
                  </a:lnTo>
                  <a:lnTo>
                    <a:pt x="344345" y="681858"/>
                  </a:lnTo>
                  <a:lnTo>
                    <a:pt x="309816" y="653034"/>
                  </a:lnTo>
                  <a:lnTo>
                    <a:pt x="276803" y="622886"/>
                  </a:lnTo>
                  <a:lnTo>
                    <a:pt x="245362" y="591463"/>
                  </a:lnTo>
                  <a:lnTo>
                    <a:pt x="215547" y="558813"/>
                  </a:lnTo>
                  <a:lnTo>
                    <a:pt x="187415" y="524985"/>
                  </a:lnTo>
                  <a:lnTo>
                    <a:pt x="161021" y="490027"/>
                  </a:lnTo>
                  <a:lnTo>
                    <a:pt x="136420" y="453987"/>
                  </a:lnTo>
                  <a:lnTo>
                    <a:pt x="113667" y="416914"/>
                  </a:lnTo>
                  <a:lnTo>
                    <a:pt x="92818" y="378856"/>
                  </a:lnTo>
                  <a:lnTo>
                    <a:pt x="73929" y="339862"/>
                  </a:lnTo>
                  <a:lnTo>
                    <a:pt x="57054" y="299979"/>
                  </a:lnTo>
                  <a:lnTo>
                    <a:pt x="42250" y="259257"/>
                  </a:lnTo>
                  <a:lnTo>
                    <a:pt x="29571" y="217743"/>
                  </a:lnTo>
                  <a:lnTo>
                    <a:pt x="19073" y="175487"/>
                  </a:lnTo>
                  <a:lnTo>
                    <a:pt x="10811" y="132536"/>
                  </a:lnTo>
                  <a:lnTo>
                    <a:pt x="4842" y="88939"/>
                  </a:lnTo>
                  <a:lnTo>
                    <a:pt x="1219" y="44744"/>
                  </a:lnTo>
                  <a:lnTo>
                    <a:pt x="0" y="0"/>
                  </a:lnTo>
                  <a:lnTo>
                    <a:pt x="245363" y="0"/>
                  </a:lnTo>
                  <a:lnTo>
                    <a:pt x="246609" y="45110"/>
                  </a:lnTo>
                  <a:lnTo>
                    <a:pt x="250310" y="89703"/>
                  </a:lnTo>
                  <a:lnTo>
                    <a:pt x="256411" y="133725"/>
                  </a:lnTo>
                  <a:lnTo>
                    <a:pt x="264859" y="177122"/>
                  </a:lnTo>
                  <a:lnTo>
                    <a:pt x="275597" y="219841"/>
                  </a:lnTo>
                  <a:lnTo>
                    <a:pt x="288573" y="261829"/>
                  </a:lnTo>
                  <a:lnTo>
                    <a:pt x="303731" y="303032"/>
                  </a:lnTo>
                  <a:lnTo>
                    <a:pt x="321017" y="343396"/>
                  </a:lnTo>
                  <a:lnTo>
                    <a:pt x="340377" y="382868"/>
                  </a:lnTo>
                  <a:lnTo>
                    <a:pt x="361755" y="421395"/>
                  </a:lnTo>
                  <a:lnTo>
                    <a:pt x="385097" y="458923"/>
                  </a:lnTo>
                  <a:lnTo>
                    <a:pt x="410350" y="495399"/>
                  </a:lnTo>
                  <a:lnTo>
                    <a:pt x="437457" y="530768"/>
                  </a:lnTo>
                  <a:lnTo>
                    <a:pt x="466365" y="564978"/>
                  </a:lnTo>
                  <a:lnTo>
                    <a:pt x="497019" y="597975"/>
                  </a:lnTo>
                  <a:lnTo>
                    <a:pt x="529365" y="629705"/>
                  </a:lnTo>
                  <a:lnTo>
                    <a:pt x="563348" y="660116"/>
                  </a:lnTo>
                  <a:lnTo>
                    <a:pt x="598914" y="689153"/>
                  </a:lnTo>
                  <a:lnTo>
                    <a:pt x="636007" y="716763"/>
                  </a:lnTo>
                  <a:lnTo>
                    <a:pt x="674574" y="742892"/>
                  </a:lnTo>
                  <a:lnTo>
                    <a:pt x="714560" y="767488"/>
                  </a:lnTo>
                  <a:lnTo>
                    <a:pt x="755910" y="790496"/>
                  </a:lnTo>
                  <a:lnTo>
                    <a:pt x="798571" y="811864"/>
                  </a:lnTo>
                  <a:lnTo>
                    <a:pt x="842486" y="831536"/>
                  </a:lnTo>
                  <a:lnTo>
                    <a:pt x="887603" y="849461"/>
                  </a:lnTo>
                  <a:lnTo>
                    <a:pt x="933865" y="865585"/>
                  </a:lnTo>
                  <a:lnTo>
                    <a:pt x="981220" y="879853"/>
                  </a:lnTo>
                  <a:lnTo>
                    <a:pt x="1029611" y="892213"/>
                  </a:lnTo>
                  <a:lnTo>
                    <a:pt x="1078986" y="902611"/>
                  </a:lnTo>
                  <a:lnTo>
                    <a:pt x="1129288" y="910994"/>
                  </a:lnTo>
                  <a:lnTo>
                    <a:pt x="1180464" y="917308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82396" y="5556503"/>
            <a:ext cx="10427335" cy="646430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429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5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2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D/O/T/W/2/e/tooling/sass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6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sass</a:t>
            </a:r>
            <a:r>
              <a:rPr dirty="0" sz="1800" spc="-5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file.scss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file.css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882396" y="3134867"/>
            <a:ext cx="4925695" cy="2032000"/>
          </a:xfrm>
          <a:custGeom>
            <a:avLst/>
            <a:gdLst/>
            <a:ahLst/>
            <a:cxnLst/>
            <a:rect l="l" t="t" r="r" b="b"/>
            <a:pathLst>
              <a:path w="4925695" h="2032000">
                <a:moveTo>
                  <a:pt x="4925568" y="0"/>
                </a:moveTo>
                <a:lnTo>
                  <a:pt x="0" y="0"/>
                </a:lnTo>
                <a:lnTo>
                  <a:pt x="0" y="2031491"/>
                </a:lnTo>
                <a:lnTo>
                  <a:pt x="4925568" y="2031491"/>
                </a:lnTo>
                <a:lnTo>
                  <a:pt x="49255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882396" y="3134867"/>
            <a:ext cx="492569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$font-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stack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Helvetica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sans-serif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$primary-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2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#333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body</a:t>
            </a:r>
            <a:r>
              <a:rPr dirty="0" sz="1800" spc="-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font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$font-stack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$primary-color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2396" y="3592067"/>
            <a:ext cx="10427335" cy="2585085"/>
          </a:xfrm>
          <a:custGeom>
            <a:avLst/>
            <a:gdLst/>
            <a:ahLst/>
            <a:cxnLst/>
            <a:rect l="l" t="t" r="r" b="b"/>
            <a:pathLst>
              <a:path w="10427335" h="2585085">
                <a:moveTo>
                  <a:pt x="0" y="2584704"/>
                </a:moveTo>
                <a:lnTo>
                  <a:pt x="10427208" y="2584704"/>
                </a:lnTo>
                <a:lnTo>
                  <a:pt x="10427208" y="0"/>
                </a:lnTo>
                <a:lnTo>
                  <a:pt x="0" y="0"/>
                </a:lnTo>
                <a:lnTo>
                  <a:pt x="0" y="2584704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62050" y="3611626"/>
            <a:ext cx="90296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.elem</a:t>
            </a:r>
            <a:r>
              <a:rPr dirty="0" sz="1800" spc="-4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91324" y="5055131"/>
            <a:ext cx="36347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95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&lt;span&gt;s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contained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.elem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11986" y="3886327"/>
            <a:ext cx="5666740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26593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red</a:t>
            </a:r>
            <a:r>
              <a:rPr dirty="0" sz="1800" spc="-2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span</a:t>
            </a: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 marR="3891279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blue</a:t>
            </a:r>
            <a:r>
              <a:rPr dirty="0" sz="1800" spc="-2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a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3715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green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//applies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&lt;a&gt;s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contained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5806846"/>
            <a:ext cx="151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SASS:</a:t>
            </a:r>
            <a:r>
              <a:rPr dirty="0" spc="-185"/>
              <a:t> </a:t>
            </a:r>
            <a:r>
              <a:rPr dirty="0" spc="-10"/>
              <a:t>NESTING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962050" y="1446872"/>
            <a:ext cx="10346055" cy="207200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HTML,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clear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nested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element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hierarchy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cannot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nested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rules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introduces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nesting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readable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Too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much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nesting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practice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though!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Leads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over-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CSS!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879335" y="3767328"/>
            <a:ext cx="4636135" cy="2585085"/>
          </a:xfrm>
          <a:custGeom>
            <a:avLst/>
            <a:gdLst/>
            <a:ahLst/>
            <a:cxnLst/>
            <a:rect l="l" t="t" r="r" b="b"/>
            <a:pathLst>
              <a:path w="4636134" h="2585085">
                <a:moveTo>
                  <a:pt x="4636008" y="0"/>
                </a:moveTo>
                <a:lnTo>
                  <a:pt x="0" y="0"/>
                </a:lnTo>
                <a:lnTo>
                  <a:pt x="0" y="2584704"/>
                </a:lnTo>
                <a:lnTo>
                  <a:pt x="4636008" y="2584704"/>
                </a:lnTo>
                <a:lnTo>
                  <a:pt x="46360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879335" y="3767328"/>
            <a:ext cx="4636135" cy="258508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342265" marR="2905760" indent="-25019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.elem</a:t>
            </a:r>
            <a:r>
              <a:rPr dirty="0" sz="1800" spc="-4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red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.elem</a:t>
            </a:r>
            <a:r>
              <a:rPr dirty="0" sz="1800" spc="-4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span</a:t>
            </a:r>
            <a:r>
              <a:rPr dirty="0" sz="1800" spc="-3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blue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342265" marR="2655570" indent="-25019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.elem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span</a:t>
            </a: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a</a:t>
            </a:r>
            <a:r>
              <a:rPr dirty="0" sz="1800" spc="-1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green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SASS:</a:t>
            </a:r>
            <a:r>
              <a:rPr dirty="0" spc="-185"/>
              <a:t> </a:t>
            </a:r>
            <a:r>
              <a:rPr dirty="0" spc="-10"/>
              <a:t>NESTING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312408" y="1458467"/>
            <a:ext cx="4997450" cy="4802505"/>
          </a:xfrm>
          <a:custGeom>
            <a:avLst/>
            <a:gdLst/>
            <a:ahLst/>
            <a:cxnLst/>
            <a:rect l="l" t="t" r="r" b="b"/>
            <a:pathLst>
              <a:path w="4997450" h="4802505">
                <a:moveTo>
                  <a:pt x="0" y="4802124"/>
                </a:moveTo>
                <a:lnTo>
                  <a:pt x="4997195" y="4802124"/>
                </a:lnTo>
                <a:lnTo>
                  <a:pt x="4997195" y="0"/>
                </a:lnTo>
                <a:lnTo>
                  <a:pt x="0" y="0"/>
                </a:lnTo>
                <a:lnTo>
                  <a:pt x="0" y="4802124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82396" y="1458467"/>
          <a:ext cx="8639175" cy="4801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035"/>
                <a:gridCol w="1753870"/>
                <a:gridCol w="1755140"/>
                <a:gridCol w="1207770"/>
                <a:gridCol w="433070"/>
                <a:gridCol w="3132454"/>
              </a:tblGrid>
              <a:tr h="481965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/*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nesting.scss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*/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/*</a:t>
                      </a:r>
                      <a:r>
                        <a:rPr dirty="0" sz="1800" spc="-4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nesting.css</a:t>
                      </a:r>
                      <a:r>
                        <a:rPr dirty="0" sz="1800" spc="-3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*/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2384"/>
                </a:tc>
              </a:tr>
              <a:tr h="2630805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nav</a:t>
                      </a:r>
                      <a:r>
                        <a:rPr dirty="0" sz="1800" spc="-35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 marR="179070" indent="-25019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ul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r>
                        <a:rPr dirty="0" sz="1800" spc="50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margin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3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padding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list-style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: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li</a:t>
                      </a:r>
                      <a:r>
                        <a:rPr dirty="0" sz="1800" spc="-5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{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display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350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1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inline-block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42265" marR="1528445" indent="-25082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nav</a:t>
                      </a:r>
                      <a:r>
                        <a:rPr dirty="0" sz="1800" spc="-2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ul</a:t>
                      </a:r>
                      <a:r>
                        <a:rPr dirty="0" sz="1800" spc="-2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 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margin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3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padding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6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list-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style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 </a:t>
                      </a:r>
                      <a:r>
                        <a:rPr dirty="0" sz="1800" spc="-2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nav</a:t>
                      </a:r>
                      <a:r>
                        <a:rPr dirty="0" sz="1800" spc="-2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li</a:t>
                      </a:r>
                      <a:r>
                        <a:rPr dirty="0" sz="1800" spc="-2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display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inline-block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99060"/>
                </a:tc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61594">
                        <a:lnSpc>
                          <a:spcPts val="1700"/>
                        </a:lnSpc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r>
                        <a:rPr dirty="0" sz="1800" spc="-15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display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block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64"/>
                        </a:spcBef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nav</a:t>
                      </a:r>
                      <a:r>
                        <a:rPr dirty="0" sz="1800" spc="-2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211454"/>
                </a:tc>
              </a:tr>
              <a:tr h="1164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11785">
                        <a:lnSpc>
                          <a:spcPts val="1895"/>
                        </a:lnSpc>
                      </a:pP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padding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6px</a:t>
                      </a:r>
                      <a:r>
                        <a:rPr dirty="0" sz="1800" spc="-2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12px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text-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decoration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ts val="1860"/>
                        </a:lnSpc>
                      </a:pP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display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block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padding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6px</a:t>
                      </a:r>
                      <a:r>
                        <a:rPr dirty="0" sz="1800" spc="-3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12px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text-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decoration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SASS:</a:t>
            </a:r>
            <a:r>
              <a:rPr dirty="0" spc="-175"/>
              <a:t> </a:t>
            </a:r>
            <a:r>
              <a:rPr dirty="0" spc="-90"/>
              <a:t>MIXINS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835515" cy="15614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Mixins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re-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group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CSS/Sass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declarations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declared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rule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@mixin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followed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identifier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@include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rule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092195"/>
            <a:ext cx="4867910" cy="341693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342265" marR="1759585" indent="-25019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@mixin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clear-</a:t>
            </a:r>
            <a:r>
              <a:rPr dirty="0" sz="1800">
                <a:latin typeface="Consolas"/>
                <a:cs typeface="Consolas"/>
              </a:rPr>
              <a:t>list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list-style-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3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none</a:t>
            </a:r>
            <a:r>
              <a:rPr dirty="0" sz="1800" spc="-2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padding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margin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 spc="-25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li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display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inline-block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nav</a:t>
            </a: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ul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 marR="1006475">
              <a:lnSpc>
                <a:spcPct val="100000"/>
              </a:lnSpc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background-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4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aliceblue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@include</a:t>
            </a:r>
            <a:r>
              <a:rPr dirty="0" sz="1800" spc="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clear-</a:t>
            </a:r>
            <a:r>
              <a:rPr dirty="0" sz="1800" spc="-20">
                <a:latin typeface="Consolas"/>
                <a:cs typeface="Consolas"/>
              </a:rPr>
              <a:t>list;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441947" y="3092195"/>
            <a:ext cx="4867910" cy="258508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nav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ul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0995" marR="1007110">
              <a:lnSpc>
                <a:spcPct val="100000"/>
              </a:lnSpc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background-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4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aliceblue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list-style-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none</a:t>
            </a:r>
            <a:r>
              <a:rPr dirty="0" sz="1800" spc="-2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padding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 spc="-25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margin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 spc="-25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nav</a:t>
            </a: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ul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li</a:t>
            </a:r>
            <a:r>
              <a:rPr dirty="0" sz="1800" spc="-1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display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inline-block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049761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SASS:</a:t>
            </a:r>
            <a:r>
              <a:rPr dirty="0" spc="-175"/>
              <a:t> </a:t>
            </a:r>
            <a:r>
              <a:rPr dirty="0" spc="-90"/>
              <a:t>MIXINS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87052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Mixins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optionally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parameters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261616"/>
            <a:ext cx="4867910" cy="341566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342265" marR="756920" indent="-250190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@mixin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theme(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$color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DarkBlue</a:t>
            </a:r>
            <a:r>
              <a:rPr dirty="0" sz="1800">
                <a:latin typeface="Consolas"/>
                <a:cs typeface="Consolas"/>
              </a:rPr>
              <a:t>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background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$color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#fff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.info</a:t>
            </a:r>
            <a:r>
              <a:rPr dirty="0" sz="1800" spc="-4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@include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theme;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.danger</a:t>
            </a: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@include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theme(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$color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DarkRed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441947" y="2676144"/>
            <a:ext cx="4867910" cy="258635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.info</a:t>
            </a:r>
            <a:r>
              <a:rPr dirty="0" sz="1800" spc="-4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0995" marR="1885314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background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DarkBlue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#fff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.danger</a:t>
            </a: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0995" marR="2010410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background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DarkRed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#fff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SASS:</a:t>
            </a:r>
            <a:r>
              <a:rPr dirty="0" spc="-185"/>
              <a:t> </a:t>
            </a:r>
            <a:r>
              <a:rPr dirty="0" spc="-10"/>
              <a:t>MODULES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1565147"/>
            <a:ext cx="5462270" cy="23088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base.scss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$font-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stack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Helvetica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sans-serif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$primary-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2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#333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body</a:t>
            </a:r>
            <a:r>
              <a:rPr dirty="0" sz="1800" spc="-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font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$font-stack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$primary-color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145279"/>
            <a:ext cx="5462270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example.scss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@use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'base'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.inverse</a:t>
            </a:r>
            <a:r>
              <a:rPr dirty="0" sz="1800" spc="-4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 marR="1099820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background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1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base</a:t>
            </a:r>
            <a:r>
              <a:rPr dirty="0" sz="1800" spc="-10">
                <a:latin typeface="Consolas"/>
                <a:cs typeface="Consolas"/>
              </a:rPr>
              <a:t>.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$primary-color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white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92823" y="2575560"/>
            <a:ext cx="4716780" cy="28625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example.css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body</a:t>
            </a:r>
            <a:r>
              <a:rPr dirty="0" sz="1800" spc="-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0995" marR="856615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font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Helvetica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sans-serif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#333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.inverse</a:t>
            </a:r>
            <a:r>
              <a:rPr dirty="0" sz="1800" spc="-4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0995" marR="1482725">
              <a:lnSpc>
                <a:spcPct val="100000"/>
              </a:lnSpc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background-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5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#333</a:t>
            </a:r>
            <a:r>
              <a:rPr dirty="0" sz="1800" spc="-2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white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SASS:</a:t>
            </a:r>
            <a:r>
              <a:rPr dirty="0" spc="-175"/>
              <a:t> </a:t>
            </a:r>
            <a:r>
              <a:rPr dirty="0" spc="-130"/>
              <a:t>PARTIALS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64445" cy="207200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underscore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partials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meant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generate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stand-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alone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partials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including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variables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could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good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example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partial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053840"/>
            <a:ext cx="10427335" cy="119951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</a:t>
            </a:r>
            <a:r>
              <a:rPr dirty="0" sz="1800" spc="-6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_variables.scss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$primary-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purple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$accent-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orange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$background-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beige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SASS:</a:t>
            </a:r>
            <a:r>
              <a:rPr dirty="0" spc="-30"/>
              <a:t> </a:t>
            </a:r>
            <a:r>
              <a:rPr dirty="0" spc="-260"/>
              <a:t>LISTS</a:t>
            </a:r>
            <a:r>
              <a:rPr dirty="0"/>
              <a:t> </a:t>
            </a:r>
            <a:r>
              <a:rPr dirty="0" spc="125"/>
              <a:t>AND</a:t>
            </a:r>
            <a:r>
              <a:rPr dirty="0" spc="5"/>
              <a:t> </a:t>
            </a:r>
            <a:r>
              <a:rPr dirty="0" spc="-20"/>
              <a:t>MAPS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260840" cy="213741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Lists</a:t>
            </a:r>
            <a:r>
              <a:rPr dirty="0" sz="2800" spc="-9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sequences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separated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commas,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spaces,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or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slashes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consistent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across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list.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Maps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sequences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key-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pairs.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pair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has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form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&lt;key&gt;:&lt;value&gt;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Keys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must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unique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within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map.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870959"/>
            <a:ext cx="10427335" cy="64643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$list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120px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240px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480px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800px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tabLst>
                <a:tab pos="968375" algn="l"/>
              </a:tabLst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$map</a:t>
            </a:r>
            <a:r>
              <a:rPr dirty="0" sz="1800" spc="-10">
                <a:latin typeface="Consolas"/>
                <a:cs typeface="Consolas"/>
              </a:rPr>
              <a:t>:</a:t>
            </a:r>
            <a:r>
              <a:rPr dirty="0" sz="1800">
                <a:latin typeface="Consolas"/>
                <a:cs typeface="Consolas"/>
              </a:rPr>
              <a:t>	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"xs"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480px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"md"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768px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"lg"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1024px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73163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SASS:</a:t>
            </a:r>
            <a:r>
              <a:rPr dirty="0" spc="-105"/>
              <a:t> </a:t>
            </a:r>
            <a:r>
              <a:rPr dirty="0"/>
              <a:t>CONTROL</a:t>
            </a:r>
            <a:r>
              <a:rPr dirty="0" spc="-85"/>
              <a:t> </a:t>
            </a:r>
            <a:r>
              <a:rPr dirty="0"/>
              <a:t>FLOW</a:t>
            </a:r>
            <a:r>
              <a:rPr dirty="0" spc="-90"/>
              <a:t> </a:t>
            </a:r>
            <a:r>
              <a:rPr dirty="0" spc="-80"/>
              <a:t>RULES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018395" cy="304101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rules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control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whether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styles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emitted,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emit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them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times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small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variations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Think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engine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generating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files!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idea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control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flow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constructs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engines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@if/@else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conditionally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emit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styles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@each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iterate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list/map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@for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@while</a:t>
            </a:r>
            <a:r>
              <a:rPr dirty="0" sz="24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usual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semantics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SASS:</a:t>
            </a:r>
            <a:r>
              <a:rPr dirty="0" spc="-175"/>
              <a:t> </a:t>
            </a:r>
            <a:r>
              <a:rPr dirty="0" spc="-120"/>
              <a:t>@IF/@ELSE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1565147"/>
            <a:ext cx="5340350" cy="480250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@use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"sass:math"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342265" marR="476884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@mixin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avatar(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$size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$circle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false)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width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$size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height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$size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@if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$circle</a:t>
            </a:r>
            <a:r>
              <a:rPr dirty="0" sz="1800" spc="-35">
                <a:solidFill>
                  <a:srgbClr val="E4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border-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radius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math</a:t>
            </a:r>
            <a:r>
              <a:rPr dirty="0" sz="1800">
                <a:latin typeface="Consolas"/>
                <a:cs typeface="Consolas"/>
              </a:rPr>
              <a:t>.div(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$size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2</a:t>
            </a:r>
            <a:r>
              <a:rPr dirty="0" sz="1800" spc="-25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.square-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av</a:t>
            </a:r>
            <a:r>
              <a:rPr dirty="0" sz="1800" spc="-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@include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avatar(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100px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$circle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false);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.circle-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av</a:t>
            </a:r>
            <a:r>
              <a:rPr dirty="0" sz="1800" spc="2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@include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avatar(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100px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$circle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true);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643116" y="2535935"/>
            <a:ext cx="4666615" cy="28625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342900" marR="2560955" indent="-250190">
              <a:lnSpc>
                <a:spcPct val="100000"/>
              </a:lnSpc>
              <a:spcBef>
                <a:spcPts val="250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.square-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av</a:t>
            </a:r>
            <a:r>
              <a:rPr dirty="0" sz="1800" spc="1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width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100px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height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100px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342900" marR="2560955" indent="-25019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.circle-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av</a:t>
            </a:r>
            <a:r>
              <a:rPr dirty="0" sz="1800" spc="1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width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100px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height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100px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2900">
              <a:lnSpc>
                <a:spcPct val="100000"/>
              </a:lnSpc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border-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radius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1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50px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SASS:</a:t>
            </a:r>
            <a:r>
              <a:rPr dirty="0" spc="-175"/>
              <a:t> </a:t>
            </a:r>
            <a:r>
              <a:rPr dirty="0" spc="-10"/>
              <a:t>@EACH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212079" y="3037332"/>
            <a:ext cx="6097905" cy="3139440"/>
          </a:xfrm>
          <a:custGeom>
            <a:avLst/>
            <a:gdLst/>
            <a:ahLst/>
            <a:cxnLst/>
            <a:rect l="l" t="t" r="r" b="b"/>
            <a:pathLst>
              <a:path w="6097905" h="3139440">
                <a:moveTo>
                  <a:pt x="6097524" y="0"/>
                </a:moveTo>
                <a:lnTo>
                  <a:pt x="0" y="0"/>
                </a:lnTo>
                <a:lnTo>
                  <a:pt x="0" y="3139440"/>
                </a:lnTo>
                <a:lnTo>
                  <a:pt x="6097524" y="3139440"/>
                </a:lnTo>
                <a:lnTo>
                  <a:pt x="60975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76046" y="1558797"/>
          <a:ext cx="10516235" cy="4610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9430"/>
                <a:gridCol w="2023745"/>
                <a:gridCol w="4073525"/>
              </a:tblGrid>
              <a:tr h="1471930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$sizes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(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"xs"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480px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"md"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768px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"lg"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1024px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);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2265" marR="236854" indent="-25019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@each</a:t>
                      </a:r>
                      <a:r>
                        <a:rPr dirty="0" sz="1800" spc="-3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$sizeName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$sizeMaxWidth</a:t>
                      </a:r>
                      <a:r>
                        <a:rPr dirty="0" sz="1800" spc="-35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</a:t>
                      </a:r>
                      <a:r>
                        <a:rPr dirty="0" sz="1800" spc="-4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$sizes</a:t>
                      </a:r>
                      <a:r>
                        <a:rPr dirty="0" sz="1800" spc="-25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@media</a:t>
                      </a:r>
                      <a:r>
                        <a:rPr dirty="0" sz="1800" spc="-3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screen</a:t>
                      </a:r>
                      <a:r>
                        <a:rPr dirty="0" sz="1800" spc="-35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and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(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max-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width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$sizeMaxWidth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)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.hidden-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#{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$sizeName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</a:tr>
              <a:tr h="1113790">
                <a:tc>
                  <a:txBody>
                    <a:bodyPr/>
                    <a:lstStyle/>
                    <a:p>
                      <a:pPr marL="843280">
                        <a:lnSpc>
                          <a:spcPts val="1630"/>
                        </a:lnSpc>
                      </a:pP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display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@media</a:t>
                      </a:r>
                      <a:r>
                        <a:rPr dirty="0" sz="1800" spc="-4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screen</a:t>
                      </a:r>
                      <a:r>
                        <a:rPr dirty="0" sz="1800" spc="-3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and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(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max-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width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480px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)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185" marR="3741420" indent="-2501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.hidden-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xs</a:t>
                      </a:r>
                      <a:r>
                        <a:rPr dirty="0" sz="1800" spc="35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 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display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1630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@media</a:t>
                      </a:r>
                      <a:r>
                        <a:rPr dirty="0" sz="1800" spc="-4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screen</a:t>
                      </a:r>
                      <a:r>
                        <a:rPr dirty="0" sz="1800" spc="-2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and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(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max-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width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768px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)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1630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.hidden-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md</a:t>
                      </a:r>
                      <a:r>
                        <a:rPr dirty="0" sz="1800" spc="15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18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display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none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1630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1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/*.hidden-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lg</a:t>
                      </a:r>
                      <a:r>
                        <a:rPr dirty="0" sz="1800" spc="-1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omitted</a:t>
                      </a:r>
                      <a:r>
                        <a:rPr dirty="0" sz="1800" spc="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for</a:t>
                      </a:r>
                      <a:r>
                        <a:rPr dirty="0" sz="1800" spc="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the sake</a:t>
                      </a:r>
                      <a:r>
                        <a:rPr dirty="0" sz="1800" spc="-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of</a:t>
                      </a:r>
                      <a:r>
                        <a:rPr dirty="0" sz="1800" spc="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brevity*/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  <a:lnB w="12700">
                      <a:solidFill>
                        <a:srgbClr val="111F3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250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2384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  <a:lnB w="12700">
                      <a:solidFill>
                        <a:srgbClr val="111F3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54"/>
              <a:t>CSS</a:t>
            </a:r>
            <a:r>
              <a:rPr dirty="0" sz="4800" spc="105"/>
              <a:t> </a:t>
            </a:r>
            <a:r>
              <a:rPr dirty="0" sz="4800" spc="-85"/>
              <a:t>FRAMEWORKS</a:t>
            </a:r>
            <a:endParaRPr sz="48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4235272"/>
            <a:ext cx="871855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i="1">
                <a:solidFill>
                  <a:srgbClr val="006379"/>
                </a:solidFill>
                <a:latin typeface="Calibri"/>
                <a:cs typeface="Calibri"/>
              </a:rPr>
              <a:t>Well,</a:t>
            </a:r>
            <a:r>
              <a:rPr dirty="0" sz="2400" spc="-6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these</a:t>
            </a:r>
            <a:r>
              <a:rPr dirty="0" sz="2400" spc="-4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are</a:t>
            </a:r>
            <a:r>
              <a:rPr dirty="0" sz="2400" spc="-5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not</a:t>
            </a:r>
            <a:r>
              <a:rPr dirty="0" sz="2400" spc="-4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really</a:t>
            </a:r>
            <a:r>
              <a:rPr dirty="0" sz="2400" spc="-6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006379"/>
                </a:solidFill>
                <a:latin typeface="Calibri"/>
                <a:cs typeface="Calibri"/>
              </a:rPr>
              <a:t>«Frameworks»</a:t>
            </a:r>
            <a:r>
              <a:rPr dirty="0" sz="2400" spc="-7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as</a:t>
            </a:r>
            <a:r>
              <a:rPr dirty="0" sz="2400" spc="-5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in</a:t>
            </a:r>
            <a:r>
              <a:rPr dirty="0" sz="2400" spc="-4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«Software</a:t>
            </a:r>
            <a:r>
              <a:rPr dirty="0" sz="2400" spc="-4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006379"/>
                </a:solidFill>
                <a:latin typeface="Calibri"/>
                <a:cs typeface="Calibri"/>
              </a:rPr>
              <a:t>Frameworks»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CSS</a:t>
            </a:r>
            <a:r>
              <a:rPr dirty="0" spc="-135"/>
              <a:t> </a:t>
            </a:r>
            <a:r>
              <a:rPr dirty="0" spc="-60"/>
              <a:t>FRAMEWORKS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55885" cy="382651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134937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front-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end, 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find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ourselves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solving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problems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again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Create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layout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Create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consistent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typography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Style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tables,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list,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UI-components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Reset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agent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styles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get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consistent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appearence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Luckily,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scrach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every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time!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exist,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general-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purpose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styles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provided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styles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as-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fine-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tuning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top!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CSS</a:t>
            </a:r>
            <a:r>
              <a:rPr dirty="0" spc="-135"/>
              <a:t> </a:t>
            </a:r>
            <a:r>
              <a:rPr dirty="0" spc="-60"/>
              <a:t>FRAMEWORKS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5441950" cy="322453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Widely-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include:</a:t>
            </a:r>
            <a:endParaRPr sz="2800">
              <a:latin typeface="Calibri"/>
              <a:cs typeface="Calibri"/>
            </a:endParaRPr>
          </a:p>
          <a:p>
            <a:pPr marL="240029" marR="134620" indent="-227329">
              <a:lnSpc>
                <a:spcPts val="3020"/>
              </a:lnSpc>
              <a:spcBef>
                <a:spcPts val="1060"/>
              </a:spcBef>
              <a:buClr>
                <a:srgbClr val="111F35"/>
              </a:buClr>
              <a:buFont typeface="Arial MT"/>
              <a:buChar char="•"/>
              <a:tabLst>
                <a:tab pos="241300" algn="l"/>
              </a:tabLst>
            </a:pP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Bootstrap</a:t>
            </a:r>
            <a:r>
              <a:rPr dirty="0" sz="2800" spc="-8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popular 	framework,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originally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Twitter)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5"/>
              </a:lnSpc>
              <a:spcBef>
                <a:spcPts val="620"/>
              </a:spcBef>
              <a:buClr>
                <a:srgbClr val="111F3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u="sng" sz="2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Tailwind</a:t>
            </a:r>
            <a:r>
              <a:rPr dirty="0" sz="2800" spc="-6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(known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utility-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first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approach)</a:t>
            </a:r>
            <a:endParaRPr sz="2800">
              <a:latin typeface="Calibri"/>
              <a:cs typeface="Calibri"/>
            </a:endParaRPr>
          </a:p>
          <a:p>
            <a:pPr marL="240029" marR="592455" indent="-227329">
              <a:lnSpc>
                <a:spcPts val="3020"/>
              </a:lnSpc>
              <a:spcBef>
                <a:spcPts val="1045"/>
              </a:spcBef>
              <a:buClr>
                <a:srgbClr val="111F35"/>
              </a:buClr>
              <a:buFont typeface="Arial MT"/>
              <a:buChar char="•"/>
              <a:tabLst>
                <a:tab pos="241300" algn="l"/>
              </a:tabLst>
            </a:pP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Materialize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Foundation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Bulma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7"/>
              </a:rPr>
              <a:t>PureCSS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…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37859" y="410844"/>
            <a:ext cx="6454140" cy="6447153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dirty="0" spc="25"/>
              <a:t> </a:t>
            </a:r>
            <a:r>
              <a:rPr dirty="0" spc="-114"/>
              <a:t>CSS</a:t>
            </a:r>
            <a:r>
              <a:rPr dirty="0" spc="25"/>
              <a:t> </a:t>
            </a:r>
            <a:r>
              <a:rPr dirty="0" spc="-60"/>
              <a:t>FRAMEWORKS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045065" cy="323723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endParaRPr sz="2800">
              <a:latin typeface="Calibri"/>
              <a:cs typeface="Calibri"/>
            </a:endParaRPr>
          </a:p>
          <a:p>
            <a:pPr marL="240029" marR="6019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just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import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pages,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classes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(as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described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docs)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download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them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own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endParaRPr sz="2800">
              <a:latin typeface="Calibri"/>
              <a:cs typeface="Calibri"/>
            </a:endParaRPr>
          </a:p>
          <a:p>
            <a:pPr marL="240029" marR="18415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CDNs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(Content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Delivery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Networks)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host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CSS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us.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Quick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convenient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prototyping,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raises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privacy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concerns…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BOOTSTRAP</a:t>
            </a:r>
            <a:r>
              <a:rPr dirty="0" spc="-195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3588385" cy="13487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Let’s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look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page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featuring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Bootstrap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5.3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Live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demo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time!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751514" y="1555622"/>
            <a:ext cx="6567805" cy="4631055"/>
            <a:chOff x="4751514" y="1555622"/>
            <a:chExt cx="6567805" cy="463105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0976" y="1565147"/>
              <a:ext cx="6548628" cy="455111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756277" y="1560385"/>
              <a:ext cx="6558280" cy="4621530"/>
            </a:xfrm>
            <a:custGeom>
              <a:avLst/>
              <a:gdLst/>
              <a:ahLst/>
              <a:cxnLst/>
              <a:rect l="l" t="t" r="r" b="b"/>
              <a:pathLst>
                <a:path w="6558280" h="4621530">
                  <a:moveTo>
                    <a:pt x="0" y="4621149"/>
                  </a:moveTo>
                  <a:lnTo>
                    <a:pt x="6558153" y="4621149"/>
                  </a:lnTo>
                  <a:lnTo>
                    <a:pt x="6558153" y="0"/>
                  </a:lnTo>
                  <a:lnTo>
                    <a:pt x="0" y="0"/>
                  </a:lnTo>
                  <a:lnTo>
                    <a:pt x="0" y="4621149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2936" y="3099816"/>
            <a:ext cx="2857500" cy="3076956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CUSTOMIZING</a:t>
            </a:r>
            <a:r>
              <a:rPr dirty="0" spc="-95"/>
              <a:t> </a:t>
            </a:r>
            <a:r>
              <a:rPr dirty="0" spc="-125"/>
              <a:t>CSS</a:t>
            </a:r>
            <a:r>
              <a:rPr dirty="0" spc="-95"/>
              <a:t> </a:t>
            </a:r>
            <a:r>
              <a:rPr dirty="0" spc="-50"/>
              <a:t>FRAMEWORKS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026015" cy="429069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4749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website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look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number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websites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built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framework.</a:t>
            </a:r>
            <a:endParaRPr sz="2800">
              <a:latin typeface="Calibri"/>
              <a:cs typeface="Calibri"/>
            </a:endParaRPr>
          </a:p>
          <a:p>
            <a:pPr marL="240029" marR="15367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pre-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defined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styles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meet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needs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particular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aspects</a:t>
            </a:r>
            <a:endParaRPr sz="2800">
              <a:latin typeface="Calibri"/>
              <a:cs typeface="Calibri"/>
            </a:endParaRPr>
          </a:p>
          <a:p>
            <a:pPr algn="just" marL="240029" marR="558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built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similar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tool.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way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customize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build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variables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(e.g.: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colors,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fonts,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sizes,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etc…)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according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build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r>
              <a:rPr dirty="0" sz="2800" spc="-1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again.</a:t>
            </a:r>
            <a:endParaRPr sz="2800">
              <a:latin typeface="Calibri"/>
              <a:cs typeface="Calibri"/>
            </a:endParaRPr>
          </a:p>
          <a:p>
            <a:pPr algn="just" marL="240029" marR="5080" indent="-227329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Another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approach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custom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styles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override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some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framework’s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styles.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897318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CUSTOMIZING</a:t>
            </a:r>
            <a:r>
              <a:rPr dirty="0" spc="-140"/>
              <a:t> </a:t>
            </a:r>
            <a:r>
              <a:rPr dirty="0" spc="-20"/>
              <a:t>BOOTSTRAP</a:t>
            </a:r>
            <a:r>
              <a:rPr dirty="0" spc="-130"/>
              <a:t> </a:t>
            </a:r>
            <a:r>
              <a:rPr dirty="0" spc="-135"/>
              <a:t>WITH</a:t>
            </a:r>
            <a:r>
              <a:rPr dirty="0" spc="-130"/>
              <a:t> </a:t>
            </a:r>
            <a:r>
              <a:rPr dirty="0" spc="-20"/>
              <a:t>SASS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31755" cy="2117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19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import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main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bootstrap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(or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025"/>
              </a:lnSpc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modules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such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grid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system,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typography,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etc…),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override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variables</a:t>
            </a:r>
            <a:endParaRPr sz="2800">
              <a:latin typeface="Calibri"/>
              <a:cs typeface="Calibri"/>
            </a:endParaRPr>
          </a:p>
          <a:p>
            <a:pPr marL="240029" marR="626110" indent="-227329">
              <a:lnSpc>
                <a:spcPts val="303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After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own,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custom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Bootstrap 	flavor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4415028"/>
            <a:ext cx="10427335" cy="1754505"/>
          </a:xfrm>
          <a:custGeom>
            <a:avLst/>
            <a:gdLst/>
            <a:ahLst/>
            <a:cxnLst/>
            <a:rect l="l" t="t" r="r" b="b"/>
            <a:pathLst>
              <a:path w="10427335" h="1754504">
                <a:moveTo>
                  <a:pt x="0" y="1754124"/>
                </a:moveTo>
                <a:lnTo>
                  <a:pt x="10427208" y="1754124"/>
                </a:lnTo>
                <a:lnTo>
                  <a:pt x="10427208" y="0"/>
                </a:lnTo>
                <a:lnTo>
                  <a:pt x="0" y="0"/>
                </a:lnTo>
                <a:lnTo>
                  <a:pt x="0" y="1754124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74750" y="4434916"/>
            <a:ext cx="40227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//overriding</a:t>
            </a:r>
            <a:r>
              <a:rPr dirty="0" sz="1800" spc="-7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Bootstrap</a:t>
            </a:r>
            <a:r>
              <a:rPr dirty="0" sz="1800" spc="-8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variables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974750" y="4984242"/>
            <a:ext cx="13912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$primary</a:t>
            </a:r>
            <a:r>
              <a:rPr dirty="0" sz="1800" spc="-1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$secondary</a:t>
            </a:r>
            <a:r>
              <a:rPr dirty="0" sz="1800" spc="-1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978785" y="4984242"/>
            <a:ext cx="23952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#00647a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rgb(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254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203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110</a:t>
            </a:r>
            <a:r>
              <a:rPr dirty="0" sz="1800" spc="-2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74750" y="5806846"/>
            <a:ext cx="70326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@import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"../node_modules/bootstrap/scss/bootstrap.scss"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BOOTSTRAP</a:t>
            </a:r>
            <a:r>
              <a:rPr dirty="0" spc="-195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3531870" cy="13487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Let’s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custom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version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Bootstrap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Live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demo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time!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751514" y="1561719"/>
            <a:ext cx="6567805" cy="4618990"/>
            <a:chOff x="4751514" y="1561719"/>
            <a:chExt cx="6567805" cy="461899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0976" y="1571244"/>
              <a:ext cx="6548628" cy="459071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756277" y="1566481"/>
              <a:ext cx="6558280" cy="4609465"/>
            </a:xfrm>
            <a:custGeom>
              <a:avLst/>
              <a:gdLst/>
              <a:ahLst/>
              <a:cxnLst/>
              <a:rect l="l" t="t" r="r" b="b"/>
              <a:pathLst>
                <a:path w="6558280" h="4609465">
                  <a:moveTo>
                    <a:pt x="0" y="4608957"/>
                  </a:moveTo>
                  <a:lnTo>
                    <a:pt x="6558153" y="4608957"/>
                  </a:lnTo>
                  <a:lnTo>
                    <a:pt x="6558153" y="0"/>
                  </a:lnTo>
                  <a:lnTo>
                    <a:pt x="0" y="0"/>
                  </a:lnTo>
                  <a:lnTo>
                    <a:pt x="0" y="4608957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0847" y="3928871"/>
            <a:ext cx="2740152" cy="2055876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3005708"/>
            <a:ext cx="977519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65"/>
              <a:t>BUNDLING</a:t>
            </a:r>
            <a:r>
              <a:rPr dirty="0" sz="4800" spc="105"/>
              <a:t> </a:t>
            </a:r>
            <a:r>
              <a:rPr dirty="0" sz="4800" spc="170"/>
              <a:t>AND</a:t>
            </a:r>
            <a:r>
              <a:rPr dirty="0" sz="4800" spc="75"/>
              <a:t> </a:t>
            </a:r>
            <a:r>
              <a:rPr dirty="0" sz="4800" spc="-114"/>
              <a:t>MINIFICATION</a:t>
            </a:r>
            <a:endParaRPr sz="4800"/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59052" y="3070605"/>
            <a:ext cx="7521575" cy="3178175"/>
            <a:chOff x="1559052" y="3070605"/>
            <a:chExt cx="7521575" cy="31781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9052" y="3139439"/>
              <a:ext cx="4587240" cy="310896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8566404" y="3076955"/>
              <a:ext cx="508000" cy="658495"/>
            </a:xfrm>
            <a:custGeom>
              <a:avLst/>
              <a:gdLst/>
              <a:ahLst/>
              <a:cxnLst/>
              <a:rect l="l" t="t" r="r" b="b"/>
              <a:pathLst>
                <a:path w="508000" h="658495">
                  <a:moveTo>
                    <a:pt x="42291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507492" y="658368"/>
                  </a:lnTo>
                  <a:lnTo>
                    <a:pt x="507492" y="84582"/>
                  </a:lnTo>
                  <a:lnTo>
                    <a:pt x="42291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989313" y="3076955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0" y="67691"/>
                  </a:lnTo>
                  <a:lnTo>
                    <a:pt x="84581" y="84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566404" y="3076955"/>
              <a:ext cx="508000" cy="658495"/>
            </a:xfrm>
            <a:custGeom>
              <a:avLst/>
              <a:gdLst/>
              <a:ahLst/>
              <a:cxnLst/>
              <a:rect l="l" t="t" r="r" b="b"/>
              <a:pathLst>
                <a:path w="508000" h="658495">
                  <a:moveTo>
                    <a:pt x="422910" y="0"/>
                  </a:moveTo>
                  <a:lnTo>
                    <a:pt x="439800" y="67691"/>
                  </a:lnTo>
                  <a:lnTo>
                    <a:pt x="507492" y="84582"/>
                  </a:lnTo>
                  <a:lnTo>
                    <a:pt x="422910" y="0"/>
                  </a:lnTo>
                  <a:lnTo>
                    <a:pt x="0" y="0"/>
                  </a:lnTo>
                  <a:lnTo>
                    <a:pt x="0" y="658368"/>
                  </a:lnTo>
                  <a:lnTo>
                    <a:pt x="507492" y="658368"/>
                  </a:lnTo>
                  <a:lnTo>
                    <a:pt x="507492" y="84582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BUNDLING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962050" y="1446872"/>
            <a:ext cx="9401175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Bundling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combines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way,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perform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fewer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load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642731" y="3240151"/>
            <a:ext cx="3575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8422893" y="4873497"/>
            <a:ext cx="520700" cy="671195"/>
            <a:chOff x="8422893" y="4873497"/>
            <a:chExt cx="520700" cy="671195"/>
          </a:xfrm>
        </p:grpSpPr>
        <p:sp>
          <p:nvSpPr>
            <p:cNvPr id="11" name="object 11" descr=""/>
            <p:cNvSpPr/>
            <p:nvPr/>
          </p:nvSpPr>
          <p:spPr>
            <a:xfrm>
              <a:off x="8429243" y="4879847"/>
              <a:ext cx="508000" cy="658495"/>
            </a:xfrm>
            <a:custGeom>
              <a:avLst/>
              <a:gdLst/>
              <a:ahLst/>
              <a:cxnLst/>
              <a:rect l="l" t="t" r="r" b="b"/>
              <a:pathLst>
                <a:path w="508000" h="658495">
                  <a:moveTo>
                    <a:pt x="422909" y="0"/>
                  </a:moveTo>
                  <a:lnTo>
                    <a:pt x="0" y="0"/>
                  </a:lnTo>
                  <a:lnTo>
                    <a:pt x="0" y="658367"/>
                  </a:lnTo>
                  <a:lnTo>
                    <a:pt x="507491" y="658367"/>
                  </a:lnTo>
                  <a:lnTo>
                    <a:pt x="507491" y="84581"/>
                  </a:lnTo>
                  <a:lnTo>
                    <a:pt x="422909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852153" y="4879847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1" y="67690"/>
                  </a:lnTo>
                  <a:lnTo>
                    <a:pt x="84581" y="84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429243" y="4879847"/>
              <a:ext cx="508000" cy="658495"/>
            </a:xfrm>
            <a:custGeom>
              <a:avLst/>
              <a:gdLst/>
              <a:ahLst/>
              <a:cxnLst/>
              <a:rect l="l" t="t" r="r" b="b"/>
              <a:pathLst>
                <a:path w="508000" h="658495">
                  <a:moveTo>
                    <a:pt x="422909" y="0"/>
                  </a:moveTo>
                  <a:lnTo>
                    <a:pt x="439800" y="67690"/>
                  </a:lnTo>
                  <a:lnTo>
                    <a:pt x="507491" y="84581"/>
                  </a:lnTo>
                  <a:lnTo>
                    <a:pt x="422909" y="0"/>
                  </a:lnTo>
                  <a:lnTo>
                    <a:pt x="0" y="0"/>
                  </a:lnTo>
                  <a:lnTo>
                    <a:pt x="0" y="658367"/>
                  </a:lnTo>
                  <a:lnTo>
                    <a:pt x="507491" y="658367"/>
                  </a:lnTo>
                  <a:lnTo>
                    <a:pt x="507491" y="84581"/>
                  </a:lnTo>
                </a:path>
              </a:pathLst>
            </a:custGeom>
            <a:ln w="12699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8581135" y="5043042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889238" y="4634229"/>
            <a:ext cx="520700" cy="669925"/>
            <a:chOff x="8889238" y="4634229"/>
            <a:chExt cx="520700" cy="669925"/>
          </a:xfrm>
        </p:grpSpPr>
        <p:sp>
          <p:nvSpPr>
            <p:cNvPr id="16" name="object 16" descr=""/>
            <p:cNvSpPr/>
            <p:nvPr/>
          </p:nvSpPr>
          <p:spPr>
            <a:xfrm>
              <a:off x="8895588" y="4640579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7491" y="656844"/>
                  </a:lnTo>
                  <a:lnTo>
                    <a:pt x="507491" y="84582"/>
                  </a:lnTo>
                  <a:lnTo>
                    <a:pt x="422909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318498" y="4640579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1" y="67691"/>
                  </a:lnTo>
                  <a:lnTo>
                    <a:pt x="84581" y="84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895588" y="4640579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439800" y="67691"/>
                  </a:lnTo>
                  <a:lnTo>
                    <a:pt x="507491" y="84582"/>
                  </a:lnTo>
                  <a:lnTo>
                    <a:pt x="422909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7491" y="656844"/>
                  </a:lnTo>
                  <a:lnTo>
                    <a:pt x="507491" y="84582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9048115" y="4803394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8680450" y="5387085"/>
            <a:ext cx="520700" cy="669925"/>
            <a:chOff x="8680450" y="5387085"/>
            <a:chExt cx="520700" cy="669925"/>
          </a:xfrm>
        </p:grpSpPr>
        <p:sp>
          <p:nvSpPr>
            <p:cNvPr id="21" name="object 21" descr=""/>
            <p:cNvSpPr/>
            <p:nvPr/>
          </p:nvSpPr>
          <p:spPr>
            <a:xfrm>
              <a:off x="8686800" y="5393435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0" y="0"/>
                  </a:lnTo>
                  <a:lnTo>
                    <a:pt x="0" y="656843"/>
                  </a:lnTo>
                  <a:lnTo>
                    <a:pt x="507492" y="656843"/>
                  </a:lnTo>
                  <a:lnTo>
                    <a:pt x="507492" y="84581"/>
                  </a:lnTo>
                  <a:lnTo>
                    <a:pt x="422909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109709" y="5393435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1" y="67690"/>
                  </a:lnTo>
                  <a:lnTo>
                    <a:pt x="84582" y="84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686800" y="5393435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439800" y="67690"/>
                  </a:lnTo>
                  <a:lnTo>
                    <a:pt x="507492" y="84581"/>
                  </a:lnTo>
                  <a:lnTo>
                    <a:pt x="422909" y="0"/>
                  </a:lnTo>
                  <a:lnTo>
                    <a:pt x="0" y="0"/>
                  </a:lnTo>
                  <a:lnTo>
                    <a:pt x="0" y="656843"/>
                  </a:lnTo>
                  <a:lnTo>
                    <a:pt x="507492" y="656843"/>
                  </a:lnTo>
                  <a:lnTo>
                    <a:pt x="507492" y="84581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8838692" y="5556605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9337293" y="4753102"/>
            <a:ext cx="520700" cy="669925"/>
            <a:chOff x="9337293" y="4753102"/>
            <a:chExt cx="520700" cy="669925"/>
          </a:xfrm>
        </p:grpSpPr>
        <p:sp>
          <p:nvSpPr>
            <p:cNvPr id="26" name="object 26" descr=""/>
            <p:cNvSpPr/>
            <p:nvPr/>
          </p:nvSpPr>
          <p:spPr>
            <a:xfrm>
              <a:off x="9343643" y="4759452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7491" y="656844"/>
                  </a:lnTo>
                  <a:lnTo>
                    <a:pt x="507491" y="84581"/>
                  </a:lnTo>
                  <a:lnTo>
                    <a:pt x="422909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766553" y="4759452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1" y="67691"/>
                  </a:lnTo>
                  <a:lnTo>
                    <a:pt x="84581" y="84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343643" y="4759452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439800" y="67691"/>
                  </a:lnTo>
                  <a:lnTo>
                    <a:pt x="507491" y="84581"/>
                  </a:lnTo>
                  <a:lnTo>
                    <a:pt x="422909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7491" y="656844"/>
                  </a:lnTo>
                  <a:lnTo>
                    <a:pt x="507491" y="84581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9495790" y="4921961"/>
            <a:ext cx="2038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9899650" y="4957317"/>
            <a:ext cx="520700" cy="669925"/>
            <a:chOff x="9899650" y="4957317"/>
            <a:chExt cx="520700" cy="669925"/>
          </a:xfrm>
        </p:grpSpPr>
        <p:sp>
          <p:nvSpPr>
            <p:cNvPr id="31" name="object 31" descr=""/>
            <p:cNvSpPr/>
            <p:nvPr/>
          </p:nvSpPr>
          <p:spPr>
            <a:xfrm>
              <a:off x="9906000" y="4963667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0" y="0"/>
                  </a:lnTo>
                  <a:lnTo>
                    <a:pt x="0" y="656843"/>
                  </a:lnTo>
                  <a:lnTo>
                    <a:pt x="507492" y="656843"/>
                  </a:lnTo>
                  <a:lnTo>
                    <a:pt x="507492" y="84581"/>
                  </a:lnTo>
                  <a:lnTo>
                    <a:pt x="422909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328909" y="4963667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1" y="67690"/>
                  </a:lnTo>
                  <a:lnTo>
                    <a:pt x="84582" y="84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906000" y="4963667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439800" y="67690"/>
                  </a:lnTo>
                  <a:lnTo>
                    <a:pt x="507492" y="84581"/>
                  </a:lnTo>
                  <a:lnTo>
                    <a:pt x="422909" y="0"/>
                  </a:lnTo>
                  <a:lnTo>
                    <a:pt x="0" y="0"/>
                  </a:lnTo>
                  <a:lnTo>
                    <a:pt x="0" y="656843"/>
                  </a:lnTo>
                  <a:lnTo>
                    <a:pt x="507492" y="656843"/>
                  </a:lnTo>
                  <a:lnTo>
                    <a:pt x="507492" y="84581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10058145" y="5126482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9139173" y="5707126"/>
            <a:ext cx="520700" cy="669925"/>
            <a:chOff x="9139173" y="5707126"/>
            <a:chExt cx="520700" cy="669925"/>
          </a:xfrm>
        </p:grpSpPr>
        <p:sp>
          <p:nvSpPr>
            <p:cNvPr id="36" name="object 36" descr=""/>
            <p:cNvSpPr/>
            <p:nvPr/>
          </p:nvSpPr>
          <p:spPr>
            <a:xfrm>
              <a:off x="9145523" y="5713476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2"/>
                  </a:lnTo>
                  <a:lnTo>
                    <a:pt x="422909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568433" y="5713476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1" y="67665"/>
                  </a:lnTo>
                  <a:lnTo>
                    <a:pt x="84582" y="84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9145523" y="5713476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439800" y="67665"/>
                  </a:lnTo>
                  <a:lnTo>
                    <a:pt x="507492" y="84582"/>
                  </a:lnTo>
                  <a:lnTo>
                    <a:pt x="422909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2"/>
                  </a:lnTo>
                </a:path>
              </a:pathLst>
            </a:custGeom>
            <a:ln w="12699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9297669" y="5876340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9614661" y="5348985"/>
            <a:ext cx="518795" cy="669925"/>
            <a:chOff x="9614661" y="5348985"/>
            <a:chExt cx="518795" cy="669925"/>
          </a:xfrm>
        </p:grpSpPr>
        <p:sp>
          <p:nvSpPr>
            <p:cNvPr id="41" name="object 41" descr=""/>
            <p:cNvSpPr/>
            <p:nvPr/>
          </p:nvSpPr>
          <p:spPr>
            <a:xfrm>
              <a:off x="9621011" y="5355335"/>
              <a:ext cx="506095" cy="657225"/>
            </a:xfrm>
            <a:custGeom>
              <a:avLst/>
              <a:gdLst/>
              <a:ahLst/>
              <a:cxnLst/>
              <a:rect l="l" t="t" r="r" b="b"/>
              <a:pathLst>
                <a:path w="506095" h="657225">
                  <a:moveTo>
                    <a:pt x="421640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5968" y="656844"/>
                  </a:lnTo>
                  <a:lnTo>
                    <a:pt x="505968" y="84327"/>
                  </a:lnTo>
                  <a:lnTo>
                    <a:pt x="421640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0042651" y="5355335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4">
                  <a:moveTo>
                    <a:pt x="0" y="0"/>
                  </a:moveTo>
                  <a:lnTo>
                    <a:pt x="16891" y="67436"/>
                  </a:lnTo>
                  <a:lnTo>
                    <a:pt x="84327" y="84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9621011" y="5355335"/>
              <a:ext cx="506095" cy="657225"/>
            </a:xfrm>
            <a:custGeom>
              <a:avLst/>
              <a:gdLst/>
              <a:ahLst/>
              <a:cxnLst/>
              <a:rect l="l" t="t" r="r" b="b"/>
              <a:pathLst>
                <a:path w="506095" h="657225">
                  <a:moveTo>
                    <a:pt x="421640" y="0"/>
                  </a:moveTo>
                  <a:lnTo>
                    <a:pt x="438531" y="67436"/>
                  </a:lnTo>
                  <a:lnTo>
                    <a:pt x="505968" y="84327"/>
                  </a:lnTo>
                  <a:lnTo>
                    <a:pt x="421640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5968" y="656844"/>
                  </a:lnTo>
                  <a:lnTo>
                    <a:pt x="505968" y="84327"/>
                  </a:lnTo>
                </a:path>
              </a:pathLst>
            </a:custGeom>
            <a:ln w="12699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9772268" y="5518505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9981945" y="5716270"/>
            <a:ext cx="518795" cy="669925"/>
            <a:chOff x="9981945" y="5716270"/>
            <a:chExt cx="518795" cy="669925"/>
          </a:xfrm>
        </p:grpSpPr>
        <p:sp>
          <p:nvSpPr>
            <p:cNvPr id="46" name="object 46" descr=""/>
            <p:cNvSpPr/>
            <p:nvPr/>
          </p:nvSpPr>
          <p:spPr>
            <a:xfrm>
              <a:off x="9988295" y="5722620"/>
              <a:ext cx="506095" cy="657225"/>
            </a:xfrm>
            <a:custGeom>
              <a:avLst/>
              <a:gdLst/>
              <a:ahLst/>
              <a:cxnLst/>
              <a:rect l="l" t="t" r="r" b="b"/>
              <a:pathLst>
                <a:path w="506095" h="657225">
                  <a:moveTo>
                    <a:pt x="421639" y="0"/>
                  </a:moveTo>
                  <a:lnTo>
                    <a:pt x="0" y="0"/>
                  </a:lnTo>
                  <a:lnTo>
                    <a:pt x="0" y="656843"/>
                  </a:lnTo>
                  <a:lnTo>
                    <a:pt x="505968" y="656843"/>
                  </a:lnTo>
                  <a:lnTo>
                    <a:pt x="505968" y="84327"/>
                  </a:lnTo>
                  <a:lnTo>
                    <a:pt x="421639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0409935" y="5722620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4">
                  <a:moveTo>
                    <a:pt x="0" y="0"/>
                  </a:moveTo>
                  <a:lnTo>
                    <a:pt x="16891" y="67462"/>
                  </a:lnTo>
                  <a:lnTo>
                    <a:pt x="84328" y="84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9988295" y="5722620"/>
              <a:ext cx="506095" cy="657225"/>
            </a:xfrm>
            <a:custGeom>
              <a:avLst/>
              <a:gdLst/>
              <a:ahLst/>
              <a:cxnLst/>
              <a:rect l="l" t="t" r="r" b="b"/>
              <a:pathLst>
                <a:path w="506095" h="657225">
                  <a:moveTo>
                    <a:pt x="421639" y="0"/>
                  </a:moveTo>
                  <a:lnTo>
                    <a:pt x="438530" y="67462"/>
                  </a:lnTo>
                  <a:lnTo>
                    <a:pt x="505968" y="84327"/>
                  </a:lnTo>
                  <a:lnTo>
                    <a:pt x="421639" y="0"/>
                  </a:lnTo>
                  <a:lnTo>
                    <a:pt x="0" y="0"/>
                  </a:lnTo>
                  <a:lnTo>
                    <a:pt x="0" y="656843"/>
                  </a:lnTo>
                  <a:lnTo>
                    <a:pt x="505968" y="656843"/>
                  </a:lnTo>
                  <a:lnTo>
                    <a:pt x="505968" y="84327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10139933" y="5885179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1671573" y="3663441"/>
            <a:ext cx="4391660" cy="2395220"/>
            <a:chOff x="1671573" y="3663441"/>
            <a:chExt cx="4391660" cy="2395220"/>
          </a:xfrm>
        </p:grpSpPr>
        <p:sp>
          <p:nvSpPr>
            <p:cNvPr id="51" name="object 51" descr=""/>
            <p:cNvSpPr/>
            <p:nvPr/>
          </p:nvSpPr>
          <p:spPr>
            <a:xfrm>
              <a:off x="1677923" y="3669791"/>
              <a:ext cx="4378960" cy="2382520"/>
            </a:xfrm>
            <a:custGeom>
              <a:avLst/>
              <a:gdLst/>
              <a:ahLst/>
              <a:cxnLst/>
              <a:rect l="l" t="t" r="r" b="b"/>
              <a:pathLst>
                <a:path w="4378960" h="2382520">
                  <a:moveTo>
                    <a:pt x="3981450" y="0"/>
                  </a:moveTo>
                  <a:lnTo>
                    <a:pt x="0" y="0"/>
                  </a:lnTo>
                  <a:lnTo>
                    <a:pt x="0" y="2382011"/>
                  </a:lnTo>
                  <a:lnTo>
                    <a:pt x="4378452" y="2382011"/>
                  </a:lnTo>
                  <a:lnTo>
                    <a:pt x="4378452" y="397001"/>
                  </a:lnTo>
                  <a:lnTo>
                    <a:pt x="3981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659373" y="3669791"/>
              <a:ext cx="397510" cy="397510"/>
            </a:xfrm>
            <a:custGeom>
              <a:avLst/>
              <a:gdLst/>
              <a:ahLst/>
              <a:cxnLst/>
              <a:rect l="l" t="t" r="r" b="b"/>
              <a:pathLst>
                <a:path w="397510" h="397510">
                  <a:moveTo>
                    <a:pt x="0" y="0"/>
                  </a:moveTo>
                  <a:lnTo>
                    <a:pt x="79375" y="317626"/>
                  </a:lnTo>
                  <a:lnTo>
                    <a:pt x="397001" y="397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677923" y="3669791"/>
              <a:ext cx="4378960" cy="2382520"/>
            </a:xfrm>
            <a:custGeom>
              <a:avLst/>
              <a:gdLst/>
              <a:ahLst/>
              <a:cxnLst/>
              <a:rect l="l" t="t" r="r" b="b"/>
              <a:pathLst>
                <a:path w="4378960" h="2382520">
                  <a:moveTo>
                    <a:pt x="3981450" y="0"/>
                  </a:moveTo>
                  <a:lnTo>
                    <a:pt x="4060825" y="317626"/>
                  </a:lnTo>
                  <a:lnTo>
                    <a:pt x="4378452" y="397001"/>
                  </a:lnTo>
                  <a:lnTo>
                    <a:pt x="3981450" y="0"/>
                  </a:lnTo>
                  <a:lnTo>
                    <a:pt x="0" y="0"/>
                  </a:lnTo>
                  <a:lnTo>
                    <a:pt x="0" y="2382011"/>
                  </a:lnTo>
                  <a:lnTo>
                    <a:pt x="4378452" y="2382011"/>
                  </a:lnTo>
                  <a:lnTo>
                    <a:pt x="4378452" y="397001"/>
                  </a:lnTo>
                </a:path>
              </a:pathLst>
            </a:custGeom>
            <a:ln w="12700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1554352" y="3134677"/>
            <a:ext cx="4596765" cy="3118485"/>
          </a:xfrm>
          <a:prstGeom prst="rect">
            <a:avLst/>
          </a:prstGeom>
          <a:ln w="9525">
            <a:solidFill>
              <a:srgbClr val="111F3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1200">
              <a:latin typeface="Times New Roman"/>
              <a:cs typeface="Times New Roman"/>
            </a:endParaRPr>
          </a:p>
          <a:p>
            <a:pPr marL="226695">
              <a:lnSpc>
                <a:spcPct val="100000"/>
              </a:lnSpc>
            </a:pPr>
            <a:r>
              <a:rPr dirty="0" sz="1200">
                <a:solidFill>
                  <a:srgbClr val="800000"/>
                </a:solidFill>
                <a:latin typeface="Consolas"/>
                <a:cs typeface="Consolas"/>
              </a:rPr>
              <a:t>&lt;!DOCTYPE</a:t>
            </a:r>
            <a:r>
              <a:rPr dirty="0" sz="1200" spc="-5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E40000"/>
                </a:solidFill>
                <a:latin typeface="Consolas"/>
                <a:cs typeface="Consolas"/>
              </a:rPr>
              <a:t>html</a:t>
            </a:r>
            <a:r>
              <a:rPr dirty="0" sz="1200" spc="-2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226695">
              <a:lnSpc>
                <a:spcPct val="100000"/>
              </a:lnSpc>
            </a:pPr>
            <a:r>
              <a:rPr dirty="0" sz="1200">
                <a:solidFill>
                  <a:srgbClr val="800000"/>
                </a:solidFill>
                <a:latin typeface="Consolas"/>
                <a:cs typeface="Consolas"/>
              </a:rPr>
              <a:t>&lt;html</a:t>
            </a:r>
            <a:r>
              <a:rPr dirty="0" sz="1200" spc="-3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40000"/>
                </a:solidFill>
                <a:latin typeface="Consolas"/>
                <a:cs typeface="Consolas"/>
              </a:rPr>
              <a:t>lang</a:t>
            </a:r>
            <a:r>
              <a:rPr dirty="0" sz="1200" spc="-10"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0000FF"/>
                </a:solidFill>
                <a:latin typeface="Consolas"/>
                <a:cs typeface="Consolas"/>
              </a:rPr>
              <a:t>"en"</a:t>
            </a:r>
            <a:r>
              <a:rPr dirty="0" sz="12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310515">
              <a:lnSpc>
                <a:spcPct val="100000"/>
              </a:lnSpc>
            </a:pPr>
            <a:r>
              <a:rPr dirty="0" sz="1200" spc="-10">
                <a:solidFill>
                  <a:srgbClr val="800000"/>
                </a:solidFill>
                <a:latin typeface="Consolas"/>
                <a:cs typeface="Consolas"/>
              </a:rPr>
              <a:t>&lt;head&gt;</a:t>
            </a:r>
            <a:endParaRPr sz="1200">
              <a:latin typeface="Consolas"/>
              <a:cs typeface="Consolas"/>
            </a:endParaRPr>
          </a:p>
          <a:p>
            <a:pPr marL="310515">
              <a:lnSpc>
                <a:spcPct val="100000"/>
              </a:lnSpc>
            </a:pPr>
            <a:r>
              <a:rPr dirty="0" sz="1200" spc="-10">
                <a:solidFill>
                  <a:srgbClr val="800000"/>
                </a:solidFill>
                <a:latin typeface="Consolas"/>
                <a:cs typeface="Consolas"/>
              </a:rPr>
              <a:t>&lt;title&gt;</a:t>
            </a:r>
            <a:r>
              <a:rPr dirty="0" sz="1200" spc="-10">
                <a:latin typeface="Consolas"/>
                <a:cs typeface="Consolas"/>
              </a:rPr>
              <a:t>Page</a:t>
            </a:r>
            <a:r>
              <a:rPr dirty="0" sz="1200" spc="-10">
                <a:solidFill>
                  <a:srgbClr val="800000"/>
                </a:solidFill>
                <a:latin typeface="Consolas"/>
                <a:cs typeface="Consolas"/>
              </a:rPr>
              <a:t>&lt;/title&gt;</a:t>
            </a:r>
            <a:endParaRPr sz="1200">
              <a:latin typeface="Consolas"/>
              <a:cs typeface="Consolas"/>
            </a:endParaRPr>
          </a:p>
          <a:p>
            <a:pPr marL="31051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800000"/>
                </a:solidFill>
                <a:latin typeface="Consolas"/>
                <a:cs typeface="Consolas"/>
              </a:rPr>
              <a:t>&lt;link</a:t>
            </a:r>
            <a:r>
              <a:rPr dirty="0" sz="1200" spc="-4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40000"/>
                </a:solidFill>
                <a:latin typeface="Consolas"/>
                <a:cs typeface="Consolas"/>
              </a:rPr>
              <a:t>rel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>
                <a:solidFill>
                  <a:srgbClr val="0000FF"/>
                </a:solidFill>
                <a:latin typeface="Consolas"/>
                <a:cs typeface="Consolas"/>
              </a:rPr>
              <a:t>"stylesheet"</a:t>
            </a:r>
            <a:r>
              <a:rPr dirty="0" sz="12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40000"/>
                </a:solidFill>
                <a:latin typeface="Consolas"/>
                <a:cs typeface="Consolas"/>
              </a:rPr>
              <a:t>href</a:t>
            </a:r>
            <a:r>
              <a:rPr dirty="0" sz="1200" spc="-10"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0000FF"/>
                </a:solidFill>
                <a:latin typeface="Consolas"/>
                <a:cs typeface="Consolas"/>
              </a:rPr>
              <a:t>"a.css"</a:t>
            </a:r>
            <a:r>
              <a:rPr dirty="0" sz="12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310515">
              <a:lnSpc>
                <a:spcPct val="100000"/>
              </a:lnSpc>
            </a:pPr>
            <a:r>
              <a:rPr dirty="0" sz="1200">
                <a:solidFill>
                  <a:srgbClr val="800000"/>
                </a:solidFill>
                <a:latin typeface="Consolas"/>
                <a:cs typeface="Consolas"/>
              </a:rPr>
              <a:t>&lt;link</a:t>
            </a:r>
            <a:r>
              <a:rPr dirty="0" sz="1200" spc="-4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40000"/>
                </a:solidFill>
                <a:latin typeface="Consolas"/>
                <a:cs typeface="Consolas"/>
              </a:rPr>
              <a:t>rel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>
                <a:solidFill>
                  <a:srgbClr val="0000FF"/>
                </a:solidFill>
                <a:latin typeface="Consolas"/>
                <a:cs typeface="Consolas"/>
              </a:rPr>
              <a:t>"stylesheet"</a:t>
            </a:r>
            <a:r>
              <a:rPr dirty="0" sz="12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40000"/>
                </a:solidFill>
                <a:latin typeface="Consolas"/>
                <a:cs typeface="Consolas"/>
              </a:rPr>
              <a:t>href</a:t>
            </a:r>
            <a:r>
              <a:rPr dirty="0" sz="1200" spc="-10"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0000FF"/>
                </a:solidFill>
                <a:latin typeface="Consolas"/>
                <a:cs typeface="Consolas"/>
              </a:rPr>
              <a:t>"b.css"</a:t>
            </a:r>
            <a:r>
              <a:rPr dirty="0" sz="12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310515">
              <a:lnSpc>
                <a:spcPct val="100000"/>
              </a:lnSpc>
            </a:pPr>
            <a:r>
              <a:rPr dirty="0" sz="1200" spc="-10">
                <a:solidFill>
                  <a:srgbClr val="008000"/>
                </a:solidFill>
                <a:latin typeface="Consolas"/>
                <a:cs typeface="Consolas"/>
              </a:rPr>
              <a:t>&lt;!-</a:t>
            </a:r>
            <a:r>
              <a:rPr dirty="0" sz="120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dirty="0" sz="12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008000"/>
                </a:solidFill>
                <a:latin typeface="Consolas"/>
                <a:cs typeface="Consolas"/>
              </a:rPr>
              <a:t>other</a:t>
            </a:r>
            <a:r>
              <a:rPr dirty="0" sz="12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008000"/>
                </a:solidFill>
                <a:latin typeface="Consolas"/>
                <a:cs typeface="Consolas"/>
              </a:rPr>
              <a:t>stylesheets</a:t>
            </a:r>
            <a:r>
              <a:rPr dirty="0" sz="12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dirty="0" sz="1200" spc="-2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dirty="0" sz="1200" spc="-50">
                <a:solidFill>
                  <a:srgbClr val="00800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310515">
              <a:lnSpc>
                <a:spcPct val="100000"/>
              </a:lnSpc>
            </a:pPr>
            <a:r>
              <a:rPr dirty="0" sz="1200">
                <a:solidFill>
                  <a:srgbClr val="800000"/>
                </a:solidFill>
                <a:latin typeface="Consolas"/>
                <a:cs typeface="Consolas"/>
              </a:rPr>
              <a:t>&lt;script</a:t>
            </a:r>
            <a:r>
              <a:rPr dirty="0" sz="1200" spc="-5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>
                <a:solidFill>
                  <a:srgbClr val="0000FF"/>
                </a:solidFill>
                <a:latin typeface="Consolas"/>
                <a:cs typeface="Consolas"/>
              </a:rPr>
              <a:t>"javascript"</a:t>
            </a:r>
            <a:r>
              <a:rPr dirty="0" sz="12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40000"/>
                </a:solidFill>
                <a:latin typeface="Consolas"/>
                <a:cs typeface="Consolas"/>
              </a:rPr>
              <a:t>src</a:t>
            </a:r>
            <a:r>
              <a:rPr dirty="0" sz="1200" spc="-10"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0000FF"/>
                </a:solidFill>
                <a:latin typeface="Consolas"/>
                <a:cs typeface="Consolas"/>
              </a:rPr>
              <a:t>"a.js"</a:t>
            </a:r>
            <a:r>
              <a:rPr dirty="0" sz="1200" spc="-10">
                <a:solidFill>
                  <a:srgbClr val="800000"/>
                </a:solidFill>
                <a:latin typeface="Consolas"/>
                <a:cs typeface="Consolas"/>
              </a:rPr>
              <a:t>&gt;&lt;/script&gt;</a:t>
            </a:r>
            <a:endParaRPr sz="1200">
              <a:latin typeface="Consolas"/>
              <a:cs typeface="Consolas"/>
            </a:endParaRPr>
          </a:p>
          <a:p>
            <a:pPr marL="310515">
              <a:lnSpc>
                <a:spcPct val="100000"/>
              </a:lnSpc>
            </a:pPr>
            <a:r>
              <a:rPr dirty="0" sz="1200">
                <a:solidFill>
                  <a:srgbClr val="800000"/>
                </a:solidFill>
                <a:latin typeface="Consolas"/>
                <a:cs typeface="Consolas"/>
              </a:rPr>
              <a:t>&lt;script</a:t>
            </a:r>
            <a:r>
              <a:rPr dirty="0" sz="1200" spc="-5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>
                <a:solidFill>
                  <a:srgbClr val="0000FF"/>
                </a:solidFill>
                <a:latin typeface="Consolas"/>
                <a:cs typeface="Consolas"/>
              </a:rPr>
              <a:t>"javascript"</a:t>
            </a:r>
            <a:r>
              <a:rPr dirty="0" sz="12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40000"/>
                </a:solidFill>
                <a:latin typeface="Consolas"/>
                <a:cs typeface="Consolas"/>
              </a:rPr>
              <a:t>src</a:t>
            </a:r>
            <a:r>
              <a:rPr dirty="0" sz="1200" spc="-10"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0000FF"/>
                </a:solidFill>
                <a:latin typeface="Consolas"/>
                <a:cs typeface="Consolas"/>
              </a:rPr>
              <a:t>"b.js"</a:t>
            </a:r>
            <a:r>
              <a:rPr dirty="0" sz="1200" spc="-10">
                <a:solidFill>
                  <a:srgbClr val="800000"/>
                </a:solidFill>
                <a:latin typeface="Consolas"/>
                <a:cs typeface="Consolas"/>
              </a:rPr>
              <a:t>&gt;&lt;/script&gt;</a:t>
            </a:r>
            <a:endParaRPr sz="1200">
              <a:latin typeface="Consolas"/>
              <a:cs typeface="Consolas"/>
            </a:endParaRPr>
          </a:p>
          <a:p>
            <a:pPr marL="310515">
              <a:lnSpc>
                <a:spcPct val="100000"/>
              </a:lnSpc>
            </a:pPr>
            <a:r>
              <a:rPr dirty="0" sz="1200">
                <a:solidFill>
                  <a:srgbClr val="800000"/>
                </a:solidFill>
                <a:latin typeface="Consolas"/>
                <a:cs typeface="Consolas"/>
              </a:rPr>
              <a:t>&lt;script</a:t>
            </a:r>
            <a:r>
              <a:rPr dirty="0" sz="1200" spc="-5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>
                <a:solidFill>
                  <a:srgbClr val="0000FF"/>
                </a:solidFill>
                <a:latin typeface="Consolas"/>
                <a:cs typeface="Consolas"/>
              </a:rPr>
              <a:t>"javascript"</a:t>
            </a:r>
            <a:r>
              <a:rPr dirty="0" sz="12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40000"/>
                </a:solidFill>
                <a:latin typeface="Consolas"/>
                <a:cs typeface="Consolas"/>
              </a:rPr>
              <a:t>src</a:t>
            </a:r>
            <a:r>
              <a:rPr dirty="0" sz="1200" spc="-10"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0000FF"/>
                </a:solidFill>
                <a:latin typeface="Consolas"/>
                <a:cs typeface="Consolas"/>
              </a:rPr>
              <a:t>"c.js"</a:t>
            </a:r>
            <a:r>
              <a:rPr dirty="0" sz="1200" spc="-10">
                <a:solidFill>
                  <a:srgbClr val="800000"/>
                </a:solidFill>
                <a:latin typeface="Consolas"/>
                <a:cs typeface="Consolas"/>
              </a:rPr>
              <a:t>&gt;&lt;/script&gt;</a:t>
            </a:r>
            <a:endParaRPr sz="1200">
              <a:latin typeface="Consolas"/>
              <a:cs typeface="Consolas"/>
            </a:endParaRPr>
          </a:p>
          <a:p>
            <a:pPr marL="310515">
              <a:lnSpc>
                <a:spcPct val="100000"/>
              </a:lnSpc>
            </a:pPr>
            <a:r>
              <a:rPr dirty="0" sz="1200" spc="-10">
                <a:solidFill>
                  <a:srgbClr val="008000"/>
                </a:solidFill>
                <a:latin typeface="Consolas"/>
                <a:cs typeface="Consolas"/>
              </a:rPr>
              <a:t>&lt;!-</a:t>
            </a:r>
            <a:r>
              <a:rPr dirty="0" sz="120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dirty="0" sz="12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008000"/>
                </a:solidFill>
                <a:latin typeface="Consolas"/>
                <a:cs typeface="Consolas"/>
              </a:rPr>
              <a:t>other</a:t>
            </a:r>
            <a:r>
              <a:rPr dirty="0" sz="12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008000"/>
                </a:solidFill>
                <a:latin typeface="Consolas"/>
                <a:cs typeface="Consolas"/>
              </a:rPr>
              <a:t>scripts</a:t>
            </a:r>
            <a:r>
              <a:rPr dirty="0" sz="12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008000"/>
                </a:solidFill>
                <a:latin typeface="Consolas"/>
                <a:cs typeface="Consolas"/>
              </a:rPr>
              <a:t>--</a:t>
            </a:r>
            <a:r>
              <a:rPr dirty="0" sz="1200" spc="-50">
                <a:solidFill>
                  <a:srgbClr val="00800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6139179" y="2691129"/>
            <a:ext cx="3816985" cy="3376295"/>
            <a:chOff x="6139179" y="2691129"/>
            <a:chExt cx="3816985" cy="3376295"/>
          </a:xfrm>
        </p:grpSpPr>
        <p:sp>
          <p:nvSpPr>
            <p:cNvPr id="56" name="object 56" descr=""/>
            <p:cNvSpPr/>
            <p:nvPr/>
          </p:nvSpPr>
          <p:spPr>
            <a:xfrm>
              <a:off x="6139180" y="4675758"/>
              <a:ext cx="3816985" cy="1391285"/>
            </a:xfrm>
            <a:custGeom>
              <a:avLst/>
              <a:gdLst/>
              <a:ahLst/>
              <a:cxnLst/>
              <a:rect l="l" t="t" r="r" b="b"/>
              <a:pathLst>
                <a:path w="3816984" h="1391285">
                  <a:moveTo>
                    <a:pt x="3816858" y="1375575"/>
                  </a:moveTo>
                  <a:lnTo>
                    <a:pt x="3803396" y="1361567"/>
                  </a:lnTo>
                  <a:lnTo>
                    <a:pt x="3728339" y="1283385"/>
                  </a:lnTo>
                  <a:lnTo>
                    <a:pt x="3715550" y="1319276"/>
                  </a:lnTo>
                  <a:lnTo>
                    <a:pt x="591388" y="206590"/>
                  </a:lnTo>
                  <a:lnTo>
                    <a:pt x="3334334" y="995654"/>
                  </a:lnTo>
                  <a:lnTo>
                    <a:pt x="3323844" y="1032281"/>
                  </a:lnTo>
                  <a:lnTo>
                    <a:pt x="3449447" y="1008951"/>
                  </a:lnTo>
                  <a:lnTo>
                    <a:pt x="3440709" y="1000925"/>
                  </a:lnTo>
                  <a:lnTo>
                    <a:pt x="3355340" y="922439"/>
                  </a:lnTo>
                  <a:lnTo>
                    <a:pt x="3344837" y="959040"/>
                  </a:lnTo>
                  <a:lnTo>
                    <a:pt x="674725" y="190969"/>
                  </a:lnTo>
                  <a:lnTo>
                    <a:pt x="2142744" y="526757"/>
                  </a:lnTo>
                  <a:lnTo>
                    <a:pt x="2134235" y="563880"/>
                  </a:lnTo>
                  <a:lnTo>
                    <a:pt x="2258441" y="533654"/>
                  </a:lnTo>
                  <a:lnTo>
                    <a:pt x="2255189" y="530987"/>
                  </a:lnTo>
                  <a:lnTo>
                    <a:pt x="2159762" y="452501"/>
                  </a:lnTo>
                  <a:lnTo>
                    <a:pt x="2151240" y="489661"/>
                  </a:lnTo>
                  <a:lnTo>
                    <a:pt x="575970" y="129387"/>
                  </a:lnTo>
                  <a:lnTo>
                    <a:pt x="3619335" y="617766"/>
                  </a:lnTo>
                  <a:lnTo>
                    <a:pt x="3613277" y="655447"/>
                  </a:lnTo>
                  <a:lnTo>
                    <a:pt x="3723487" y="620776"/>
                  </a:lnTo>
                  <a:lnTo>
                    <a:pt x="3735197" y="617093"/>
                  </a:lnTo>
                  <a:lnTo>
                    <a:pt x="3631438" y="542544"/>
                  </a:lnTo>
                  <a:lnTo>
                    <a:pt x="3625380" y="580186"/>
                  </a:lnTo>
                  <a:lnTo>
                    <a:pt x="1079423" y="171615"/>
                  </a:lnTo>
                  <a:lnTo>
                    <a:pt x="3057131" y="417893"/>
                  </a:lnTo>
                  <a:lnTo>
                    <a:pt x="3052445" y="455676"/>
                  </a:lnTo>
                  <a:lnTo>
                    <a:pt x="3152521" y="420243"/>
                  </a:lnTo>
                  <a:lnTo>
                    <a:pt x="3172968" y="413004"/>
                  </a:lnTo>
                  <a:lnTo>
                    <a:pt x="3066542" y="342265"/>
                  </a:lnTo>
                  <a:lnTo>
                    <a:pt x="3061843" y="380047"/>
                  </a:lnTo>
                  <a:lnTo>
                    <a:pt x="2637625" y="327215"/>
                  </a:lnTo>
                  <a:lnTo>
                    <a:pt x="2700718" y="303276"/>
                  </a:lnTo>
                  <a:lnTo>
                    <a:pt x="2725166" y="294005"/>
                  </a:lnTo>
                  <a:lnTo>
                    <a:pt x="2617216" y="225552"/>
                  </a:lnTo>
                  <a:lnTo>
                    <a:pt x="2613355" y="263512"/>
                  </a:lnTo>
                  <a:lnTo>
                    <a:pt x="2609507" y="263131"/>
                  </a:lnTo>
                  <a:lnTo>
                    <a:pt x="2609507" y="301358"/>
                  </a:lnTo>
                  <a:lnTo>
                    <a:pt x="2607259" y="323443"/>
                  </a:lnTo>
                  <a:lnTo>
                    <a:pt x="1651355" y="204393"/>
                  </a:lnTo>
                  <a:lnTo>
                    <a:pt x="2609507" y="301358"/>
                  </a:lnTo>
                  <a:lnTo>
                    <a:pt x="2609507" y="263131"/>
                  </a:lnTo>
                  <a:lnTo>
                    <a:pt x="12484" y="279"/>
                  </a:lnTo>
                  <a:lnTo>
                    <a:pt x="10287" y="0"/>
                  </a:lnTo>
                  <a:lnTo>
                    <a:pt x="9779" y="0"/>
                  </a:lnTo>
                  <a:lnTo>
                    <a:pt x="7874" y="18923"/>
                  </a:lnTo>
                  <a:lnTo>
                    <a:pt x="0" y="36322"/>
                  </a:lnTo>
                  <a:lnTo>
                    <a:pt x="2862948" y="1336725"/>
                  </a:lnTo>
                  <a:lnTo>
                    <a:pt x="2847213" y="1371384"/>
                  </a:lnTo>
                  <a:lnTo>
                    <a:pt x="2974848" y="1366634"/>
                  </a:lnTo>
                  <a:lnTo>
                    <a:pt x="2956991" y="1344574"/>
                  </a:lnTo>
                  <a:lnTo>
                    <a:pt x="2894457" y="1267320"/>
                  </a:lnTo>
                  <a:lnTo>
                    <a:pt x="2878696" y="1302029"/>
                  </a:lnTo>
                  <a:lnTo>
                    <a:pt x="945730" y="423989"/>
                  </a:lnTo>
                  <a:lnTo>
                    <a:pt x="2402840" y="1021245"/>
                  </a:lnTo>
                  <a:lnTo>
                    <a:pt x="2388362" y="1056487"/>
                  </a:lnTo>
                  <a:lnTo>
                    <a:pt x="2515870" y="1046962"/>
                  </a:lnTo>
                  <a:lnTo>
                    <a:pt x="2499703" y="1028471"/>
                  </a:lnTo>
                  <a:lnTo>
                    <a:pt x="2431796" y="950734"/>
                  </a:lnTo>
                  <a:lnTo>
                    <a:pt x="2417318" y="985989"/>
                  </a:lnTo>
                  <a:lnTo>
                    <a:pt x="766838" y="309435"/>
                  </a:lnTo>
                  <a:lnTo>
                    <a:pt x="3702761" y="1355178"/>
                  </a:lnTo>
                  <a:lnTo>
                    <a:pt x="3689985" y="1391069"/>
                  </a:lnTo>
                  <a:lnTo>
                    <a:pt x="3816858" y="1375575"/>
                  </a:lnTo>
                  <a:close/>
                </a:path>
              </a:pathLst>
            </a:custGeom>
            <a:solidFill>
              <a:srgbClr val="111F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9052559" y="2697479"/>
              <a:ext cx="506095" cy="657225"/>
            </a:xfrm>
            <a:custGeom>
              <a:avLst/>
              <a:gdLst/>
              <a:ahLst/>
              <a:cxnLst/>
              <a:rect l="l" t="t" r="r" b="b"/>
              <a:pathLst>
                <a:path w="506095" h="657225">
                  <a:moveTo>
                    <a:pt x="421640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5968" y="656844"/>
                  </a:lnTo>
                  <a:lnTo>
                    <a:pt x="505968" y="84328"/>
                  </a:lnTo>
                  <a:lnTo>
                    <a:pt x="42164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9474200" y="2697479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5">
                  <a:moveTo>
                    <a:pt x="0" y="0"/>
                  </a:moveTo>
                  <a:lnTo>
                    <a:pt x="16891" y="67437"/>
                  </a:lnTo>
                  <a:lnTo>
                    <a:pt x="84327" y="843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9052559" y="2697479"/>
              <a:ext cx="506095" cy="657225"/>
            </a:xfrm>
            <a:custGeom>
              <a:avLst/>
              <a:gdLst/>
              <a:ahLst/>
              <a:cxnLst/>
              <a:rect l="l" t="t" r="r" b="b"/>
              <a:pathLst>
                <a:path w="506095" h="657225">
                  <a:moveTo>
                    <a:pt x="421640" y="0"/>
                  </a:moveTo>
                  <a:lnTo>
                    <a:pt x="438531" y="67437"/>
                  </a:lnTo>
                  <a:lnTo>
                    <a:pt x="505968" y="84328"/>
                  </a:lnTo>
                  <a:lnTo>
                    <a:pt x="421640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5968" y="656844"/>
                  </a:lnTo>
                  <a:lnTo>
                    <a:pt x="505968" y="84328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9127997" y="2859404"/>
            <a:ext cx="3575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9480550" y="2992882"/>
            <a:ext cx="520700" cy="669925"/>
            <a:chOff x="9480550" y="2992882"/>
            <a:chExt cx="520700" cy="669925"/>
          </a:xfrm>
        </p:grpSpPr>
        <p:sp>
          <p:nvSpPr>
            <p:cNvPr id="62" name="object 62" descr=""/>
            <p:cNvSpPr/>
            <p:nvPr/>
          </p:nvSpPr>
          <p:spPr>
            <a:xfrm>
              <a:off x="9486900" y="2999232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0" y="0"/>
                  </a:lnTo>
                  <a:lnTo>
                    <a:pt x="0" y="656843"/>
                  </a:lnTo>
                  <a:lnTo>
                    <a:pt x="507492" y="656843"/>
                  </a:lnTo>
                  <a:lnTo>
                    <a:pt x="507492" y="84581"/>
                  </a:lnTo>
                  <a:lnTo>
                    <a:pt x="42290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9909809" y="2999232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1" y="67690"/>
                  </a:lnTo>
                  <a:lnTo>
                    <a:pt x="84582" y="84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9486900" y="2999232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439800" y="67690"/>
                  </a:lnTo>
                  <a:lnTo>
                    <a:pt x="507492" y="84581"/>
                  </a:lnTo>
                  <a:lnTo>
                    <a:pt x="422909" y="0"/>
                  </a:lnTo>
                  <a:lnTo>
                    <a:pt x="0" y="0"/>
                  </a:lnTo>
                  <a:lnTo>
                    <a:pt x="0" y="656843"/>
                  </a:lnTo>
                  <a:lnTo>
                    <a:pt x="507492" y="656843"/>
                  </a:lnTo>
                  <a:lnTo>
                    <a:pt x="507492" y="84581"/>
                  </a:lnTo>
                </a:path>
              </a:pathLst>
            </a:custGeom>
            <a:ln w="12699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9562338" y="3161487"/>
            <a:ext cx="3575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9288526" y="3439414"/>
            <a:ext cx="520700" cy="669925"/>
            <a:chOff x="9288526" y="3439414"/>
            <a:chExt cx="520700" cy="669925"/>
          </a:xfrm>
        </p:grpSpPr>
        <p:sp>
          <p:nvSpPr>
            <p:cNvPr id="67" name="object 67" descr=""/>
            <p:cNvSpPr/>
            <p:nvPr/>
          </p:nvSpPr>
          <p:spPr>
            <a:xfrm>
              <a:off x="9294876" y="3445764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2"/>
                  </a:lnTo>
                  <a:lnTo>
                    <a:pt x="42290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9717786" y="3445764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1" y="67690"/>
                  </a:lnTo>
                  <a:lnTo>
                    <a:pt x="84582" y="84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9294876" y="3445764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439800" y="67690"/>
                  </a:lnTo>
                  <a:lnTo>
                    <a:pt x="507492" y="84582"/>
                  </a:lnTo>
                  <a:lnTo>
                    <a:pt x="422909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2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 txBox="1"/>
          <p:nvPr/>
        </p:nvSpPr>
        <p:spPr>
          <a:xfrm>
            <a:off x="9370314" y="3608323"/>
            <a:ext cx="3575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1" name="object 71" descr=""/>
          <p:cNvGrpSpPr/>
          <p:nvPr/>
        </p:nvGrpSpPr>
        <p:grpSpPr>
          <a:xfrm>
            <a:off x="8729218" y="3840226"/>
            <a:ext cx="520700" cy="669925"/>
            <a:chOff x="8729218" y="3840226"/>
            <a:chExt cx="520700" cy="669925"/>
          </a:xfrm>
        </p:grpSpPr>
        <p:sp>
          <p:nvSpPr>
            <p:cNvPr id="72" name="object 72" descr=""/>
            <p:cNvSpPr/>
            <p:nvPr/>
          </p:nvSpPr>
          <p:spPr>
            <a:xfrm>
              <a:off x="8735568" y="3846576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7491" y="656844"/>
                  </a:lnTo>
                  <a:lnTo>
                    <a:pt x="507491" y="84581"/>
                  </a:lnTo>
                  <a:lnTo>
                    <a:pt x="42290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9158478" y="3846576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1" y="67691"/>
                  </a:lnTo>
                  <a:lnTo>
                    <a:pt x="84581" y="84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8735568" y="3846576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09" y="0"/>
                  </a:moveTo>
                  <a:lnTo>
                    <a:pt x="439800" y="67691"/>
                  </a:lnTo>
                  <a:lnTo>
                    <a:pt x="507491" y="84581"/>
                  </a:lnTo>
                  <a:lnTo>
                    <a:pt x="422909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7491" y="656844"/>
                  </a:lnTo>
                  <a:lnTo>
                    <a:pt x="507491" y="84581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 descr=""/>
          <p:cNvSpPr txBox="1"/>
          <p:nvPr/>
        </p:nvSpPr>
        <p:spPr>
          <a:xfrm>
            <a:off x="8811006" y="4009390"/>
            <a:ext cx="3575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9603993" y="3902709"/>
            <a:ext cx="518795" cy="669925"/>
            <a:chOff x="9603993" y="3902709"/>
            <a:chExt cx="518795" cy="669925"/>
          </a:xfrm>
        </p:grpSpPr>
        <p:sp>
          <p:nvSpPr>
            <p:cNvPr id="77" name="object 77" descr=""/>
            <p:cNvSpPr/>
            <p:nvPr/>
          </p:nvSpPr>
          <p:spPr>
            <a:xfrm>
              <a:off x="9610343" y="3909059"/>
              <a:ext cx="506095" cy="657225"/>
            </a:xfrm>
            <a:custGeom>
              <a:avLst/>
              <a:gdLst/>
              <a:ahLst/>
              <a:cxnLst/>
              <a:rect l="l" t="t" r="r" b="b"/>
              <a:pathLst>
                <a:path w="506095" h="657225">
                  <a:moveTo>
                    <a:pt x="421639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5967" y="656844"/>
                  </a:lnTo>
                  <a:lnTo>
                    <a:pt x="505967" y="84327"/>
                  </a:lnTo>
                  <a:lnTo>
                    <a:pt x="42163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0031983" y="3909059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4">
                  <a:moveTo>
                    <a:pt x="0" y="0"/>
                  </a:moveTo>
                  <a:lnTo>
                    <a:pt x="16891" y="67437"/>
                  </a:lnTo>
                  <a:lnTo>
                    <a:pt x="84327" y="84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9610343" y="3909059"/>
              <a:ext cx="506095" cy="657225"/>
            </a:xfrm>
            <a:custGeom>
              <a:avLst/>
              <a:gdLst/>
              <a:ahLst/>
              <a:cxnLst/>
              <a:rect l="l" t="t" r="r" b="b"/>
              <a:pathLst>
                <a:path w="506095" h="657225">
                  <a:moveTo>
                    <a:pt x="421639" y="0"/>
                  </a:moveTo>
                  <a:lnTo>
                    <a:pt x="438530" y="67437"/>
                  </a:lnTo>
                  <a:lnTo>
                    <a:pt x="505967" y="84327"/>
                  </a:lnTo>
                  <a:lnTo>
                    <a:pt x="421639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5967" y="656844"/>
                  </a:lnTo>
                  <a:lnTo>
                    <a:pt x="505967" y="84327"/>
                  </a:lnTo>
                </a:path>
              </a:pathLst>
            </a:custGeom>
            <a:ln w="12699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9685781" y="4071315"/>
            <a:ext cx="3575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1" name="object 81" descr=""/>
          <p:cNvSpPr/>
          <p:nvPr/>
        </p:nvSpPr>
        <p:spPr>
          <a:xfrm>
            <a:off x="6137529" y="3025901"/>
            <a:ext cx="3440429" cy="1688464"/>
          </a:xfrm>
          <a:custGeom>
            <a:avLst/>
            <a:gdLst/>
            <a:ahLst/>
            <a:cxnLst/>
            <a:rect l="l" t="t" r="r" b="b"/>
            <a:pathLst>
              <a:path w="3440429" h="1688464">
                <a:moveTo>
                  <a:pt x="3440430" y="1213104"/>
                </a:moveTo>
                <a:lnTo>
                  <a:pt x="3421951" y="1206754"/>
                </a:lnTo>
                <a:lnTo>
                  <a:pt x="3319653" y="1171575"/>
                </a:lnTo>
                <a:lnTo>
                  <a:pt x="3324631" y="1209268"/>
                </a:lnTo>
                <a:lnTo>
                  <a:pt x="559765" y="1577086"/>
                </a:lnTo>
                <a:lnTo>
                  <a:pt x="2457602" y="1191996"/>
                </a:lnTo>
                <a:lnTo>
                  <a:pt x="2465197" y="1229360"/>
                </a:lnTo>
                <a:lnTo>
                  <a:pt x="2565577" y="1150874"/>
                </a:lnTo>
                <a:lnTo>
                  <a:pt x="2565908" y="1150620"/>
                </a:lnTo>
                <a:lnTo>
                  <a:pt x="2442464" y="1117346"/>
                </a:lnTo>
                <a:lnTo>
                  <a:pt x="2450033" y="1154671"/>
                </a:lnTo>
                <a:lnTo>
                  <a:pt x="436829" y="1563166"/>
                </a:lnTo>
                <a:lnTo>
                  <a:pt x="3021076" y="800417"/>
                </a:lnTo>
                <a:lnTo>
                  <a:pt x="3031871" y="836930"/>
                </a:lnTo>
                <a:lnTo>
                  <a:pt x="3116072" y="758444"/>
                </a:lnTo>
                <a:lnTo>
                  <a:pt x="3125343" y="749808"/>
                </a:lnTo>
                <a:lnTo>
                  <a:pt x="2999486" y="727329"/>
                </a:lnTo>
                <a:lnTo>
                  <a:pt x="3010268" y="763854"/>
                </a:lnTo>
                <a:lnTo>
                  <a:pt x="351370" y="1548765"/>
                </a:lnTo>
                <a:lnTo>
                  <a:pt x="3218992" y="364528"/>
                </a:lnTo>
                <a:lnTo>
                  <a:pt x="3233547" y="399669"/>
                </a:lnTo>
                <a:lnTo>
                  <a:pt x="3301022" y="322072"/>
                </a:lnTo>
                <a:lnTo>
                  <a:pt x="3317367" y="303276"/>
                </a:lnTo>
                <a:lnTo>
                  <a:pt x="3189859" y="294132"/>
                </a:lnTo>
                <a:lnTo>
                  <a:pt x="3204426" y="329336"/>
                </a:lnTo>
                <a:lnTo>
                  <a:pt x="340220" y="1512201"/>
                </a:lnTo>
                <a:lnTo>
                  <a:pt x="2306256" y="451980"/>
                </a:lnTo>
                <a:lnTo>
                  <a:pt x="2324354" y="485521"/>
                </a:lnTo>
                <a:lnTo>
                  <a:pt x="2377770" y="409448"/>
                </a:lnTo>
                <a:lnTo>
                  <a:pt x="2397760" y="381000"/>
                </a:lnTo>
                <a:lnTo>
                  <a:pt x="2270125" y="384937"/>
                </a:lnTo>
                <a:lnTo>
                  <a:pt x="2288197" y="418477"/>
                </a:lnTo>
                <a:lnTo>
                  <a:pt x="1051687" y="1085291"/>
                </a:lnTo>
                <a:lnTo>
                  <a:pt x="2793415" y="73901"/>
                </a:lnTo>
                <a:lnTo>
                  <a:pt x="2812542" y="106807"/>
                </a:lnTo>
                <a:lnTo>
                  <a:pt x="2862135" y="31369"/>
                </a:lnTo>
                <a:lnTo>
                  <a:pt x="2882773" y="0"/>
                </a:lnTo>
                <a:lnTo>
                  <a:pt x="2755138" y="8001"/>
                </a:lnTo>
                <a:lnTo>
                  <a:pt x="2774289" y="40970"/>
                </a:lnTo>
                <a:lnTo>
                  <a:pt x="0" y="1652016"/>
                </a:lnTo>
                <a:lnTo>
                  <a:pt x="12065" y="1688338"/>
                </a:lnTo>
                <a:lnTo>
                  <a:pt x="3329635" y="1247114"/>
                </a:lnTo>
                <a:lnTo>
                  <a:pt x="3334639" y="1284859"/>
                </a:lnTo>
                <a:lnTo>
                  <a:pt x="3440430" y="1213104"/>
                </a:lnTo>
                <a:close/>
              </a:path>
            </a:pathLst>
          </a:custGeom>
          <a:solidFill>
            <a:srgbClr val="111F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83" name="object 8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59052" y="3139439"/>
            <a:ext cx="8162925" cy="3108960"/>
            <a:chOff x="1559052" y="3139439"/>
            <a:chExt cx="8162925" cy="310896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9052" y="3139439"/>
              <a:ext cx="4587240" cy="310896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089135" y="3302507"/>
              <a:ext cx="506095" cy="658495"/>
            </a:xfrm>
            <a:custGeom>
              <a:avLst/>
              <a:gdLst/>
              <a:ahLst/>
              <a:cxnLst/>
              <a:rect l="l" t="t" r="r" b="b"/>
              <a:pathLst>
                <a:path w="506095" h="658495">
                  <a:moveTo>
                    <a:pt x="421640" y="0"/>
                  </a:moveTo>
                  <a:lnTo>
                    <a:pt x="0" y="0"/>
                  </a:lnTo>
                  <a:lnTo>
                    <a:pt x="0" y="658367"/>
                  </a:lnTo>
                  <a:lnTo>
                    <a:pt x="505968" y="658367"/>
                  </a:lnTo>
                  <a:lnTo>
                    <a:pt x="505968" y="84327"/>
                  </a:lnTo>
                  <a:lnTo>
                    <a:pt x="42164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510775" y="3302507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4">
                  <a:moveTo>
                    <a:pt x="0" y="0"/>
                  </a:moveTo>
                  <a:lnTo>
                    <a:pt x="16891" y="67437"/>
                  </a:lnTo>
                  <a:lnTo>
                    <a:pt x="84327" y="84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089135" y="3302507"/>
              <a:ext cx="506095" cy="658495"/>
            </a:xfrm>
            <a:custGeom>
              <a:avLst/>
              <a:gdLst/>
              <a:ahLst/>
              <a:cxnLst/>
              <a:rect l="l" t="t" r="r" b="b"/>
              <a:pathLst>
                <a:path w="506095" h="658495">
                  <a:moveTo>
                    <a:pt x="421640" y="0"/>
                  </a:moveTo>
                  <a:lnTo>
                    <a:pt x="438531" y="67437"/>
                  </a:lnTo>
                  <a:lnTo>
                    <a:pt x="505968" y="84327"/>
                  </a:lnTo>
                  <a:lnTo>
                    <a:pt x="421640" y="0"/>
                  </a:lnTo>
                  <a:lnTo>
                    <a:pt x="0" y="0"/>
                  </a:lnTo>
                  <a:lnTo>
                    <a:pt x="0" y="658367"/>
                  </a:lnTo>
                  <a:lnTo>
                    <a:pt x="505968" y="658367"/>
                  </a:lnTo>
                  <a:lnTo>
                    <a:pt x="505968" y="84327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  <a:lnTo>
                    <a:pt x="422910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630918" y="5181600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0" y="67690"/>
                  </a:lnTo>
                  <a:lnTo>
                    <a:pt x="84581" y="84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439800" y="67690"/>
                  </a:lnTo>
                  <a:lnTo>
                    <a:pt x="507492" y="84581"/>
                  </a:lnTo>
                  <a:lnTo>
                    <a:pt x="422910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  <a:lnTo>
                    <a:pt x="422910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630918" y="5181600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0" y="67690"/>
                  </a:lnTo>
                  <a:lnTo>
                    <a:pt x="84581" y="84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439800" y="67690"/>
                  </a:lnTo>
                  <a:lnTo>
                    <a:pt x="507492" y="84581"/>
                  </a:lnTo>
                  <a:lnTo>
                    <a:pt x="422910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  <a:lnTo>
                    <a:pt x="422910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630918" y="5181600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0" y="67690"/>
                  </a:lnTo>
                  <a:lnTo>
                    <a:pt x="84581" y="84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439800" y="67690"/>
                  </a:lnTo>
                  <a:lnTo>
                    <a:pt x="507492" y="84581"/>
                  </a:lnTo>
                  <a:lnTo>
                    <a:pt x="422910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  <a:lnTo>
                    <a:pt x="422910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630918" y="5181600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0" y="67690"/>
                  </a:lnTo>
                  <a:lnTo>
                    <a:pt x="84581" y="84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439800" y="67690"/>
                  </a:lnTo>
                  <a:lnTo>
                    <a:pt x="507492" y="84581"/>
                  </a:lnTo>
                  <a:lnTo>
                    <a:pt x="422910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  <a:lnTo>
                    <a:pt x="422910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630918" y="5181600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0" y="67690"/>
                  </a:lnTo>
                  <a:lnTo>
                    <a:pt x="84581" y="84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439800" y="67690"/>
                  </a:lnTo>
                  <a:lnTo>
                    <a:pt x="507492" y="84581"/>
                  </a:lnTo>
                  <a:lnTo>
                    <a:pt x="422910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  <a:lnTo>
                    <a:pt x="422910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630918" y="5181600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0" y="67690"/>
                  </a:lnTo>
                  <a:lnTo>
                    <a:pt x="84581" y="84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439800" y="67690"/>
                  </a:lnTo>
                  <a:lnTo>
                    <a:pt x="507492" y="84581"/>
                  </a:lnTo>
                  <a:lnTo>
                    <a:pt x="422910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  <a:lnTo>
                    <a:pt x="422910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630918" y="5181600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0" y="67690"/>
                  </a:lnTo>
                  <a:lnTo>
                    <a:pt x="84581" y="84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439800" y="67690"/>
                  </a:lnTo>
                  <a:lnTo>
                    <a:pt x="507492" y="84581"/>
                  </a:lnTo>
                  <a:lnTo>
                    <a:pt x="422910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  <a:lnTo>
                    <a:pt x="422910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630918" y="5181600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90" h="85089">
                  <a:moveTo>
                    <a:pt x="0" y="0"/>
                  </a:moveTo>
                  <a:lnTo>
                    <a:pt x="16890" y="67690"/>
                  </a:lnTo>
                  <a:lnTo>
                    <a:pt x="84581" y="84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208008" y="5181600"/>
              <a:ext cx="508000" cy="657225"/>
            </a:xfrm>
            <a:custGeom>
              <a:avLst/>
              <a:gdLst/>
              <a:ahLst/>
              <a:cxnLst/>
              <a:rect l="l" t="t" r="r" b="b"/>
              <a:pathLst>
                <a:path w="508000" h="657225">
                  <a:moveTo>
                    <a:pt x="422910" y="0"/>
                  </a:moveTo>
                  <a:lnTo>
                    <a:pt x="439800" y="67690"/>
                  </a:lnTo>
                  <a:lnTo>
                    <a:pt x="507492" y="84581"/>
                  </a:lnTo>
                  <a:lnTo>
                    <a:pt x="422910" y="0"/>
                  </a:lnTo>
                  <a:lnTo>
                    <a:pt x="0" y="0"/>
                  </a:lnTo>
                  <a:lnTo>
                    <a:pt x="0" y="656844"/>
                  </a:lnTo>
                  <a:lnTo>
                    <a:pt x="507492" y="656844"/>
                  </a:lnTo>
                  <a:lnTo>
                    <a:pt x="507492" y="84581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BUNDLING</a:t>
            </a:r>
          </a:p>
        </p:txBody>
      </p:sp>
      <p:sp>
        <p:nvSpPr>
          <p:cNvPr id="32" name="object 32" descr=""/>
          <p:cNvSpPr txBox="1"/>
          <p:nvPr/>
        </p:nvSpPr>
        <p:spPr>
          <a:xfrm>
            <a:off x="962050" y="1446872"/>
            <a:ext cx="9401175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Bundling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combines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way,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perform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fewer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load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9360534" y="5344159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1671573" y="3663441"/>
            <a:ext cx="4391660" cy="2395220"/>
            <a:chOff x="1671573" y="3663441"/>
            <a:chExt cx="4391660" cy="2395220"/>
          </a:xfrm>
        </p:grpSpPr>
        <p:sp>
          <p:nvSpPr>
            <p:cNvPr id="35" name="object 35" descr=""/>
            <p:cNvSpPr/>
            <p:nvPr/>
          </p:nvSpPr>
          <p:spPr>
            <a:xfrm>
              <a:off x="1677923" y="3669791"/>
              <a:ext cx="4378960" cy="2382520"/>
            </a:xfrm>
            <a:custGeom>
              <a:avLst/>
              <a:gdLst/>
              <a:ahLst/>
              <a:cxnLst/>
              <a:rect l="l" t="t" r="r" b="b"/>
              <a:pathLst>
                <a:path w="4378960" h="2382520">
                  <a:moveTo>
                    <a:pt x="3981450" y="0"/>
                  </a:moveTo>
                  <a:lnTo>
                    <a:pt x="0" y="0"/>
                  </a:lnTo>
                  <a:lnTo>
                    <a:pt x="0" y="2382011"/>
                  </a:lnTo>
                  <a:lnTo>
                    <a:pt x="4378452" y="2382011"/>
                  </a:lnTo>
                  <a:lnTo>
                    <a:pt x="4378452" y="397001"/>
                  </a:lnTo>
                  <a:lnTo>
                    <a:pt x="3981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659373" y="3669791"/>
              <a:ext cx="397510" cy="397510"/>
            </a:xfrm>
            <a:custGeom>
              <a:avLst/>
              <a:gdLst/>
              <a:ahLst/>
              <a:cxnLst/>
              <a:rect l="l" t="t" r="r" b="b"/>
              <a:pathLst>
                <a:path w="397510" h="397510">
                  <a:moveTo>
                    <a:pt x="0" y="0"/>
                  </a:moveTo>
                  <a:lnTo>
                    <a:pt x="79375" y="317626"/>
                  </a:lnTo>
                  <a:lnTo>
                    <a:pt x="397001" y="397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677923" y="3669791"/>
              <a:ext cx="4378960" cy="2382520"/>
            </a:xfrm>
            <a:custGeom>
              <a:avLst/>
              <a:gdLst/>
              <a:ahLst/>
              <a:cxnLst/>
              <a:rect l="l" t="t" r="r" b="b"/>
              <a:pathLst>
                <a:path w="4378960" h="2382520">
                  <a:moveTo>
                    <a:pt x="3981450" y="0"/>
                  </a:moveTo>
                  <a:lnTo>
                    <a:pt x="4060825" y="317626"/>
                  </a:lnTo>
                  <a:lnTo>
                    <a:pt x="4378452" y="397001"/>
                  </a:lnTo>
                  <a:lnTo>
                    <a:pt x="3981450" y="0"/>
                  </a:lnTo>
                  <a:lnTo>
                    <a:pt x="0" y="0"/>
                  </a:lnTo>
                  <a:lnTo>
                    <a:pt x="0" y="2382011"/>
                  </a:lnTo>
                  <a:lnTo>
                    <a:pt x="4378452" y="2382011"/>
                  </a:lnTo>
                  <a:lnTo>
                    <a:pt x="4378452" y="397001"/>
                  </a:lnTo>
                </a:path>
              </a:pathLst>
            </a:custGeom>
            <a:ln w="12700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1554352" y="3134677"/>
            <a:ext cx="4596765" cy="3118485"/>
          </a:xfrm>
          <a:prstGeom prst="rect">
            <a:avLst/>
          </a:prstGeom>
          <a:ln w="9525">
            <a:solidFill>
              <a:srgbClr val="111F35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1200">
              <a:latin typeface="Times New Roman"/>
              <a:cs typeface="Times New Roman"/>
            </a:endParaRPr>
          </a:p>
          <a:p>
            <a:pPr marL="226695">
              <a:lnSpc>
                <a:spcPct val="100000"/>
              </a:lnSpc>
            </a:pPr>
            <a:r>
              <a:rPr dirty="0" sz="1200">
                <a:solidFill>
                  <a:srgbClr val="800000"/>
                </a:solidFill>
                <a:latin typeface="Consolas"/>
                <a:cs typeface="Consolas"/>
              </a:rPr>
              <a:t>&lt;!DOCTYPE</a:t>
            </a:r>
            <a:r>
              <a:rPr dirty="0" sz="1200" spc="-5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200" spc="-20">
                <a:solidFill>
                  <a:srgbClr val="E40000"/>
                </a:solidFill>
                <a:latin typeface="Consolas"/>
                <a:cs typeface="Consolas"/>
              </a:rPr>
              <a:t>html</a:t>
            </a:r>
            <a:r>
              <a:rPr dirty="0" sz="1200" spc="-2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226695">
              <a:lnSpc>
                <a:spcPct val="100000"/>
              </a:lnSpc>
            </a:pPr>
            <a:r>
              <a:rPr dirty="0" sz="1200">
                <a:solidFill>
                  <a:srgbClr val="800000"/>
                </a:solidFill>
                <a:latin typeface="Consolas"/>
                <a:cs typeface="Consolas"/>
              </a:rPr>
              <a:t>&lt;html</a:t>
            </a:r>
            <a:r>
              <a:rPr dirty="0" sz="1200" spc="-3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40000"/>
                </a:solidFill>
                <a:latin typeface="Consolas"/>
                <a:cs typeface="Consolas"/>
              </a:rPr>
              <a:t>lang</a:t>
            </a:r>
            <a:r>
              <a:rPr dirty="0" sz="1200" spc="-10"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0000FF"/>
                </a:solidFill>
                <a:latin typeface="Consolas"/>
                <a:cs typeface="Consolas"/>
              </a:rPr>
              <a:t>"en"</a:t>
            </a:r>
            <a:r>
              <a:rPr dirty="0" sz="12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310515">
              <a:lnSpc>
                <a:spcPct val="100000"/>
              </a:lnSpc>
            </a:pPr>
            <a:r>
              <a:rPr dirty="0" sz="1200" spc="-10">
                <a:solidFill>
                  <a:srgbClr val="800000"/>
                </a:solidFill>
                <a:latin typeface="Consolas"/>
                <a:cs typeface="Consolas"/>
              </a:rPr>
              <a:t>&lt;head&gt;</a:t>
            </a:r>
            <a:endParaRPr sz="1200">
              <a:latin typeface="Consolas"/>
              <a:cs typeface="Consolas"/>
            </a:endParaRPr>
          </a:p>
          <a:p>
            <a:pPr marL="310515">
              <a:lnSpc>
                <a:spcPct val="100000"/>
              </a:lnSpc>
            </a:pPr>
            <a:r>
              <a:rPr dirty="0" sz="1200" spc="-10">
                <a:solidFill>
                  <a:srgbClr val="800000"/>
                </a:solidFill>
                <a:latin typeface="Consolas"/>
                <a:cs typeface="Consolas"/>
              </a:rPr>
              <a:t>&lt;title&gt;</a:t>
            </a:r>
            <a:r>
              <a:rPr dirty="0" sz="1200" spc="-10">
                <a:latin typeface="Consolas"/>
                <a:cs typeface="Consolas"/>
              </a:rPr>
              <a:t>Page</a:t>
            </a:r>
            <a:r>
              <a:rPr dirty="0" sz="1200" spc="-10">
                <a:solidFill>
                  <a:srgbClr val="800000"/>
                </a:solidFill>
                <a:latin typeface="Consolas"/>
                <a:cs typeface="Consolas"/>
              </a:rPr>
              <a:t>&lt;/title&gt;</a:t>
            </a:r>
            <a:endParaRPr sz="1200">
              <a:latin typeface="Consolas"/>
              <a:cs typeface="Consolas"/>
            </a:endParaRPr>
          </a:p>
          <a:p>
            <a:pPr marL="31051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800000"/>
                </a:solidFill>
                <a:latin typeface="Consolas"/>
                <a:cs typeface="Consolas"/>
              </a:rPr>
              <a:t>&lt;link</a:t>
            </a:r>
            <a:r>
              <a:rPr dirty="0" sz="1200" spc="-4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40000"/>
                </a:solidFill>
                <a:latin typeface="Consolas"/>
                <a:cs typeface="Consolas"/>
              </a:rPr>
              <a:t>rel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>
                <a:solidFill>
                  <a:srgbClr val="0000FF"/>
                </a:solidFill>
                <a:latin typeface="Consolas"/>
                <a:cs typeface="Consolas"/>
              </a:rPr>
              <a:t>"stylesheet"</a:t>
            </a:r>
            <a:r>
              <a:rPr dirty="0" sz="12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40000"/>
                </a:solidFill>
                <a:latin typeface="Consolas"/>
                <a:cs typeface="Consolas"/>
              </a:rPr>
              <a:t>href</a:t>
            </a:r>
            <a:r>
              <a:rPr dirty="0" sz="1200" spc="-10"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0000FF"/>
                </a:solidFill>
                <a:latin typeface="Consolas"/>
                <a:cs typeface="Consolas"/>
              </a:rPr>
              <a:t>"bundle.css"</a:t>
            </a:r>
            <a:r>
              <a:rPr dirty="0" sz="12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310515">
              <a:lnSpc>
                <a:spcPct val="100000"/>
              </a:lnSpc>
            </a:pPr>
            <a:r>
              <a:rPr dirty="0" sz="1200">
                <a:solidFill>
                  <a:srgbClr val="800000"/>
                </a:solidFill>
                <a:latin typeface="Consolas"/>
                <a:cs typeface="Consolas"/>
              </a:rPr>
              <a:t>&lt;script</a:t>
            </a:r>
            <a:r>
              <a:rPr dirty="0" sz="1200" spc="-5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>
                <a:solidFill>
                  <a:srgbClr val="0000FF"/>
                </a:solidFill>
                <a:latin typeface="Consolas"/>
                <a:cs typeface="Consolas"/>
              </a:rPr>
              <a:t>"javascript"</a:t>
            </a:r>
            <a:r>
              <a:rPr dirty="0" sz="12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E40000"/>
                </a:solidFill>
                <a:latin typeface="Consolas"/>
                <a:cs typeface="Consolas"/>
              </a:rPr>
              <a:t>src</a:t>
            </a:r>
            <a:r>
              <a:rPr dirty="0" sz="1200" spc="-10"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0000FF"/>
                </a:solidFill>
                <a:latin typeface="Consolas"/>
                <a:cs typeface="Consolas"/>
              </a:rPr>
              <a:t>"bundle.js"</a:t>
            </a:r>
            <a:r>
              <a:rPr dirty="0" sz="12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6142101" y="3296158"/>
            <a:ext cx="3459479" cy="2240280"/>
            <a:chOff x="6142101" y="3296158"/>
            <a:chExt cx="3459479" cy="2240280"/>
          </a:xfrm>
        </p:grpSpPr>
        <p:sp>
          <p:nvSpPr>
            <p:cNvPr id="40" name="object 40" descr=""/>
            <p:cNvSpPr/>
            <p:nvPr/>
          </p:nvSpPr>
          <p:spPr>
            <a:xfrm>
              <a:off x="6142101" y="4676266"/>
              <a:ext cx="3034665" cy="859790"/>
            </a:xfrm>
            <a:custGeom>
              <a:avLst/>
              <a:gdLst/>
              <a:ahLst/>
              <a:cxnLst/>
              <a:rect l="l" t="t" r="r" b="b"/>
              <a:pathLst>
                <a:path w="3034665" h="859789">
                  <a:moveTo>
                    <a:pt x="3034665" y="834263"/>
                  </a:moveTo>
                  <a:lnTo>
                    <a:pt x="3027515" y="827913"/>
                  </a:lnTo>
                  <a:lnTo>
                    <a:pt x="2939161" y="749300"/>
                  </a:lnTo>
                  <a:lnTo>
                    <a:pt x="2929242" y="786130"/>
                  </a:lnTo>
                  <a:lnTo>
                    <a:pt x="9906" y="0"/>
                  </a:lnTo>
                  <a:lnTo>
                    <a:pt x="0" y="36830"/>
                  </a:lnTo>
                  <a:lnTo>
                    <a:pt x="2919323" y="822960"/>
                  </a:lnTo>
                  <a:lnTo>
                    <a:pt x="2909443" y="859663"/>
                  </a:lnTo>
                  <a:lnTo>
                    <a:pt x="3034665" y="834263"/>
                  </a:lnTo>
                  <a:close/>
                </a:path>
              </a:pathLst>
            </a:custGeom>
            <a:solidFill>
              <a:srgbClr val="111F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9089136" y="3302508"/>
              <a:ext cx="506095" cy="658495"/>
            </a:xfrm>
            <a:custGeom>
              <a:avLst/>
              <a:gdLst/>
              <a:ahLst/>
              <a:cxnLst/>
              <a:rect l="l" t="t" r="r" b="b"/>
              <a:pathLst>
                <a:path w="506095" h="658495">
                  <a:moveTo>
                    <a:pt x="421640" y="0"/>
                  </a:moveTo>
                  <a:lnTo>
                    <a:pt x="0" y="0"/>
                  </a:lnTo>
                  <a:lnTo>
                    <a:pt x="0" y="658367"/>
                  </a:lnTo>
                  <a:lnTo>
                    <a:pt x="505968" y="658367"/>
                  </a:lnTo>
                  <a:lnTo>
                    <a:pt x="505968" y="84327"/>
                  </a:lnTo>
                  <a:lnTo>
                    <a:pt x="42164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9510776" y="3302508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4">
                  <a:moveTo>
                    <a:pt x="0" y="0"/>
                  </a:moveTo>
                  <a:lnTo>
                    <a:pt x="16891" y="67437"/>
                  </a:lnTo>
                  <a:lnTo>
                    <a:pt x="84327" y="84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9089136" y="3302508"/>
              <a:ext cx="506095" cy="658495"/>
            </a:xfrm>
            <a:custGeom>
              <a:avLst/>
              <a:gdLst/>
              <a:ahLst/>
              <a:cxnLst/>
              <a:rect l="l" t="t" r="r" b="b"/>
              <a:pathLst>
                <a:path w="506095" h="658495">
                  <a:moveTo>
                    <a:pt x="421640" y="0"/>
                  </a:moveTo>
                  <a:lnTo>
                    <a:pt x="438531" y="67437"/>
                  </a:lnTo>
                  <a:lnTo>
                    <a:pt x="505968" y="84327"/>
                  </a:lnTo>
                  <a:lnTo>
                    <a:pt x="421640" y="0"/>
                  </a:lnTo>
                  <a:lnTo>
                    <a:pt x="0" y="0"/>
                  </a:lnTo>
                  <a:lnTo>
                    <a:pt x="0" y="658367"/>
                  </a:lnTo>
                  <a:lnTo>
                    <a:pt x="505968" y="658367"/>
                  </a:lnTo>
                  <a:lnTo>
                    <a:pt x="505968" y="84327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9089136" y="3302508"/>
              <a:ext cx="506095" cy="658495"/>
            </a:xfrm>
            <a:custGeom>
              <a:avLst/>
              <a:gdLst/>
              <a:ahLst/>
              <a:cxnLst/>
              <a:rect l="l" t="t" r="r" b="b"/>
              <a:pathLst>
                <a:path w="506095" h="658495">
                  <a:moveTo>
                    <a:pt x="421640" y="0"/>
                  </a:moveTo>
                  <a:lnTo>
                    <a:pt x="0" y="0"/>
                  </a:lnTo>
                  <a:lnTo>
                    <a:pt x="0" y="658367"/>
                  </a:lnTo>
                  <a:lnTo>
                    <a:pt x="505968" y="658367"/>
                  </a:lnTo>
                  <a:lnTo>
                    <a:pt x="505968" y="84327"/>
                  </a:lnTo>
                  <a:lnTo>
                    <a:pt x="42164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9510776" y="3302508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4">
                  <a:moveTo>
                    <a:pt x="0" y="0"/>
                  </a:moveTo>
                  <a:lnTo>
                    <a:pt x="16891" y="67437"/>
                  </a:lnTo>
                  <a:lnTo>
                    <a:pt x="84327" y="84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9089136" y="3302508"/>
              <a:ext cx="506095" cy="658495"/>
            </a:xfrm>
            <a:custGeom>
              <a:avLst/>
              <a:gdLst/>
              <a:ahLst/>
              <a:cxnLst/>
              <a:rect l="l" t="t" r="r" b="b"/>
              <a:pathLst>
                <a:path w="506095" h="658495">
                  <a:moveTo>
                    <a:pt x="421640" y="0"/>
                  </a:moveTo>
                  <a:lnTo>
                    <a:pt x="438531" y="67437"/>
                  </a:lnTo>
                  <a:lnTo>
                    <a:pt x="505968" y="84327"/>
                  </a:lnTo>
                  <a:lnTo>
                    <a:pt x="421640" y="0"/>
                  </a:lnTo>
                  <a:lnTo>
                    <a:pt x="0" y="0"/>
                  </a:lnTo>
                  <a:lnTo>
                    <a:pt x="0" y="658367"/>
                  </a:lnTo>
                  <a:lnTo>
                    <a:pt x="505968" y="658367"/>
                  </a:lnTo>
                  <a:lnTo>
                    <a:pt x="505968" y="84327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9089136" y="3302508"/>
              <a:ext cx="506095" cy="658495"/>
            </a:xfrm>
            <a:custGeom>
              <a:avLst/>
              <a:gdLst/>
              <a:ahLst/>
              <a:cxnLst/>
              <a:rect l="l" t="t" r="r" b="b"/>
              <a:pathLst>
                <a:path w="506095" h="658495">
                  <a:moveTo>
                    <a:pt x="421640" y="0"/>
                  </a:moveTo>
                  <a:lnTo>
                    <a:pt x="0" y="0"/>
                  </a:lnTo>
                  <a:lnTo>
                    <a:pt x="0" y="658367"/>
                  </a:lnTo>
                  <a:lnTo>
                    <a:pt x="505968" y="658367"/>
                  </a:lnTo>
                  <a:lnTo>
                    <a:pt x="505968" y="84327"/>
                  </a:lnTo>
                  <a:lnTo>
                    <a:pt x="42164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9510776" y="3302508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4">
                  <a:moveTo>
                    <a:pt x="0" y="0"/>
                  </a:moveTo>
                  <a:lnTo>
                    <a:pt x="16891" y="67437"/>
                  </a:lnTo>
                  <a:lnTo>
                    <a:pt x="84327" y="84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9089136" y="3302508"/>
              <a:ext cx="506095" cy="658495"/>
            </a:xfrm>
            <a:custGeom>
              <a:avLst/>
              <a:gdLst/>
              <a:ahLst/>
              <a:cxnLst/>
              <a:rect l="l" t="t" r="r" b="b"/>
              <a:pathLst>
                <a:path w="506095" h="658495">
                  <a:moveTo>
                    <a:pt x="421640" y="0"/>
                  </a:moveTo>
                  <a:lnTo>
                    <a:pt x="438531" y="67437"/>
                  </a:lnTo>
                  <a:lnTo>
                    <a:pt x="505968" y="84327"/>
                  </a:lnTo>
                  <a:lnTo>
                    <a:pt x="421640" y="0"/>
                  </a:lnTo>
                  <a:lnTo>
                    <a:pt x="0" y="0"/>
                  </a:lnTo>
                  <a:lnTo>
                    <a:pt x="0" y="658367"/>
                  </a:lnTo>
                  <a:lnTo>
                    <a:pt x="505968" y="658367"/>
                  </a:lnTo>
                  <a:lnTo>
                    <a:pt x="505968" y="84327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9089136" y="3302508"/>
              <a:ext cx="506095" cy="658495"/>
            </a:xfrm>
            <a:custGeom>
              <a:avLst/>
              <a:gdLst/>
              <a:ahLst/>
              <a:cxnLst/>
              <a:rect l="l" t="t" r="r" b="b"/>
              <a:pathLst>
                <a:path w="506095" h="658495">
                  <a:moveTo>
                    <a:pt x="421640" y="0"/>
                  </a:moveTo>
                  <a:lnTo>
                    <a:pt x="0" y="0"/>
                  </a:lnTo>
                  <a:lnTo>
                    <a:pt x="0" y="658367"/>
                  </a:lnTo>
                  <a:lnTo>
                    <a:pt x="505968" y="658367"/>
                  </a:lnTo>
                  <a:lnTo>
                    <a:pt x="505968" y="84327"/>
                  </a:lnTo>
                  <a:lnTo>
                    <a:pt x="42164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9510776" y="3302508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4">
                  <a:moveTo>
                    <a:pt x="0" y="0"/>
                  </a:moveTo>
                  <a:lnTo>
                    <a:pt x="16891" y="67437"/>
                  </a:lnTo>
                  <a:lnTo>
                    <a:pt x="84327" y="84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9089136" y="3302508"/>
              <a:ext cx="506095" cy="658495"/>
            </a:xfrm>
            <a:custGeom>
              <a:avLst/>
              <a:gdLst/>
              <a:ahLst/>
              <a:cxnLst/>
              <a:rect l="l" t="t" r="r" b="b"/>
              <a:pathLst>
                <a:path w="506095" h="658495">
                  <a:moveTo>
                    <a:pt x="421640" y="0"/>
                  </a:moveTo>
                  <a:lnTo>
                    <a:pt x="438531" y="67437"/>
                  </a:lnTo>
                  <a:lnTo>
                    <a:pt x="505968" y="84327"/>
                  </a:lnTo>
                  <a:lnTo>
                    <a:pt x="421640" y="0"/>
                  </a:lnTo>
                  <a:lnTo>
                    <a:pt x="0" y="0"/>
                  </a:lnTo>
                  <a:lnTo>
                    <a:pt x="0" y="658367"/>
                  </a:lnTo>
                  <a:lnTo>
                    <a:pt x="505968" y="658367"/>
                  </a:lnTo>
                  <a:lnTo>
                    <a:pt x="505968" y="84327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089136" y="3302508"/>
              <a:ext cx="506095" cy="658495"/>
            </a:xfrm>
            <a:custGeom>
              <a:avLst/>
              <a:gdLst/>
              <a:ahLst/>
              <a:cxnLst/>
              <a:rect l="l" t="t" r="r" b="b"/>
              <a:pathLst>
                <a:path w="506095" h="658495">
                  <a:moveTo>
                    <a:pt x="421640" y="0"/>
                  </a:moveTo>
                  <a:lnTo>
                    <a:pt x="0" y="0"/>
                  </a:lnTo>
                  <a:lnTo>
                    <a:pt x="0" y="658367"/>
                  </a:lnTo>
                  <a:lnTo>
                    <a:pt x="505968" y="658367"/>
                  </a:lnTo>
                  <a:lnTo>
                    <a:pt x="505968" y="84327"/>
                  </a:lnTo>
                  <a:lnTo>
                    <a:pt x="42164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9510776" y="3302508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4">
                  <a:moveTo>
                    <a:pt x="0" y="0"/>
                  </a:moveTo>
                  <a:lnTo>
                    <a:pt x="16891" y="67437"/>
                  </a:lnTo>
                  <a:lnTo>
                    <a:pt x="84327" y="843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9089136" y="3302508"/>
              <a:ext cx="506095" cy="658495"/>
            </a:xfrm>
            <a:custGeom>
              <a:avLst/>
              <a:gdLst/>
              <a:ahLst/>
              <a:cxnLst/>
              <a:rect l="l" t="t" r="r" b="b"/>
              <a:pathLst>
                <a:path w="506095" h="658495">
                  <a:moveTo>
                    <a:pt x="421640" y="0"/>
                  </a:moveTo>
                  <a:lnTo>
                    <a:pt x="438531" y="67437"/>
                  </a:lnTo>
                  <a:lnTo>
                    <a:pt x="505968" y="84327"/>
                  </a:lnTo>
                  <a:lnTo>
                    <a:pt x="421640" y="0"/>
                  </a:lnTo>
                  <a:lnTo>
                    <a:pt x="0" y="0"/>
                  </a:lnTo>
                  <a:lnTo>
                    <a:pt x="0" y="658367"/>
                  </a:lnTo>
                  <a:lnTo>
                    <a:pt x="505968" y="658367"/>
                  </a:lnTo>
                  <a:lnTo>
                    <a:pt x="505968" y="84327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9164193" y="3465703"/>
            <a:ext cx="3575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7" name="object 57" descr=""/>
          <p:cNvSpPr/>
          <p:nvPr/>
        </p:nvSpPr>
        <p:spPr>
          <a:xfrm>
            <a:off x="6140577" y="3617975"/>
            <a:ext cx="2916555" cy="1094740"/>
          </a:xfrm>
          <a:custGeom>
            <a:avLst/>
            <a:gdLst/>
            <a:ahLst/>
            <a:cxnLst/>
            <a:rect l="l" t="t" r="r" b="b"/>
            <a:pathLst>
              <a:path w="2916554" h="1094739">
                <a:moveTo>
                  <a:pt x="2916047" y="14478"/>
                </a:moveTo>
                <a:lnTo>
                  <a:pt x="2789047" y="0"/>
                </a:lnTo>
                <a:lnTo>
                  <a:pt x="2802115" y="35763"/>
                </a:lnTo>
                <a:lnTo>
                  <a:pt x="0" y="1059053"/>
                </a:lnTo>
                <a:lnTo>
                  <a:pt x="12954" y="1094740"/>
                </a:lnTo>
                <a:lnTo>
                  <a:pt x="2815209" y="71564"/>
                </a:lnTo>
                <a:lnTo>
                  <a:pt x="2828290" y="107315"/>
                </a:lnTo>
                <a:lnTo>
                  <a:pt x="2902115" y="29210"/>
                </a:lnTo>
                <a:lnTo>
                  <a:pt x="2916047" y="14478"/>
                </a:lnTo>
                <a:close/>
              </a:path>
            </a:pathLst>
          </a:custGeom>
          <a:solidFill>
            <a:srgbClr val="111F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 txBox="1"/>
          <p:nvPr/>
        </p:nvSpPr>
        <p:spPr>
          <a:xfrm>
            <a:off x="8834119" y="4017645"/>
            <a:ext cx="10052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bundle.css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0" name="object 6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1" name="object 6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59" name="object 59" descr=""/>
          <p:cNvSpPr txBox="1"/>
          <p:nvPr/>
        </p:nvSpPr>
        <p:spPr>
          <a:xfrm>
            <a:off x="9020936" y="5886094"/>
            <a:ext cx="87439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bundle.js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BUNDLING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505315" cy="33521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Additional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introduce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latency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Caching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strategies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help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subsequent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loads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Still,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including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stylesheet/scripts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impact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first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load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Bundling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widely-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adopted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performance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optimization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strategy</a:t>
            </a:r>
            <a:endParaRPr sz="2800">
              <a:latin typeface="Calibri"/>
              <a:cs typeface="Calibri"/>
            </a:endParaRPr>
          </a:p>
          <a:p>
            <a:pPr marL="240029" marR="206375" indent="-227329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Beware: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order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which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appended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bundle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matters!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BUNDLING:</a:t>
            </a:r>
            <a:r>
              <a:rPr dirty="0" spc="45"/>
              <a:t> </a:t>
            </a:r>
            <a:r>
              <a:rPr dirty="0" spc="-80"/>
              <a:t>‘HISTORICAL’</a:t>
            </a:r>
            <a:r>
              <a:rPr dirty="0" spc="45"/>
              <a:t> </a:t>
            </a:r>
            <a:r>
              <a:rPr dirty="0" spc="-20"/>
              <a:t>NOTE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914255" cy="211709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Before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modules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browsers,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modular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browsers</a:t>
            </a:r>
            <a:endParaRPr sz="2800">
              <a:latin typeface="Calibri"/>
              <a:cs typeface="Calibri"/>
            </a:endParaRPr>
          </a:p>
          <a:p>
            <a:pPr marL="240029" marR="37592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Bundlers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tools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like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Webpack,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Rollup,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Parcel)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took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care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concatenating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source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modules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could 	understand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0"/>
              <a:t>TREE</a:t>
            </a:r>
            <a:r>
              <a:rPr dirty="0" spc="-55"/>
              <a:t> </a:t>
            </a:r>
            <a:r>
              <a:rPr dirty="0" spc="-10"/>
              <a:t>SHAKING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44125" cy="45046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Bundlers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often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perform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Tree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Shaking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(i.e.,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dead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elimination)</a:t>
            </a:r>
            <a:endParaRPr sz="2800">
              <a:latin typeface="Calibri"/>
              <a:cs typeface="Calibri"/>
            </a:endParaRPr>
          </a:p>
          <a:p>
            <a:pPr marL="240029" marR="57531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often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functionality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modules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we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import</a:t>
            </a:r>
            <a:endParaRPr sz="2800">
              <a:latin typeface="Calibri"/>
              <a:cs typeface="Calibri"/>
            </a:endParaRPr>
          </a:p>
          <a:p>
            <a:pPr marL="240029" marR="27305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Modules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quite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large.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entire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large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module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distribute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pages,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use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functions,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ineffecient.</a:t>
            </a:r>
            <a:endParaRPr sz="2800">
              <a:latin typeface="Calibri"/>
              <a:cs typeface="Calibri"/>
            </a:endParaRPr>
          </a:p>
          <a:p>
            <a:pPr marL="240029" marR="471805" indent="-227329">
              <a:lnSpc>
                <a:spcPts val="302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Tree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Shaking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analyzes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imports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export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prune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unused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final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bundle</a:t>
            </a:r>
            <a:endParaRPr sz="2800">
              <a:latin typeface="Calibri"/>
              <a:cs typeface="Calibri"/>
            </a:endParaRPr>
          </a:p>
          <a:p>
            <a:pPr marL="240029" marR="255904" indent="-227329">
              <a:lnSpc>
                <a:spcPts val="302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significant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impact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bundle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size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thus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page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load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performance)!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0"/>
              <a:t>TREE</a:t>
            </a:r>
            <a:r>
              <a:rPr dirty="0" spc="-55"/>
              <a:t> </a:t>
            </a:r>
            <a:r>
              <a:rPr dirty="0" spc="-10"/>
              <a:t>SHAKING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046" y="2331466"/>
            <a:ext cx="10427716" cy="385165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730366" y="5826963"/>
            <a:ext cx="730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index.js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1671954" y="4567173"/>
            <a:ext cx="7486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Module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21858" y="4567173"/>
            <a:ext cx="7480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1150" marR="5080" indent="-29908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Module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772015" y="4567173"/>
            <a:ext cx="7486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2420" marR="5080" indent="-30035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Module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844544" y="2382392"/>
            <a:ext cx="5448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636134" y="2382392"/>
            <a:ext cx="5448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34202" y="2375738"/>
            <a:ext cx="5454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725793" y="2375738"/>
            <a:ext cx="5454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962812" y="2838576"/>
          <a:ext cx="10330815" cy="113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705"/>
                <a:gridCol w="791845"/>
                <a:gridCol w="1309370"/>
                <a:gridCol w="1276350"/>
                <a:gridCol w="1119504"/>
                <a:gridCol w="925829"/>
                <a:gridCol w="958850"/>
                <a:gridCol w="854709"/>
                <a:gridCol w="854709"/>
                <a:gridCol w="792479"/>
                <a:gridCol w="688340"/>
              </a:tblGrid>
              <a:tr h="394970">
                <a:tc>
                  <a:txBody>
                    <a:bodyPr/>
                    <a:lstStyle/>
                    <a:p>
                      <a:pPr algn="ctr" marR="96520">
                        <a:lnSpc>
                          <a:spcPts val="118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09270">
                        <a:lnSpc>
                          <a:spcPts val="118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66370">
                        <a:lnSpc>
                          <a:spcPts val="116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116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14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114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88315">
                <a:tc>
                  <a:txBody>
                    <a:bodyPr/>
                    <a:lstStyle/>
                    <a:p>
                      <a:pPr algn="ctr" marR="97155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35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3515"/>
                </a:tc>
                <a:tc>
                  <a:txBody>
                    <a:bodyPr/>
                    <a:lstStyle/>
                    <a:p>
                      <a:pPr algn="ctr" marR="509905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3515"/>
                </a:tc>
                <a:tc>
                  <a:txBody>
                    <a:bodyPr/>
                    <a:lstStyle/>
                    <a:p>
                      <a:pPr algn="ctr" marL="353060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653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35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3515"/>
                </a:tc>
                <a:tc>
                  <a:txBody>
                    <a:bodyPr/>
                    <a:lstStyle/>
                    <a:p>
                      <a:pPr algn="ctr" marL="165735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653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09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4635">
                <a:tc>
                  <a:txBody>
                    <a:bodyPr/>
                    <a:lstStyle/>
                    <a:p>
                      <a:pPr algn="ctr" marR="96520">
                        <a:lnSpc>
                          <a:spcPts val="191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09270">
                        <a:lnSpc>
                          <a:spcPts val="191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53695">
                        <a:lnSpc>
                          <a:spcPts val="186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66370">
                        <a:lnSpc>
                          <a:spcPts val="186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895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0"/>
              <a:t>TREE</a:t>
            </a:r>
            <a:r>
              <a:rPr dirty="0" spc="-55"/>
              <a:t> </a:t>
            </a:r>
            <a:r>
              <a:rPr dirty="0" spc="-10"/>
              <a:t>SHAKING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333" y="2128902"/>
            <a:ext cx="10544429" cy="405421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730366" y="5826963"/>
            <a:ext cx="730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index.js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71954" y="4567173"/>
            <a:ext cx="7486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Module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21858" y="4567173"/>
            <a:ext cx="7480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1150" marR="5080" indent="-29908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Module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772015" y="4567173"/>
            <a:ext cx="7486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2420" marR="5080" indent="-30035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Module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844544" y="2382392"/>
            <a:ext cx="5448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636134" y="2382392"/>
            <a:ext cx="5448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34202" y="2375738"/>
            <a:ext cx="5454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725793" y="2375738"/>
            <a:ext cx="5454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962812" y="2838576"/>
          <a:ext cx="10330815" cy="113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705"/>
                <a:gridCol w="791845"/>
                <a:gridCol w="1309370"/>
                <a:gridCol w="1276350"/>
                <a:gridCol w="1119504"/>
                <a:gridCol w="925829"/>
                <a:gridCol w="958850"/>
                <a:gridCol w="854709"/>
                <a:gridCol w="854709"/>
                <a:gridCol w="792479"/>
                <a:gridCol w="688340"/>
              </a:tblGrid>
              <a:tr h="394970">
                <a:tc>
                  <a:txBody>
                    <a:bodyPr/>
                    <a:lstStyle/>
                    <a:p>
                      <a:pPr algn="ctr" marR="96520">
                        <a:lnSpc>
                          <a:spcPts val="118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09270">
                        <a:lnSpc>
                          <a:spcPts val="118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66370">
                        <a:lnSpc>
                          <a:spcPts val="116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116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14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114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88315">
                <a:tc>
                  <a:txBody>
                    <a:bodyPr/>
                    <a:lstStyle/>
                    <a:p>
                      <a:pPr algn="ctr" marR="97155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35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3515"/>
                </a:tc>
                <a:tc>
                  <a:txBody>
                    <a:bodyPr/>
                    <a:lstStyle/>
                    <a:p>
                      <a:pPr algn="ctr" marR="509905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3515"/>
                </a:tc>
                <a:tc>
                  <a:txBody>
                    <a:bodyPr/>
                    <a:lstStyle/>
                    <a:p>
                      <a:pPr algn="ctr" marL="353060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653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351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3515"/>
                </a:tc>
                <a:tc>
                  <a:txBody>
                    <a:bodyPr/>
                    <a:lstStyle/>
                    <a:p>
                      <a:pPr algn="ctr" marL="165735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653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09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4635">
                <a:tc>
                  <a:txBody>
                    <a:bodyPr/>
                    <a:lstStyle/>
                    <a:p>
                      <a:pPr algn="ctr" marR="96520">
                        <a:lnSpc>
                          <a:spcPts val="191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09270">
                        <a:lnSpc>
                          <a:spcPts val="191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53695">
                        <a:lnSpc>
                          <a:spcPts val="186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66370">
                        <a:lnSpc>
                          <a:spcPts val="186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895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3" name="object 13" descr=""/>
          <p:cNvSpPr txBox="1"/>
          <p:nvPr/>
        </p:nvSpPr>
        <p:spPr>
          <a:xfrm>
            <a:off x="3629025" y="4399533"/>
            <a:ext cx="7359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3510" marR="5080" indent="-13144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Unused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616202" y="4054602"/>
            <a:ext cx="1924685" cy="697865"/>
          </a:xfrm>
          <a:custGeom>
            <a:avLst/>
            <a:gdLst/>
            <a:ahLst/>
            <a:cxnLst/>
            <a:rect l="l" t="t" r="r" b="b"/>
            <a:pathLst>
              <a:path w="1924685" h="697864">
                <a:moveTo>
                  <a:pt x="1924685" y="697357"/>
                </a:moveTo>
                <a:lnTo>
                  <a:pt x="0" y="0"/>
                </a:lnTo>
              </a:path>
            </a:pathLst>
          </a:custGeom>
          <a:ln w="19050">
            <a:solidFill>
              <a:srgbClr val="D70031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0"/>
              <a:t>TREE</a:t>
            </a:r>
            <a:r>
              <a:rPr dirty="0" spc="-55"/>
              <a:t> </a:t>
            </a:r>
            <a:r>
              <a:rPr dirty="0" spc="-10"/>
              <a:t>SHAKING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730" y="2331466"/>
            <a:ext cx="9908032" cy="385165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730366" y="5826963"/>
            <a:ext cx="730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index.js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1671954" y="4567173"/>
            <a:ext cx="7486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Module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21858" y="4567173"/>
            <a:ext cx="7480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1150" marR="5080" indent="-29908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Module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772015" y="4567173"/>
            <a:ext cx="7486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2420" marR="5080" indent="-30035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Module 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754632" y="2426614"/>
          <a:ext cx="9538970" cy="1549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070"/>
                <a:gridCol w="2329180"/>
                <a:gridCol w="2543810"/>
                <a:gridCol w="713104"/>
                <a:gridCol w="854075"/>
                <a:gridCol w="854075"/>
                <a:gridCol w="1478915"/>
              </a:tblGrid>
              <a:tr h="2819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140"/>
                        </a:lnSpc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22605">
                <a:tc>
                  <a:txBody>
                    <a:bodyPr/>
                    <a:lstStyle/>
                    <a:p>
                      <a:pPr algn="ctr" marR="9652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6520"/>
                </a:tc>
                <a:tc>
                  <a:txBody>
                    <a:bodyPr/>
                    <a:lstStyle/>
                    <a:p>
                      <a:pPr algn="ctr" marR="15303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65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048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398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3980"/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144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720"/>
                        </a:spcBef>
                        <a:tabLst>
                          <a:tab pos="927735" algn="l"/>
                        </a:tabLst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1440"/>
                </a:tc>
              </a:tr>
              <a:tr h="490220">
                <a:tc>
                  <a:txBody>
                    <a:bodyPr/>
                    <a:lstStyle/>
                    <a:p>
                      <a:pPr algn="ctr" marR="97155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5420"/>
                </a:tc>
                <a:tc>
                  <a:txBody>
                    <a:bodyPr/>
                    <a:lstStyle/>
                    <a:p>
                      <a:pPr algn="ctr" marR="153035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5420"/>
                </a:tc>
                <a:tc>
                  <a:txBody>
                    <a:bodyPr/>
                    <a:lstStyle/>
                    <a:p>
                      <a:pPr marL="167386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5420"/>
                </a:tc>
                <a:tc>
                  <a:txBody>
                    <a:bodyPr/>
                    <a:lstStyle/>
                    <a:p>
                      <a:pPr algn="ctr" marR="7048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84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82880"/>
                </a:tc>
              </a:tr>
              <a:tr h="254635">
                <a:tc>
                  <a:txBody>
                    <a:bodyPr/>
                    <a:lstStyle/>
                    <a:p>
                      <a:pPr algn="ctr" marR="96520">
                        <a:lnSpc>
                          <a:spcPts val="191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530350">
                        <a:lnSpc>
                          <a:spcPts val="191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42620">
                        <a:lnSpc>
                          <a:spcPts val="191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0485">
                        <a:lnSpc>
                          <a:spcPts val="186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ts val="1895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5"/>
              <a:t>MINIFICATION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240029" marR="10604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When</a:t>
            </a:r>
            <a:r>
              <a:rPr dirty="0" spc="-70"/>
              <a:t> </a:t>
            </a:r>
            <a:r>
              <a:rPr dirty="0"/>
              <a:t>humans</a:t>
            </a:r>
            <a:r>
              <a:rPr dirty="0" spc="-60"/>
              <a:t> </a:t>
            </a:r>
            <a:r>
              <a:rPr dirty="0"/>
              <a:t>write</a:t>
            </a:r>
            <a:r>
              <a:rPr dirty="0" spc="-85"/>
              <a:t> </a:t>
            </a:r>
            <a:r>
              <a:rPr dirty="0"/>
              <a:t>code,</a:t>
            </a:r>
            <a:r>
              <a:rPr dirty="0" spc="-85"/>
              <a:t> </a:t>
            </a:r>
            <a:r>
              <a:rPr dirty="0" spc="-10"/>
              <a:t>indentation</a:t>
            </a:r>
            <a:r>
              <a:rPr dirty="0" spc="-55"/>
              <a:t> </a:t>
            </a:r>
            <a:r>
              <a:rPr dirty="0" spc="-25"/>
              <a:t>and </a:t>
            </a:r>
            <a:r>
              <a:rPr dirty="0" spc="-25"/>
              <a:t>	</a:t>
            </a:r>
            <a:r>
              <a:rPr dirty="0"/>
              <a:t>proper</a:t>
            </a:r>
            <a:r>
              <a:rPr dirty="0" spc="-70"/>
              <a:t> </a:t>
            </a:r>
            <a:r>
              <a:rPr dirty="0"/>
              <a:t>variable</a:t>
            </a:r>
            <a:r>
              <a:rPr dirty="0" spc="-80"/>
              <a:t> </a:t>
            </a:r>
            <a:r>
              <a:rPr dirty="0"/>
              <a:t>names</a:t>
            </a:r>
            <a:r>
              <a:rPr dirty="0" spc="-75"/>
              <a:t> </a:t>
            </a:r>
            <a:r>
              <a:rPr dirty="0"/>
              <a:t>are</a:t>
            </a:r>
            <a:r>
              <a:rPr dirty="0" spc="-75"/>
              <a:t> </a:t>
            </a:r>
            <a:r>
              <a:rPr dirty="0" spc="-10" b="1">
                <a:latin typeface="Calibri"/>
                <a:cs typeface="Calibri"/>
              </a:rPr>
              <a:t>crucial</a:t>
            </a:r>
          </a:p>
          <a:p>
            <a:pPr lvl="1" marL="696595" indent="-227329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readability,</a:t>
            </a:r>
            <a:r>
              <a:rPr dirty="0" sz="2400" spc="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understandability,</a:t>
            </a:r>
            <a:r>
              <a:rPr dirty="0" sz="24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maintainability…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pc="-10"/>
              <a:t>Browsers</a:t>
            </a:r>
            <a:r>
              <a:rPr dirty="0" spc="-65"/>
              <a:t> </a:t>
            </a:r>
            <a:r>
              <a:rPr dirty="0"/>
              <a:t>don’t</a:t>
            </a:r>
            <a:r>
              <a:rPr dirty="0" spc="-65"/>
              <a:t> </a:t>
            </a:r>
            <a:r>
              <a:rPr dirty="0"/>
              <a:t>really</a:t>
            </a:r>
            <a:r>
              <a:rPr dirty="0" spc="-85"/>
              <a:t> </a:t>
            </a:r>
            <a:r>
              <a:rPr dirty="0"/>
              <a:t>need</a:t>
            </a:r>
            <a:r>
              <a:rPr dirty="0" spc="-75"/>
              <a:t> </a:t>
            </a:r>
            <a:r>
              <a:rPr dirty="0"/>
              <a:t>readable</a:t>
            </a:r>
            <a:r>
              <a:rPr dirty="0" spc="-90"/>
              <a:t> </a:t>
            </a:r>
            <a:r>
              <a:rPr dirty="0" spc="-20"/>
              <a:t>code</a:t>
            </a:r>
          </a:p>
          <a:p>
            <a:pPr marL="240029" indent="-227329">
              <a:lnSpc>
                <a:spcPts val="319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We</a:t>
            </a:r>
            <a:r>
              <a:rPr dirty="0" spc="-85"/>
              <a:t> </a:t>
            </a:r>
            <a:r>
              <a:rPr dirty="0"/>
              <a:t>could</a:t>
            </a:r>
            <a:r>
              <a:rPr dirty="0" spc="-65"/>
              <a:t> </a:t>
            </a:r>
            <a:r>
              <a:rPr dirty="0" spc="-10"/>
              <a:t>optimize</a:t>
            </a:r>
            <a:r>
              <a:rPr dirty="0" spc="-80"/>
              <a:t> </a:t>
            </a:r>
            <a:r>
              <a:rPr dirty="0"/>
              <a:t>file</a:t>
            </a:r>
            <a:r>
              <a:rPr dirty="0" spc="-85"/>
              <a:t> </a:t>
            </a:r>
            <a:r>
              <a:rPr dirty="0" spc="-10"/>
              <a:t>transfer</a:t>
            </a:r>
            <a:r>
              <a:rPr dirty="0" spc="-65"/>
              <a:t> </a:t>
            </a:r>
            <a:r>
              <a:rPr dirty="0"/>
              <a:t>by</a:t>
            </a:r>
            <a:r>
              <a:rPr dirty="0" spc="-75"/>
              <a:t> </a:t>
            </a:r>
            <a:r>
              <a:rPr dirty="0" spc="-10"/>
              <a:t>removing</a:t>
            </a:r>
          </a:p>
          <a:p>
            <a:pPr marL="241300" marR="6985">
              <a:lnSpc>
                <a:spcPts val="3020"/>
              </a:lnSpc>
              <a:spcBef>
                <a:spcPts val="215"/>
              </a:spcBef>
            </a:pPr>
            <a:r>
              <a:rPr dirty="0"/>
              <a:t>«unnecessary»</a:t>
            </a:r>
            <a:r>
              <a:rPr dirty="0" spc="-60"/>
              <a:t> </a:t>
            </a:r>
            <a:r>
              <a:rPr dirty="0" spc="-10"/>
              <a:t>whitespaces</a:t>
            </a:r>
            <a:r>
              <a:rPr dirty="0" spc="-90"/>
              <a:t> </a:t>
            </a:r>
            <a:r>
              <a:rPr dirty="0"/>
              <a:t>and</a:t>
            </a:r>
            <a:r>
              <a:rPr dirty="0" spc="-85"/>
              <a:t> </a:t>
            </a:r>
            <a:r>
              <a:rPr dirty="0" spc="-10"/>
              <a:t>shortening </a:t>
            </a:r>
            <a:r>
              <a:rPr dirty="0"/>
              <a:t>our</a:t>
            </a:r>
            <a:r>
              <a:rPr dirty="0" spc="-80"/>
              <a:t> </a:t>
            </a:r>
            <a:r>
              <a:rPr dirty="0"/>
              <a:t>source</a:t>
            </a:r>
            <a:r>
              <a:rPr dirty="0" spc="-70"/>
              <a:t> </a:t>
            </a:r>
            <a:r>
              <a:rPr dirty="0"/>
              <a:t>code</a:t>
            </a:r>
            <a:r>
              <a:rPr dirty="0" spc="-80"/>
              <a:t> </a:t>
            </a:r>
            <a:r>
              <a:rPr dirty="0"/>
              <a:t>without</a:t>
            </a:r>
            <a:r>
              <a:rPr dirty="0" spc="-65"/>
              <a:t> </a:t>
            </a:r>
            <a:r>
              <a:rPr dirty="0"/>
              <a:t>impacting</a:t>
            </a:r>
            <a:r>
              <a:rPr dirty="0" spc="-75"/>
              <a:t> </a:t>
            </a:r>
            <a:r>
              <a:rPr dirty="0" spc="-25"/>
              <a:t>its </a:t>
            </a:r>
            <a:r>
              <a:rPr dirty="0" spc="-10"/>
              <a:t>functionality</a:t>
            </a:r>
          </a:p>
          <a:p>
            <a:pPr marL="240029" marR="175260" indent="-227329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This</a:t>
            </a:r>
            <a:r>
              <a:rPr dirty="0" spc="-80"/>
              <a:t> </a:t>
            </a:r>
            <a:r>
              <a:rPr dirty="0"/>
              <a:t>process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60"/>
              <a:t> </a:t>
            </a:r>
            <a:r>
              <a:rPr dirty="0"/>
              <a:t>called</a:t>
            </a:r>
            <a:r>
              <a:rPr dirty="0" spc="-75"/>
              <a:t> </a:t>
            </a:r>
            <a:r>
              <a:rPr dirty="0" spc="-10" b="1">
                <a:latin typeface="Calibri"/>
                <a:cs typeface="Calibri"/>
              </a:rPr>
              <a:t>minification</a:t>
            </a:r>
            <a:r>
              <a:rPr dirty="0" spc="-10"/>
              <a:t>,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 spc="-25"/>
              <a:t>the </a:t>
            </a:r>
            <a:r>
              <a:rPr dirty="0" spc="-25"/>
              <a:t>	</a:t>
            </a:r>
            <a:r>
              <a:rPr dirty="0"/>
              <a:t>resulting</a:t>
            </a:r>
            <a:r>
              <a:rPr dirty="0" spc="-80"/>
              <a:t> </a:t>
            </a:r>
            <a:r>
              <a:rPr dirty="0" spc="-10"/>
              <a:t>compressed</a:t>
            </a:r>
            <a:r>
              <a:rPr dirty="0" spc="-75"/>
              <a:t> </a:t>
            </a:r>
            <a:r>
              <a:rPr dirty="0"/>
              <a:t>files</a:t>
            </a:r>
            <a:r>
              <a:rPr dirty="0" spc="-100"/>
              <a:t> </a:t>
            </a:r>
            <a:r>
              <a:rPr dirty="0"/>
              <a:t>are</a:t>
            </a:r>
            <a:r>
              <a:rPr dirty="0" spc="-110"/>
              <a:t> </a:t>
            </a:r>
            <a:r>
              <a:rPr dirty="0" spc="-10"/>
              <a:t>referred</a:t>
            </a:r>
            <a:r>
              <a:rPr dirty="0" spc="-95"/>
              <a:t> </a:t>
            </a:r>
            <a:r>
              <a:rPr dirty="0" spc="-25"/>
              <a:t>to </a:t>
            </a:r>
            <a:r>
              <a:rPr dirty="0" spc="-25"/>
              <a:t>	</a:t>
            </a:r>
            <a:r>
              <a:rPr dirty="0"/>
              <a:t>as</a:t>
            </a:r>
            <a:r>
              <a:rPr dirty="0" spc="-25"/>
              <a:t> </a:t>
            </a:r>
            <a:r>
              <a:rPr dirty="0" spc="-10" b="1">
                <a:latin typeface="Calibri"/>
                <a:cs typeface="Calibri"/>
              </a:rPr>
              <a:t>minified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1735835"/>
            <a:ext cx="3613404" cy="361187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003540" y="5366410"/>
            <a:ext cx="2999740" cy="517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Steamroller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«minifying»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code.</a:t>
            </a:r>
            <a:endParaRPr sz="18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30"/>
              </a:spcBef>
            </a:pPr>
            <a:r>
              <a:rPr dirty="0" sz="1400">
                <a:solidFill>
                  <a:srgbClr val="111F35"/>
                </a:solidFill>
                <a:latin typeface="Calibri"/>
                <a:cs typeface="Calibri"/>
              </a:rPr>
              <a:t>Image</a:t>
            </a:r>
            <a:r>
              <a:rPr dirty="0" sz="1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F35"/>
                </a:solidFill>
                <a:latin typeface="Calibri"/>
                <a:cs typeface="Calibri"/>
              </a:rPr>
              <a:t>generated</a:t>
            </a:r>
            <a:r>
              <a:rPr dirty="0" sz="1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1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11F35"/>
                </a:solidFill>
                <a:latin typeface="Calibri"/>
                <a:cs typeface="Calibri"/>
              </a:rPr>
              <a:t>DALL-</a:t>
            </a:r>
            <a:r>
              <a:rPr dirty="0" sz="1400">
                <a:solidFill>
                  <a:srgbClr val="111F35"/>
                </a:solidFill>
                <a:latin typeface="Calibri"/>
                <a:cs typeface="Calibri"/>
              </a:rPr>
              <a:t>E</a:t>
            </a:r>
            <a:r>
              <a:rPr dirty="0" sz="1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111F35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MINIFICATION:</a:t>
            </a:r>
            <a:r>
              <a:rPr dirty="0" spc="-150"/>
              <a:t> </a:t>
            </a:r>
            <a:r>
              <a:rPr dirty="0" spc="-2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492745" y="1533220"/>
            <a:ext cx="16605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188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Bytes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92745" y="4513922"/>
            <a:ext cx="3234690" cy="15614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123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Bytes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34,57%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compression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Saved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65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Bytes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1565147"/>
            <a:ext cx="6364605" cy="175577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msg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"Hello"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 marR="250317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name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msg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,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name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!`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2265" marR="121285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>
                <a:latin typeface="Consolas"/>
                <a:cs typeface="Consolas"/>
              </a:rPr>
              <a:t>(b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===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20">
                <a:latin typeface="Consolas"/>
                <a:cs typeface="Consolas"/>
              </a:rPr>
              <a:t>) </a:t>
            </a:r>
            <a:r>
              <a:rPr dirty="0" sz="1800">
                <a:latin typeface="Consolas"/>
                <a:cs typeface="Consolas"/>
              </a:rPr>
              <a:t>document.getElementById(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'msg'</a:t>
            </a:r>
            <a:r>
              <a:rPr dirty="0" sz="1800">
                <a:latin typeface="Consolas"/>
                <a:cs typeface="Consolas"/>
              </a:rPr>
              <a:t>).innerHTML</a:t>
            </a:r>
            <a:r>
              <a:rPr dirty="0" sz="1800" spc="-10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80">
                <a:latin typeface="Consolas"/>
                <a:cs typeface="Consolas"/>
              </a:rPr>
              <a:t> </a:t>
            </a:r>
            <a:r>
              <a:rPr dirty="0" sz="1800" spc="-20">
                <a:latin typeface="Consolas"/>
                <a:cs typeface="Consolas"/>
              </a:rPr>
              <a:t>str;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396" y="4611623"/>
            <a:ext cx="6364605" cy="92392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 marR="12128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msg=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"Hello"</a:t>
            </a:r>
            <a:r>
              <a:rPr dirty="0" sz="1800" spc="-10">
                <a:latin typeface="Consolas"/>
                <a:cs typeface="Consolas"/>
              </a:rPr>
              <a:t>,name=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"Web Technologies"</a:t>
            </a:r>
            <a:r>
              <a:rPr dirty="0" sz="1800" spc="-10">
                <a:latin typeface="Consolas"/>
                <a:cs typeface="Consolas"/>
              </a:rPr>
              <a:t>,str=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msg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,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name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!`</a:t>
            </a:r>
            <a:r>
              <a:rPr dirty="0" sz="1800" spc="-10">
                <a:latin typeface="Consolas"/>
                <a:cs typeface="Consolas"/>
              </a:rPr>
              <a:t>,b=!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 spc="-10">
                <a:latin typeface="Consolas"/>
                <a:cs typeface="Consolas"/>
              </a:rPr>
              <a:t>;!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 spc="-10">
                <a:latin typeface="Consolas"/>
                <a:cs typeface="Consolas"/>
              </a:rPr>
              <a:t>===b&amp;&amp; (document.getElementById(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"msg"</a:t>
            </a:r>
            <a:r>
              <a:rPr dirty="0" sz="1800" spc="-10">
                <a:latin typeface="Consolas"/>
                <a:cs typeface="Consolas"/>
              </a:rPr>
              <a:t>).innerHTML=str);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815841" y="3469894"/>
            <a:ext cx="497840" cy="991235"/>
            <a:chOff x="3815841" y="3469894"/>
            <a:chExt cx="497840" cy="991235"/>
          </a:xfrm>
        </p:grpSpPr>
        <p:sp>
          <p:nvSpPr>
            <p:cNvPr id="8" name="object 8" descr=""/>
            <p:cNvSpPr/>
            <p:nvPr/>
          </p:nvSpPr>
          <p:spPr>
            <a:xfrm>
              <a:off x="3822191" y="3476244"/>
              <a:ext cx="485140" cy="978535"/>
            </a:xfrm>
            <a:custGeom>
              <a:avLst/>
              <a:gdLst/>
              <a:ahLst/>
              <a:cxnLst/>
              <a:rect l="l" t="t" r="r" b="b"/>
              <a:pathLst>
                <a:path w="485139" h="978535">
                  <a:moveTo>
                    <a:pt x="363474" y="0"/>
                  </a:moveTo>
                  <a:lnTo>
                    <a:pt x="121158" y="0"/>
                  </a:lnTo>
                  <a:lnTo>
                    <a:pt x="121158" y="736091"/>
                  </a:lnTo>
                  <a:lnTo>
                    <a:pt x="0" y="736091"/>
                  </a:lnTo>
                  <a:lnTo>
                    <a:pt x="242316" y="978407"/>
                  </a:lnTo>
                  <a:lnTo>
                    <a:pt x="484632" y="736091"/>
                  </a:lnTo>
                  <a:lnTo>
                    <a:pt x="363474" y="736091"/>
                  </a:lnTo>
                  <a:lnTo>
                    <a:pt x="36347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822191" y="3476244"/>
              <a:ext cx="485140" cy="978535"/>
            </a:xfrm>
            <a:custGeom>
              <a:avLst/>
              <a:gdLst/>
              <a:ahLst/>
              <a:cxnLst/>
              <a:rect l="l" t="t" r="r" b="b"/>
              <a:pathLst>
                <a:path w="485139" h="978535">
                  <a:moveTo>
                    <a:pt x="0" y="736091"/>
                  </a:moveTo>
                  <a:lnTo>
                    <a:pt x="121158" y="736091"/>
                  </a:lnTo>
                  <a:lnTo>
                    <a:pt x="121158" y="0"/>
                  </a:lnTo>
                  <a:lnTo>
                    <a:pt x="363474" y="0"/>
                  </a:lnTo>
                  <a:lnTo>
                    <a:pt x="363474" y="736091"/>
                  </a:lnTo>
                  <a:lnTo>
                    <a:pt x="484632" y="736091"/>
                  </a:lnTo>
                  <a:lnTo>
                    <a:pt x="242316" y="978407"/>
                  </a:lnTo>
                  <a:lnTo>
                    <a:pt x="0" y="736091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MINIFICATION:</a:t>
            </a:r>
            <a:r>
              <a:rPr dirty="0" spc="-150"/>
              <a:t> </a:t>
            </a:r>
            <a:r>
              <a:rPr dirty="0" spc="-40"/>
              <a:t>EXAMPLES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196705" cy="4542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effects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minification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greater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larger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source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Clr>
                <a:srgbClr val="111F3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u="sng" sz="280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React</a:t>
            </a:r>
            <a:r>
              <a:rPr dirty="0" sz="2800" spc="-85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18.2.0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weights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~85kB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minified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React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library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weights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~25kB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Compression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rate: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~70%,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saving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~60kB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transfer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size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111F35"/>
              </a:buClr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Clr>
                <a:srgbClr val="111F35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u="sng" sz="280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Moment.js</a:t>
            </a:r>
            <a:r>
              <a:rPr dirty="0" sz="2800" spc="-90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2.29.4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weights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~151kB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minified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version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weights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~75kB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Compression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rate: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~50%,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saving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~76kB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transfer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size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2675966"/>
            <a:ext cx="10147935" cy="1416050"/>
          </a:xfrm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50"/>
              </a:spcBef>
            </a:pPr>
            <a:r>
              <a:rPr dirty="0" sz="4800"/>
              <a:t>DEVELOPMENT</a:t>
            </a:r>
            <a:r>
              <a:rPr dirty="0" sz="4800" spc="-165"/>
              <a:t> </a:t>
            </a:r>
            <a:r>
              <a:rPr dirty="0" sz="4800" spc="170"/>
              <a:t>AND</a:t>
            </a:r>
            <a:r>
              <a:rPr dirty="0" sz="4800" spc="-150"/>
              <a:t> </a:t>
            </a:r>
            <a:r>
              <a:rPr dirty="0" sz="4800" spc="-65"/>
              <a:t>BUILD</a:t>
            </a:r>
            <a:r>
              <a:rPr dirty="0" sz="4800" spc="-165"/>
              <a:t> </a:t>
            </a:r>
            <a:r>
              <a:rPr dirty="0" sz="4800" spc="-300"/>
              <a:t>WITH </a:t>
            </a:r>
            <a:r>
              <a:rPr dirty="0" sz="4800" spc="-280"/>
              <a:t>VITE</a:t>
            </a:r>
            <a:endParaRPr sz="4800"/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10274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VITE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3823"/>
            <a:ext cx="6957059" cy="3395979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Pronounced</a:t>
            </a:r>
            <a:r>
              <a:rPr dirty="0" sz="2800" spc="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Times New Roman"/>
                <a:cs typeface="Times New Roman"/>
              </a:rPr>
              <a:t>/vit/</a:t>
            </a:r>
            <a:r>
              <a:rPr dirty="0" sz="2800" spc="-229" b="1">
                <a:solidFill>
                  <a:srgbClr val="111F35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(like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«veet»)</a:t>
            </a:r>
            <a:endParaRPr sz="2800">
              <a:latin typeface="Calibri"/>
              <a:cs typeface="Calibri"/>
            </a:endParaRPr>
          </a:p>
          <a:p>
            <a:pPr marL="240029" marR="992505" indent="-227329">
              <a:lnSpc>
                <a:spcPts val="3020"/>
              </a:lnSpc>
              <a:spcBef>
                <a:spcPts val="10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tool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developers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in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deploying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their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projects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800" spc="-1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key</a:t>
            </a:r>
            <a:r>
              <a:rPr dirty="0" sz="2800" spc="-1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components:</a:t>
            </a:r>
            <a:endParaRPr sz="28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57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development</a:t>
            </a:r>
            <a:r>
              <a:rPr dirty="0" sz="24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r>
              <a:rPr dirty="0" sz="24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number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advanced 	features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streamline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development</a:t>
            </a:r>
            <a:endParaRPr sz="2400">
              <a:latin typeface="Calibri"/>
              <a:cs typeface="Calibri"/>
            </a:endParaRPr>
          </a:p>
          <a:p>
            <a:pPr lvl="1" marL="696595" marR="778510" indent="-227329">
              <a:lnSpc>
                <a:spcPts val="2590"/>
              </a:lnSpc>
              <a:spcBef>
                <a:spcPts val="49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build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tool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create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highly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optimized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static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assets,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ready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production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6643" y="76197"/>
            <a:ext cx="5515356" cy="678179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CREATING</a:t>
            </a:r>
            <a:r>
              <a:rPr dirty="0" spc="-65"/>
              <a:t> </a:t>
            </a:r>
            <a:r>
              <a:rPr dirty="0" spc="120"/>
              <a:t>A</a:t>
            </a:r>
            <a:r>
              <a:rPr dirty="0" spc="-75"/>
              <a:t> </a:t>
            </a:r>
            <a:r>
              <a:rPr dirty="0" spc="-155"/>
              <a:t>VITE</a:t>
            </a:r>
            <a:r>
              <a:rPr dirty="0" spc="-75"/>
              <a:t> </a:t>
            </a:r>
            <a:r>
              <a:rPr dirty="0" spc="-70"/>
              <a:t>PROJECT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74750" y="1581482"/>
            <a:ext cx="7395845" cy="359727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4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D/O/T/W/2/e/tooling/vite</a:t>
            </a:r>
            <a:r>
              <a:rPr dirty="0" sz="1800" spc="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6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npm</a:t>
            </a:r>
            <a:r>
              <a:rPr dirty="0" sz="1800" spc="-5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create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vite@latest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√</a:t>
            </a:r>
            <a:r>
              <a:rPr dirty="0" sz="1800" spc="-2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Project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name: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...</a:t>
            </a:r>
            <a:r>
              <a:rPr dirty="0" sz="1800" spc="-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hello-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vite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?</a:t>
            </a:r>
            <a:r>
              <a:rPr dirty="0" sz="1800" spc="-35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Select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framework: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» -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Use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arrow-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keys.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Return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submit.</a:t>
            </a:r>
            <a:endParaRPr sz="1800">
              <a:latin typeface="Consolas"/>
              <a:cs typeface="Consolas"/>
            </a:endParaRPr>
          </a:p>
          <a:p>
            <a:pPr marL="499745" marR="6009005" indent="-500380">
              <a:lnSpc>
                <a:spcPct val="100000"/>
              </a:lnSpc>
              <a:tabLst>
                <a:tab pos="499745" algn="l"/>
              </a:tabLst>
            </a:pP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&gt;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	</a:t>
            </a:r>
            <a:r>
              <a:rPr dirty="0" sz="1800" spc="-10">
                <a:solidFill>
                  <a:srgbClr val="F1CD5D"/>
                </a:solidFill>
                <a:latin typeface="Consolas"/>
                <a:cs typeface="Consolas"/>
              </a:rPr>
              <a:t>Vanilla 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Vue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React Preact 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Lit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Svelte Solid 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Qwik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Others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74750" y="1581482"/>
            <a:ext cx="7372350" cy="195072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4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D/O/T/W/2/e/tooling/vite</a:t>
            </a:r>
            <a:r>
              <a:rPr dirty="0" sz="1800" spc="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6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npm</a:t>
            </a:r>
            <a:r>
              <a:rPr dirty="0" sz="1800" spc="-5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create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vite@latest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√</a:t>
            </a:r>
            <a:r>
              <a:rPr dirty="0" sz="1800" spc="-2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Project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name: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...</a:t>
            </a:r>
            <a:r>
              <a:rPr dirty="0" sz="1800" spc="-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hello-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vite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√</a:t>
            </a:r>
            <a:r>
              <a:rPr dirty="0" sz="1800" spc="-25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Select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framework: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»</a:t>
            </a:r>
            <a:r>
              <a:rPr dirty="0" sz="1800" spc="-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8C27B"/>
                </a:solidFill>
                <a:latin typeface="Consolas"/>
                <a:cs typeface="Consolas"/>
              </a:rPr>
              <a:t>Vanilla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?</a:t>
            </a:r>
            <a:r>
              <a:rPr dirty="0" sz="1800" spc="-3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Select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variant: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»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-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Use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arrow-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keys.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Return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submit.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499745" algn="l"/>
              </a:tabLst>
            </a:pP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&gt;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	</a:t>
            </a:r>
            <a:r>
              <a:rPr dirty="0" sz="1800" spc="-10">
                <a:solidFill>
                  <a:srgbClr val="55B6C2"/>
                </a:solidFill>
                <a:latin typeface="Consolas"/>
                <a:cs typeface="Consolas"/>
              </a:rPr>
              <a:t>TypeScript</a:t>
            </a:r>
            <a:endParaRPr sz="1800">
              <a:latin typeface="Consolas"/>
              <a:cs typeface="Consolas"/>
            </a:endParaRPr>
          </a:p>
          <a:p>
            <a:pPr marL="499745">
              <a:lnSpc>
                <a:spcPct val="100000"/>
              </a:lnSpc>
            </a:pPr>
            <a:r>
              <a:rPr dirty="0" sz="1800" spc="-10">
                <a:solidFill>
                  <a:srgbClr val="E8C27B"/>
                </a:solidFill>
                <a:latin typeface="Consolas"/>
                <a:cs typeface="Consolas"/>
              </a:rPr>
              <a:t>JavaScript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1565147"/>
            <a:ext cx="10427335" cy="3971925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429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4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D/O/T/W/2/e/tooling/vite</a:t>
            </a:r>
            <a:r>
              <a:rPr dirty="0" sz="1800" spc="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6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npm</a:t>
            </a:r>
            <a:r>
              <a:rPr dirty="0" sz="1800" spc="-5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create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vite@latest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√</a:t>
            </a:r>
            <a:r>
              <a:rPr dirty="0" sz="1800" spc="-2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Project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name: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...</a:t>
            </a:r>
            <a:r>
              <a:rPr dirty="0" sz="1800" spc="-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hello-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vite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√</a:t>
            </a:r>
            <a:r>
              <a:rPr dirty="0" sz="1800" spc="-25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Select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framework: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»</a:t>
            </a:r>
            <a:r>
              <a:rPr dirty="0" sz="1800" spc="-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8C27B"/>
                </a:solidFill>
                <a:latin typeface="Consolas"/>
                <a:cs typeface="Consolas"/>
              </a:rPr>
              <a:t>Vanilla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√</a:t>
            </a:r>
            <a:r>
              <a:rPr dirty="0" sz="1800" spc="-35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Select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variant: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»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55B6C2"/>
                </a:solidFill>
                <a:latin typeface="Consolas"/>
                <a:cs typeface="Consolas"/>
              </a:rPr>
              <a:t>TypeScript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Scaffolding</a:t>
            </a:r>
            <a:r>
              <a:rPr dirty="0" sz="1800" spc="-5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project</a:t>
            </a:r>
            <a:r>
              <a:rPr dirty="0" sz="18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dirty="0" sz="18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D/O/T/W/2/e/tooling/vite...</a:t>
            </a:r>
            <a:endParaRPr sz="1800">
              <a:latin typeface="Consolas"/>
              <a:cs typeface="Consolas"/>
            </a:endParaRPr>
          </a:p>
          <a:p>
            <a:pPr marL="342265" marR="8447405" indent="-250190">
              <a:lnSpc>
                <a:spcPct val="2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Done.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Now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run: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cd</a:t>
            </a:r>
            <a:r>
              <a:rPr dirty="0" sz="1800" spc="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hello-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vite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npm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install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npm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run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dev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LET’S</a:t>
            </a:r>
            <a:r>
              <a:rPr dirty="0" spc="-80"/>
              <a:t> </a:t>
            </a:r>
            <a:r>
              <a:rPr dirty="0"/>
              <a:t>TAKE</a:t>
            </a:r>
            <a:r>
              <a:rPr dirty="0" spc="-70"/>
              <a:t> </a:t>
            </a:r>
            <a:r>
              <a:rPr dirty="0" spc="120"/>
              <a:t>A</a:t>
            </a:r>
            <a:r>
              <a:rPr dirty="0" spc="-60"/>
              <a:t> </a:t>
            </a:r>
            <a:r>
              <a:rPr dirty="0" spc="120"/>
              <a:t>LOOK</a:t>
            </a:r>
            <a:r>
              <a:rPr dirty="0" spc="-55"/>
              <a:t> </a:t>
            </a:r>
            <a:r>
              <a:rPr dirty="0"/>
              <a:t>AT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90"/>
              <a:t> </a:t>
            </a:r>
            <a:r>
              <a:rPr dirty="0" spc="-10"/>
              <a:t>SCAFFOLDING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b="1">
                <a:latin typeface="Calibri"/>
                <a:cs typeface="Calibri"/>
              </a:rPr>
              <a:t>dev</a:t>
            </a:r>
            <a:r>
              <a:rPr dirty="0" spc="-50" b="1">
                <a:latin typeface="Calibri"/>
                <a:cs typeface="Calibri"/>
              </a:rPr>
              <a:t> </a:t>
            </a:r>
            <a:r>
              <a:rPr dirty="0"/>
              <a:t>starts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dev</a:t>
            </a:r>
            <a:r>
              <a:rPr dirty="0" spc="-60"/>
              <a:t> </a:t>
            </a:r>
            <a:r>
              <a:rPr dirty="0" spc="-10"/>
              <a:t>server.</a:t>
            </a:r>
          </a:p>
          <a:p>
            <a:pPr marL="469900" marR="86995">
              <a:lnSpc>
                <a:spcPts val="2590"/>
              </a:lnSpc>
              <a:spcBef>
                <a:spcPts val="575"/>
              </a:spcBef>
            </a:pPr>
            <a:r>
              <a:rPr dirty="0" sz="2400"/>
              <a:t>Vite</a:t>
            </a:r>
            <a:r>
              <a:rPr dirty="0" sz="2400" spc="-45"/>
              <a:t> </a:t>
            </a:r>
            <a:r>
              <a:rPr dirty="0" sz="2400" spc="-10"/>
              <a:t>watches</a:t>
            </a:r>
            <a:r>
              <a:rPr dirty="0" sz="2400" spc="-75"/>
              <a:t> </a:t>
            </a:r>
            <a:r>
              <a:rPr dirty="0" sz="2400"/>
              <a:t>for</a:t>
            </a:r>
            <a:r>
              <a:rPr dirty="0" sz="2400" spc="-55"/>
              <a:t> </a:t>
            </a:r>
            <a:r>
              <a:rPr dirty="0" sz="2400"/>
              <a:t>changes</a:t>
            </a:r>
            <a:r>
              <a:rPr dirty="0" sz="2400" spc="-55"/>
              <a:t> </a:t>
            </a:r>
            <a:r>
              <a:rPr dirty="0" sz="2400"/>
              <a:t>to</a:t>
            </a:r>
            <a:r>
              <a:rPr dirty="0" sz="2400" spc="-55"/>
              <a:t> </a:t>
            </a:r>
            <a:r>
              <a:rPr dirty="0" sz="2400" spc="-25"/>
              <a:t>the </a:t>
            </a:r>
            <a:r>
              <a:rPr dirty="0" sz="2400"/>
              <a:t>source</a:t>
            </a:r>
            <a:r>
              <a:rPr dirty="0" sz="2400" spc="-60"/>
              <a:t> </a:t>
            </a:r>
            <a:r>
              <a:rPr dirty="0" sz="2400"/>
              <a:t>files,</a:t>
            </a:r>
            <a:r>
              <a:rPr dirty="0" sz="2400" spc="-60"/>
              <a:t> </a:t>
            </a:r>
            <a:r>
              <a:rPr dirty="0" sz="2400"/>
              <a:t>and</a:t>
            </a:r>
            <a:r>
              <a:rPr dirty="0" sz="2400" spc="-70"/>
              <a:t> </a:t>
            </a:r>
            <a:r>
              <a:rPr dirty="0" sz="2400" spc="-10"/>
              <a:t>automatically </a:t>
            </a:r>
            <a:r>
              <a:rPr dirty="0" sz="2400"/>
              <a:t>reloads</a:t>
            </a:r>
            <a:r>
              <a:rPr dirty="0" sz="2400" spc="-70"/>
              <a:t> </a:t>
            </a:r>
            <a:r>
              <a:rPr dirty="0" sz="2400"/>
              <a:t>the</a:t>
            </a:r>
            <a:r>
              <a:rPr dirty="0" sz="2400" spc="-65"/>
              <a:t> </a:t>
            </a:r>
            <a:r>
              <a:rPr dirty="0" sz="2400"/>
              <a:t>web</a:t>
            </a:r>
            <a:r>
              <a:rPr dirty="0" sz="2400" spc="-70"/>
              <a:t> </a:t>
            </a:r>
            <a:r>
              <a:rPr dirty="0" sz="2400"/>
              <a:t>app</a:t>
            </a:r>
            <a:r>
              <a:rPr dirty="0" sz="2400" spc="-70"/>
              <a:t> </a:t>
            </a:r>
            <a:r>
              <a:rPr dirty="0" sz="2400" spc="-20"/>
              <a:t>when </a:t>
            </a:r>
            <a:r>
              <a:rPr dirty="0" sz="2400"/>
              <a:t>necessary</a:t>
            </a:r>
            <a:r>
              <a:rPr dirty="0" sz="2400" spc="-65"/>
              <a:t> </a:t>
            </a:r>
            <a:r>
              <a:rPr dirty="0" sz="2400"/>
              <a:t>(live</a:t>
            </a:r>
            <a:r>
              <a:rPr dirty="0" sz="2400" spc="-55"/>
              <a:t> </a:t>
            </a:r>
            <a:r>
              <a:rPr dirty="0" sz="2400" spc="-10"/>
              <a:t>reload).</a:t>
            </a:r>
            <a:endParaRPr sz="2400"/>
          </a:p>
          <a:p>
            <a:pPr marL="240029" marR="5080" indent="-227329">
              <a:lnSpc>
                <a:spcPts val="302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b="1">
                <a:latin typeface="Calibri"/>
                <a:cs typeface="Calibri"/>
              </a:rPr>
              <a:t>build</a:t>
            </a:r>
            <a:r>
              <a:rPr dirty="0" spc="-50" b="1">
                <a:latin typeface="Calibri"/>
                <a:cs typeface="Calibri"/>
              </a:rPr>
              <a:t> </a:t>
            </a:r>
            <a:r>
              <a:rPr dirty="0" spc="-10"/>
              <a:t>generates</a:t>
            </a:r>
            <a:r>
              <a:rPr dirty="0" spc="-70"/>
              <a:t> </a:t>
            </a:r>
            <a:r>
              <a:rPr dirty="0"/>
              <a:t>an</a:t>
            </a:r>
            <a:r>
              <a:rPr dirty="0" spc="-50"/>
              <a:t> </a:t>
            </a:r>
            <a:r>
              <a:rPr dirty="0" spc="-10"/>
              <a:t>optimized </a:t>
            </a:r>
            <a:r>
              <a:rPr dirty="0" spc="-10"/>
              <a:t>	</a:t>
            </a:r>
            <a:r>
              <a:rPr dirty="0"/>
              <a:t>bundle,</a:t>
            </a:r>
            <a:r>
              <a:rPr dirty="0" spc="-40"/>
              <a:t> </a:t>
            </a:r>
            <a:r>
              <a:rPr dirty="0"/>
              <a:t>ready</a:t>
            </a:r>
            <a:r>
              <a:rPr dirty="0" spc="-85"/>
              <a:t> </a:t>
            </a:r>
            <a:r>
              <a:rPr dirty="0"/>
              <a:t>for</a:t>
            </a:r>
            <a:r>
              <a:rPr dirty="0" spc="-65"/>
              <a:t> </a:t>
            </a:r>
            <a:r>
              <a:rPr dirty="0" spc="-10"/>
              <a:t>production</a:t>
            </a:r>
          </a:p>
          <a:p>
            <a:pPr marL="240029" marR="354965" indent="-227329">
              <a:lnSpc>
                <a:spcPct val="900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b="1">
                <a:latin typeface="Calibri"/>
                <a:cs typeface="Calibri"/>
              </a:rPr>
              <a:t>preview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/>
              <a:t>is</a:t>
            </a:r>
            <a:r>
              <a:rPr dirty="0" spc="-65"/>
              <a:t> </a:t>
            </a:r>
            <a:r>
              <a:rPr dirty="0"/>
              <a:t>a</a:t>
            </a:r>
            <a:r>
              <a:rPr dirty="0" spc="-85"/>
              <a:t> </a:t>
            </a:r>
            <a:r>
              <a:rPr dirty="0"/>
              <a:t>simple</a:t>
            </a:r>
            <a:r>
              <a:rPr dirty="0" spc="-60"/>
              <a:t> </a:t>
            </a:r>
            <a:r>
              <a:rPr dirty="0" spc="-10"/>
              <a:t>static </a:t>
            </a:r>
            <a:r>
              <a:rPr dirty="0" spc="-10"/>
              <a:t>	</a:t>
            </a:r>
            <a:r>
              <a:rPr dirty="0" spc="-25"/>
              <a:t>server,</a:t>
            </a:r>
            <a:r>
              <a:rPr dirty="0" spc="-65"/>
              <a:t> </a:t>
            </a:r>
            <a:r>
              <a:rPr dirty="0"/>
              <a:t>serving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 spc="-10"/>
              <a:t>files 	generated</a:t>
            </a:r>
            <a:r>
              <a:rPr dirty="0" spc="-75"/>
              <a:t> </a:t>
            </a:r>
            <a:r>
              <a:rPr dirty="0"/>
              <a:t>during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 spc="-10"/>
              <a:t>build 	phase.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1748027"/>
            <a:ext cx="5213985" cy="424751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 marR="2230120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"name"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"hello-vite"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"private"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"version"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"0.0.0"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2265" marR="2731770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"type"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"module"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"scripts"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"dev"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"vite"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591820" marR="975994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"build"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"tsc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&amp;&amp;</a:t>
            </a:r>
            <a:r>
              <a:rPr dirty="0" sz="1800" spc="-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vite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build"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"preview"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"vite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preview"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},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"devDependencies"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8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"typescript"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"^5.2.2"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"vite"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"^5.0.8"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LET’S</a:t>
            </a:r>
            <a:r>
              <a:rPr dirty="0" spc="-80"/>
              <a:t> </a:t>
            </a:r>
            <a:r>
              <a:rPr dirty="0"/>
              <a:t>TAKE</a:t>
            </a:r>
            <a:r>
              <a:rPr dirty="0" spc="-70"/>
              <a:t> </a:t>
            </a:r>
            <a:r>
              <a:rPr dirty="0" spc="120"/>
              <a:t>A</a:t>
            </a:r>
            <a:r>
              <a:rPr dirty="0" spc="-60"/>
              <a:t> </a:t>
            </a:r>
            <a:r>
              <a:rPr dirty="0" spc="120"/>
              <a:t>LOOK</a:t>
            </a:r>
            <a:r>
              <a:rPr dirty="0" spc="-55"/>
              <a:t> </a:t>
            </a:r>
            <a:r>
              <a:rPr dirty="0"/>
              <a:t>AT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90"/>
              <a:t> </a:t>
            </a:r>
            <a:r>
              <a:rPr dirty="0" spc="-10"/>
              <a:t>SCAFFOLDING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5059680" cy="3395979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Let’s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take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look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scaffolding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Live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demo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time!</a:t>
            </a:r>
            <a:endParaRPr sz="2800">
              <a:latin typeface="Calibri"/>
              <a:cs typeface="Calibri"/>
            </a:endParaRPr>
          </a:p>
          <a:p>
            <a:pPr marL="240029" marR="38100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lecturer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able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actually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server,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meaningful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improvement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build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whole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again?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0295" y="1577339"/>
            <a:ext cx="4369308" cy="458724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STARTING</a:t>
            </a:r>
            <a:r>
              <a:rPr dirty="0" spc="-145"/>
              <a:t> </a:t>
            </a:r>
            <a:r>
              <a:rPr dirty="0"/>
              <a:t>THE</a:t>
            </a:r>
            <a:r>
              <a:rPr dirty="0" spc="-130"/>
              <a:t> </a:t>
            </a:r>
            <a:r>
              <a:rPr dirty="0"/>
              <a:t>DEV</a:t>
            </a:r>
            <a:r>
              <a:rPr dirty="0" spc="-130"/>
              <a:t> </a:t>
            </a:r>
            <a:r>
              <a:rPr dirty="0" spc="-114"/>
              <a:t>SERVER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65147"/>
            <a:ext cx="10427335" cy="4525010"/>
          </a:xfrm>
          <a:custGeom>
            <a:avLst/>
            <a:gdLst/>
            <a:ahLst/>
            <a:cxnLst/>
            <a:rect l="l" t="t" r="r" b="b"/>
            <a:pathLst>
              <a:path w="10427335" h="4525010">
                <a:moveTo>
                  <a:pt x="10427208" y="0"/>
                </a:moveTo>
                <a:lnTo>
                  <a:pt x="0" y="0"/>
                </a:lnTo>
                <a:lnTo>
                  <a:pt x="0" y="4524756"/>
                </a:lnTo>
                <a:lnTo>
                  <a:pt x="10427208" y="4524756"/>
                </a:lnTo>
                <a:lnTo>
                  <a:pt x="10427208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586865"/>
            <a:ext cx="6645909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4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4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D/O/T/W/2/e/tooling/vite</a:t>
            </a:r>
            <a:r>
              <a:rPr dirty="0" sz="1800" spc="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6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cd</a:t>
            </a:r>
            <a:r>
              <a:rPr dirty="0" sz="1800" spc="-4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.\hello-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vite\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1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7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D/O/T/W/2/e/t/v/hello-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vite</a:t>
            </a:r>
            <a:r>
              <a:rPr dirty="0" sz="1800" spc="3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npm</a:t>
            </a:r>
            <a:r>
              <a:rPr dirty="0" sz="1800" spc="-1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install</a:t>
            </a:r>
            <a:endParaRPr sz="1800">
              <a:latin typeface="Consolas"/>
              <a:cs typeface="Consolas"/>
            </a:endParaRPr>
          </a:p>
          <a:p>
            <a:pPr marL="12700" marR="376555">
              <a:lnSpc>
                <a:spcPts val="4330"/>
              </a:lnSpc>
              <a:spcBef>
                <a:spcPts val="484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added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10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packages,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audited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11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packages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10s </a:t>
            </a: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1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7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D/O/T/W/2/e/t/v/hello-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vite</a:t>
            </a:r>
            <a:r>
              <a:rPr dirty="0" sz="1800" spc="3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npm</a:t>
            </a:r>
            <a:r>
              <a:rPr dirty="0" sz="1800" spc="-1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run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dev</a:t>
            </a:r>
            <a:endParaRPr sz="1800">
              <a:latin typeface="Consolas"/>
              <a:cs typeface="Consolas"/>
            </a:endParaRPr>
          </a:p>
          <a:p>
            <a:pPr marL="261620" indent="-248920">
              <a:lnSpc>
                <a:spcPct val="100000"/>
              </a:lnSpc>
              <a:spcBef>
                <a:spcPts val="1645"/>
              </a:spcBef>
              <a:buChar char="&gt;"/>
              <a:tabLst>
                <a:tab pos="261620" algn="l"/>
              </a:tabLst>
            </a:pP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  <a:hlinkClick r:id="rId2"/>
              </a:rPr>
              <a:t>hello-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  <a:hlinkClick r:id="rId2"/>
              </a:rPr>
              <a:t>vite@0.0.0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dev</a:t>
            </a:r>
            <a:endParaRPr sz="1800">
              <a:latin typeface="Consolas"/>
              <a:cs typeface="Consolas"/>
            </a:endParaRPr>
          </a:p>
          <a:p>
            <a:pPr marL="261620" indent="-248920">
              <a:lnSpc>
                <a:spcPct val="100000"/>
              </a:lnSpc>
              <a:buChar char="&gt;"/>
              <a:tabLst>
                <a:tab pos="261620" algn="l"/>
              </a:tabLst>
            </a:pP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vite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FFFFF"/>
              </a:buClr>
              <a:buFont typeface="Consolas"/>
              <a:buChar char="&gt;"/>
            </a:pP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  <a:tabLst>
                <a:tab pos="2016125" algn="l"/>
              </a:tabLst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VITE</a:t>
            </a:r>
            <a:r>
              <a:rPr dirty="0" sz="1800" spc="-25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61EB8A"/>
                </a:solidFill>
                <a:latin typeface="Consolas"/>
                <a:cs typeface="Consolas"/>
              </a:rPr>
              <a:t>v5.0.10</a:t>
            </a: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	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ready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781 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ms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800">
              <a:latin typeface="Consolas"/>
              <a:cs typeface="Consolas"/>
            </a:endParaRPr>
          </a:p>
          <a:p>
            <a:pPr lvl="1" marL="742315" indent="-478155">
              <a:lnSpc>
                <a:spcPct val="100000"/>
              </a:lnSpc>
              <a:buClr>
                <a:srgbClr val="61EB8A"/>
              </a:buClr>
              <a:buFont typeface="Segoe UI Symbol"/>
              <a:buChar char="➜"/>
              <a:tabLst>
                <a:tab pos="742315" algn="l"/>
                <a:tab pos="1871345" algn="l"/>
              </a:tabLst>
            </a:pP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Local: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	</a:t>
            </a:r>
            <a:r>
              <a:rPr dirty="0" sz="1800" spc="-10">
                <a:solidFill>
                  <a:srgbClr val="55B6C2"/>
                </a:solidFill>
                <a:latin typeface="Consolas"/>
                <a:cs typeface="Consolas"/>
                <a:hlinkClick r:id="rId3"/>
              </a:rPr>
              <a:t>http://localhost:5173/</a:t>
            </a:r>
            <a:endParaRPr sz="1800">
              <a:latin typeface="Consolas"/>
              <a:cs typeface="Consolas"/>
            </a:endParaRPr>
          </a:p>
          <a:p>
            <a:pPr lvl="1" marL="742315" indent="-478155">
              <a:lnSpc>
                <a:spcPct val="100000"/>
              </a:lnSpc>
              <a:buFont typeface="Segoe UI Symbol"/>
              <a:buChar char="➜"/>
              <a:tabLst>
                <a:tab pos="742315" algn="l"/>
              </a:tabLst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Network: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use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--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host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expose</a:t>
            </a:r>
            <a:endParaRPr sz="1800">
              <a:latin typeface="Consolas"/>
              <a:cs typeface="Consolas"/>
            </a:endParaRPr>
          </a:p>
          <a:p>
            <a:pPr lvl="1" marL="742315" indent="-478155">
              <a:lnSpc>
                <a:spcPct val="100000"/>
              </a:lnSpc>
              <a:buFont typeface="Segoe UI Symbol"/>
              <a:buChar char="➜"/>
              <a:tabLst>
                <a:tab pos="742315" algn="l"/>
              </a:tabLst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press</a:t>
            </a:r>
            <a:r>
              <a:rPr dirty="0" sz="1800" spc="-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h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+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enter</a:t>
            </a:r>
            <a:r>
              <a:rPr dirty="0" sz="1800" spc="-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show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help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STARTING</a:t>
            </a:r>
            <a:r>
              <a:rPr dirty="0" spc="-145"/>
              <a:t> </a:t>
            </a:r>
            <a:r>
              <a:rPr dirty="0"/>
              <a:t>THE</a:t>
            </a:r>
            <a:r>
              <a:rPr dirty="0" spc="-130"/>
              <a:t> </a:t>
            </a:r>
            <a:r>
              <a:rPr dirty="0"/>
              <a:t>DEV</a:t>
            </a:r>
            <a:r>
              <a:rPr dirty="0" spc="-130"/>
              <a:t> </a:t>
            </a:r>
            <a:r>
              <a:rPr dirty="0" spc="-114"/>
              <a:t>SERVER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2179" y="1565147"/>
            <a:ext cx="7787640" cy="4611624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ADDING</a:t>
            </a:r>
            <a:r>
              <a:rPr dirty="0" spc="-70"/>
              <a:t> </a:t>
            </a:r>
            <a:r>
              <a:rPr dirty="0" spc="-55"/>
              <a:t>SASS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 spc="-25"/>
              <a:t>MIX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027160" cy="452183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Suppose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additional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stylesheet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First,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install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project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dependencies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5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onsolas"/>
                <a:cs typeface="Consolas"/>
              </a:rPr>
              <a:t>&gt;</a:t>
            </a:r>
            <a:r>
              <a:rPr dirty="0" sz="2400" spc="-35" b="1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onsolas"/>
                <a:cs typeface="Consolas"/>
              </a:rPr>
              <a:t>npm</a:t>
            </a:r>
            <a:r>
              <a:rPr dirty="0" sz="2400" spc="-15" b="1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onsolas"/>
                <a:cs typeface="Consolas"/>
              </a:rPr>
              <a:t>install</a:t>
            </a:r>
            <a:r>
              <a:rPr dirty="0" sz="2400" spc="-20" b="1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onsolas"/>
                <a:cs typeface="Consolas"/>
              </a:rPr>
              <a:t>–D</a:t>
            </a:r>
            <a:r>
              <a:rPr dirty="0" sz="2400" spc="-20" b="1">
                <a:solidFill>
                  <a:srgbClr val="111F35"/>
                </a:solidFill>
                <a:latin typeface="Consolas"/>
                <a:cs typeface="Consolas"/>
              </a:rPr>
              <a:t> sass</a:t>
            </a:r>
            <a:endParaRPr sz="24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Then,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stylesheet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endParaRPr sz="2800">
              <a:latin typeface="Calibri"/>
              <a:cs typeface="Calibri"/>
            </a:endParaRPr>
          </a:p>
          <a:p>
            <a:pPr marL="240029" marR="267081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Vite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know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be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importing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main.ts</a:t>
            </a:r>
            <a:r>
              <a:rPr dirty="0" sz="24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endParaRPr sz="2400">
              <a:latin typeface="Calibri"/>
              <a:cs typeface="Calibri"/>
            </a:endParaRPr>
          </a:p>
          <a:p>
            <a:pPr marL="240029" marR="2420620" indent="-227329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Vite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automatically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detect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file,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bundle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after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original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file.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1271" y="2833116"/>
            <a:ext cx="3418331" cy="3061716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BUILDING</a:t>
            </a:r>
            <a:r>
              <a:rPr dirty="0" spc="-50"/>
              <a:t> </a:t>
            </a:r>
            <a:r>
              <a:rPr dirty="0"/>
              <a:t>OUR</a:t>
            </a:r>
            <a:r>
              <a:rPr dirty="0" spc="-20"/>
              <a:t> </a:t>
            </a:r>
            <a:r>
              <a:rPr dirty="0" spc="-70"/>
              <a:t>PROJECT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65147"/>
            <a:ext cx="10427335" cy="3139440"/>
          </a:xfrm>
          <a:custGeom>
            <a:avLst/>
            <a:gdLst/>
            <a:ahLst/>
            <a:cxnLst/>
            <a:rect l="l" t="t" r="r" b="b"/>
            <a:pathLst>
              <a:path w="10427335" h="3139440">
                <a:moveTo>
                  <a:pt x="10427208" y="0"/>
                </a:moveTo>
                <a:lnTo>
                  <a:pt x="0" y="0"/>
                </a:lnTo>
                <a:lnTo>
                  <a:pt x="0" y="3139440"/>
                </a:lnTo>
                <a:lnTo>
                  <a:pt x="10427208" y="3139440"/>
                </a:lnTo>
                <a:lnTo>
                  <a:pt x="10427208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586865"/>
            <a:ext cx="6523990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1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7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D/O/T/W/2/e/t/v/hello-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vite</a:t>
            </a:r>
            <a:r>
              <a:rPr dirty="0" sz="1800" spc="3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npm</a:t>
            </a:r>
            <a:r>
              <a:rPr dirty="0" sz="1800" spc="-1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run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build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onsolas"/>
              <a:cs typeface="Consolas"/>
            </a:endParaRPr>
          </a:p>
          <a:p>
            <a:pPr marL="261620" indent="-248920">
              <a:lnSpc>
                <a:spcPct val="100000"/>
              </a:lnSpc>
              <a:buChar char="&gt;"/>
              <a:tabLst>
                <a:tab pos="261620" algn="l"/>
              </a:tabLst>
            </a:pP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  <a:hlinkClick r:id="rId2"/>
              </a:rPr>
              <a:t>hello-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  <a:hlinkClick r:id="rId2"/>
              </a:rPr>
              <a:t>vite@0.0.0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build</a:t>
            </a:r>
            <a:endParaRPr sz="1800">
              <a:latin typeface="Consolas"/>
              <a:cs typeface="Consolas"/>
            </a:endParaRPr>
          </a:p>
          <a:p>
            <a:pPr marL="261620" indent="-248920">
              <a:lnSpc>
                <a:spcPct val="100000"/>
              </a:lnSpc>
              <a:buChar char="&gt;"/>
              <a:tabLst>
                <a:tab pos="261620" algn="l"/>
              </a:tabLst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tsc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&amp;&amp;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vite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build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55B6C2"/>
                </a:solidFill>
                <a:latin typeface="Consolas"/>
                <a:cs typeface="Consolas"/>
              </a:rPr>
              <a:t>vite</a:t>
            </a:r>
            <a:r>
              <a:rPr dirty="0" sz="1800" spc="-35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6C2"/>
                </a:solidFill>
                <a:latin typeface="Consolas"/>
                <a:cs typeface="Consolas"/>
              </a:rPr>
              <a:t>v5.0.10</a:t>
            </a:r>
            <a:r>
              <a:rPr dirty="0" sz="1800" spc="-20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building</a:t>
            </a:r>
            <a:r>
              <a:rPr dirty="0" sz="1800" spc="-35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for</a:t>
            </a:r>
            <a:r>
              <a:rPr dirty="0" sz="1800" spc="-35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61EB8A"/>
                </a:solidFill>
                <a:latin typeface="Consolas"/>
                <a:cs typeface="Consolas"/>
              </a:rPr>
              <a:t>production...</a:t>
            </a:r>
            <a:endParaRPr sz="1800">
              <a:latin typeface="Consolas"/>
              <a:cs typeface="Consolas"/>
            </a:endParaRPr>
          </a:p>
          <a:p>
            <a:pPr marL="307975" indent="-295275">
              <a:lnSpc>
                <a:spcPct val="100000"/>
              </a:lnSpc>
              <a:spcBef>
                <a:spcPts val="10"/>
              </a:spcBef>
              <a:buClr>
                <a:srgbClr val="61EB8A"/>
              </a:buClr>
              <a:buFont typeface="Segoe UI Symbol"/>
              <a:buChar char="✓"/>
              <a:tabLst>
                <a:tab pos="307975" algn="l"/>
              </a:tabLst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8</a:t>
            </a:r>
            <a:r>
              <a:rPr dirty="0" sz="18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modules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transformed.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96823" y="3577740"/>
          <a:ext cx="7080250" cy="1125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3670"/>
                <a:gridCol w="688975"/>
                <a:gridCol w="375285"/>
                <a:gridCol w="250189"/>
                <a:gridCol w="752475"/>
                <a:gridCol w="626109"/>
                <a:gridCol w="344804"/>
              </a:tblGrid>
              <a:tr h="250825">
                <a:tc>
                  <a:txBody>
                    <a:bodyPr/>
                    <a:lstStyle/>
                    <a:p>
                      <a:pPr marL="77470">
                        <a:lnSpc>
                          <a:spcPts val="169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dist/</a:t>
                      </a:r>
                      <a:r>
                        <a:rPr dirty="0" sz="1800" spc="-10">
                          <a:solidFill>
                            <a:srgbClr val="61EB8A"/>
                          </a:solidFill>
                          <a:latin typeface="Consolas"/>
                          <a:cs typeface="Consolas"/>
                        </a:rPr>
                        <a:t>index.html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230">
                        <a:lnSpc>
                          <a:spcPts val="1695"/>
                        </a:lnSpc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0.46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kB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gzip: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0.29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0480">
                        <a:lnSpc>
                          <a:spcPts val="1695"/>
                        </a:lnSpc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kB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77470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dist/</a:t>
                      </a:r>
                      <a:r>
                        <a:rPr dirty="0" sz="1800" spc="-10">
                          <a:solidFill>
                            <a:srgbClr val="CD7BE4"/>
                          </a:solidFill>
                          <a:latin typeface="Consolas"/>
                          <a:cs typeface="Consolas"/>
                        </a:rPr>
                        <a:t>assets/index-v5kLGx6_.css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230">
                        <a:lnSpc>
                          <a:spcPts val="1875"/>
                        </a:lnSpc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1.21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kB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gzip: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0.63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0480">
                        <a:lnSpc>
                          <a:spcPts val="1875"/>
                        </a:lnSpc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kB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</a:tr>
              <a:tr h="600710">
                <a:tc>
                  <a:txBody>
                    <a:bodyPr/>
                    <a:lstStyle/>
                    <a:p>
                      <a:pPr marL="77470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dist/</a:t>
                      </a:r>
                      <a:r>
                        <a:rPr dirty="0" sz="1800" spc="-1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assets/index-DiAK_ebR.js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230">
                        <a:lnSpc>
                          <a:spcPts val="1875"/>
                        </a:lnSpc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3.05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kB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gzip: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1.62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0480">
                        <a:lnSpc>
                          <a:spcPts val="1875"/>
                        </a:lnSpc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kB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962050" y="4330700"/>
            <a:ext cx="20770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7975" indent="-295275">
              <a:lnSpc>
                <a:spcPct val="100000"/>
              </a:lnSpc>
              <a:spcBef>
                <a:spcPts val="100"/>
              </a:spcBef>
              <a:buFont typeface="Segoe UI Symbol"/>
              <a:buChar char="✓"/>
              <a:tabLst>
                <a:tab pos="307975" algn="l"/>
              </a:tabLst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built</a:t>
            </a:r>
            <a:r>
              <a:rPr dirty="0" sz="1800" spc="-5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in</a:t>
            </a:r>
            <a:r>
              <a:rPr dirty="0" sz="1800" spc="-25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61EB8A"/>
                </a:solidFill>
                <a:latin typeface="Consolas"/>
                <a:cs typeface="Consolas"/>
              </a:rPr>
              <a:t>173ms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BUILDING</a:t>
            </a:r>
            <a:r>
              <a:rPr dirty="0" spc="-50"/>
              <a:t> </a:t>
            </a:r>
            <a:r>
              <a:rPr dirty="0"/>
              <a:t>OUR</a:t>
            </a:r>
            <a:r>
              <a:rPr dirty="0" spc="-20"/>
              <a:t> </a:t>
            </a:r>
            <a:r>
              <a:rPr dirty="0" spc="-70"/>
              <a:t>PROJECT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753600" cy="450151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During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build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phase,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Vite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quite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work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us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Analyzed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static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resources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actually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(resp.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TypeScript)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(resp.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JavaScript)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Bundled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Bundled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JavaScript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Minified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bundle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Performed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filename</a:t>
            </a:r>
            <a:r>
              <a:rPr dirty="0" sz="2800" spc="-1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fingerprinting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final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bundles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Moved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resources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/dist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directory,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index.html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correct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imports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bundles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FILENAME</a:t>
            </a:r>
            <a:r>
              <a:rPr dirty="0" spc="-140"/>
              <a:t> </a:t>
            </a:r>
            <a:r>
              <a:rPr dirty="0" spc="-60"/>
              <a:t>FINGERPRINTING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96596"/>
            <a:ext cx="10208895" cy="431101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final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bundles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produced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Vite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peculiar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name: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20">
                <a:solidFill>
                  <a:srgbClr val="111F35"/>
                </a:solidFill>
                <a:latin typeface="Consolas"/>
                <a:cs typeface="Consolas"/>
              </a:rPr>
              <a:t>index-</a:t>
            </a:r>
            <a:r>
              <a:rPr dirty="0" sz="2400">
                <a:solidFill>
                  <a:srgbClr val="D70031"/>
                </a:solidFill>
                <a:latin typeface="Consolas"/>
                <a:cs typeface="Consolas"/>
              </a:rPr>
              <a:t>v5kLGx6_</a:t>
            </a:r>
            <a:r>
              <a:rPr dirty="0" sz="2400">
                <a:solidFill>
                  <a:srgbClr val="111F35"/>
                </a:solidFill>
                <a:latin typeface="Consolas"/>
                <a:cs typeface="Consolas"/>
              </a:rPr>
              <a:t>.css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, </a:t>
            </a:r>
            <a:r>
              <a:rPr dirty="0" sz="2400" spc="-20">
                <a:solidFill>
                  <a:srgbClr val="111F35"/>
                </a:solidFill>
                <a:latin typeface="Consolas"/>
                <a:cs typeface="Consolas"/>
              </a:rPr>
              <a:t>index-</a:t>
            </a:r>
            <a:r>
              <a:rPr dirty="0" sz="2400" spc="-10">
                <a:solidFill>
                  <a:srgbClr val="D70031"/>
                </a:solidFill>
                <a:latin typeface="Consolas"/>
                <a:cs typeface="Consolas"/>
              </a:rPr>
              <a:t>DiAK_ebR</a:t>
            </a:r>
            <a:r>
              <a:rPr dirty="0" sz="2400" spc="-10">
                <a:solidFill>
                  <a:srgbClr val="111F35"/>
                </a:solidFill>
                <a:latin typeface="Consolas"/>
                <a:cs typeface="Consolas"/>
              </a:rPr>
              <a:t>.js</a:t>
            </a:r>
            <a:endParaRPr sz="24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last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filename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hash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their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current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contents</a:t>
            </a:r>
            <a:endParaRPr sz="2800">
              <a:latin typeface="Calibri"/>
              <a:cs typeface="Calibri"/>
            </a:endParaRPr>
          </a:p>
          <a:p>
            <a:pPr marL="240029" marR="1143000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way,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build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version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some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filename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techniques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avoid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cache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staleness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issues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Suppose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were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called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simply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index.css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index.js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visits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minute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before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roll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out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version</a:t>
            </a:r>
            <a:endParaRPr sz="24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keep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old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index.css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index.js</a:t>
            </a:r>
            <a:r>
              <a:rPr dirty="0" sz="24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stored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in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cache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6028" y="710691"/>
            <a:ext cx="2734310" cy="2474595"/>
          </a:xfrm>
          <a:custGeom>
            <a:avLst/>
            <a:gdLst/>
            <a:ahLst/>
            <a:cxnLst/>
            <a:rect l="l" t="t" r="r" b="b"/>
            <a:pathLst>
              <a:path w="2734309" h="2474595">
                <a:moveTo>
                  <a:pt x="371856" y="2255774"/>
                </a:moveTo>
                <a:lnTo>
                  <a:pt x="328142" y="2238514"/>
                </a:lnTo>
                <a:lnTo>
                  <a:pt x="290258" y="2206929"/>
                </a:lnTo>
                <a:lnTo>
                  <a:pt x="257644" y="2166010"/>
                </a:lnTo>
                <a:lnTo>
                  <a:pt x="229755" y="2120735"/>
                </a:lnTo>
                <a:lnTo>
                  <a:pt x="206032" y="2076107"/>
                </a:lnTo>
                <a:lnTo>
                  <a:pt x="185928" y="2037080"/>
                </a:lnTo>
                <a:lnTo>
                  <a:pt x="170675" y="2078062"/>
                </a:lnTo>
                <a:lnTo>
                  <a:pt x="147231" y="2117179"/>
                </a:lnTo>
                <a:lnTo>
                  <a:pt x="117005" y="2154478"/>
                </a:lnTo>
                <a:lnTo>
                  <a:pt x="81445" y="2189988"/>
                </a:lnTo>
                <a:lnTo>
                  <a:pt x="41960" y="2223744"/>
                </a:lnTo>
                <a:lnTo>
                  <a:pt x="0" y="2255774"/>
                </a:lnTo>
                <a:lnTo>
                  <a:pt x="45173" y="2279789"/>
                </a:lnTo>
                <a:lnTo>
                  <a:pt x="85877" y="2308021"/>
                </a:lnTo>
                <a:lnTo>
                  <a:pt x="121196" y="2341029"/>
                </a:lnTo>
                <a:lnTo>
                  <a:pt x="150253" y="2379395"/>
                </a:lnTo>
                <a:lnTo>
                  <a:pt x="172123" y="2423680"/>
                </a:lnTo>
                <a:lnTo>
                  <a:pt x="185928" y="2474468"/>
                </a:lnTo>
                <a:lnTo>
                  <a:pt x="202577" y="2429141"/>
                </a:lnTo>
                <a:lnTo>
                  <a:pt x="227939" y="2383294"/>
                </a:lnTo>
                <a:lnTo>
                  <a:pt x="259791" y="2339987"/>
                </a:lnTo>
                <a:lnTo>
                  <a:pt x="295871" y="2302256"/>
                </a:lnTo>
                <a:lnTo>
                  <a:pt x="333971" y="2273173"/>
                </a:lnTo>
                <a:lnTo>
                  <a:pt x="371856" y="2255774"/>
                </a:lnTo>
                <a:close/>
              </a:path>
              <a:path w="2734309" h="2474595">
                <a:moveTo>
                  <a:pt x="2734056" y="393700"/>
                </a:moveTo>
                <a:lnTo>
                  <a:pt x="2698051" y="381000"/>
                </a:lnTo>
                <a:lnTo>
                  <a:pt x="2660510" y="381000"/>
                </a:lnTo>
                <a:lnTo>
                  <a:pt x="2621305" y="368300"/>
                </a:lnTo>
                <a:lnTo>
                  <a:pt x="2580360" y="342900"/>
                </a:lnTo>
                <a:lnTo>
                  <a:pt x="2537536" y="330200"/>
                </a:lnTo>
                <a:lnTo>
                  <a:pt x="2492756" y="304800"/>
                </a:lnTo>
                <a:lnTo>
                  <a:pt x="2466695" y="290677"/>
                </a:lnTo>
                <a:lnTo>
                  <a:pt x="2466695" y="1524000"/>
                </a:lnTo>
                <a:lnTo>
                  <a:pt x="2462606" y="1574800"/>
                </a:lnTo>
                <a:lnTo>
                  <a:pt x="2456904" y="1625600"/>
                </a:lnTo>
                <a:lnTo>
                  <a:pt x="2452903" y="1663700"/>
                </a:lnTo>
                <a:lnTo>
                  <a:pt x="2453894" y="1701800"/>
                </a:lnTo>
                <a:lnTo>
                  <a:pt x="2391003" y="1727200"/>
                </a:lnTo>
                <a:lnTo>
                  <a:pt x="2334247" y="1752600"/>
                </a:lnTo>
                <a:lnTo>
                  <a:pt x="2282660" y="1765300"/>
                </a:lnTo>
                <a:lnTo>
                  <a:pt x="2235301" y="1790700"/>
                </a:lnTo>
                <a:lnTo>
                  <a:pt x="2191245" y="1803400"/>
                </a:lnTo>
                <a:lnTo>
                  <a:pt x="2149551" y="1816100"/>
                </a:lnTo>
                <a:lnTo>
                  <a:pt x="2109266" y="1828800"/>
                </a:lnTo>
                <a:lnTo>
                  <a:pt x="1988794" y="1905000"/>
                </a:lnTo>
                <a:lnTo>
                  <a:pt x="1907755" y="1930400"/>
                </a:lnTo>
                <a:lnTo>
                  <a:pt x="1865503" y="1943100"/>
                </a:lnTo>
                <a:lnTo>
                  <a:pt x="1821014" y="1955800"/>
                </a:lnTo>
                <a:lnTo>
                  <a:pt x="1773491" y="1968500"/>
                </a:lnTo>
                <a:lnTo>
                  <a:pt x="1722132" y="1993900"/>
                </a:lnTo>
                <a:lnTo>
                  <a:pt x="1666113" y="2019300"/>
                </a:lnTo>
                <a:lnTo>
                  <a:pt x="1604645" y="2057400"/>
                </a:lnTo>
                <a:lnTo>
                  <a:pt x="1538236" y="2082800"/>
                </a:lnTo>
                <a:lnTo>
                  <a:pt x="1482686" y="2120900"/>
                </a:lnTo>
                <a:lnTo>
                  <a:pt x="1435760" y="2133600"/>
                </a:lnTo>
                <a:lnTo>
                  <a:pt x="1395222" y="2146300"/>
                </a:lnTo>
                <a:lnTo>
                  <a:pt x="1358811" y="2159000"/>
                </a:lnTo>
                <a:lnTo>
                  <a:pt x="1289494" y="2184400"/>
                </a:lnTo>
                <a:lnTo>
                  <a:pt x="1252093" y="2197100"/>
                </a:lnTo>
                <a:lnTo>
                  <a:pt x="1213586" y="2184400"/>
                </a:lnTo>
                <a:lnTo>
                  <a:pt x="1168273" y="2171700"/>
                </a:lnTo>
                <a:lnTo>
                  <a:pt x="1118184" y="2146300"/>
                </a:lnTo>
                <a:lnTo>
                  <a:pt x="959739" y="2070100"/>
                </a:lnTo>
                <a:lnTo>
                  <a:pt x="910983" y="2057400"/>
                </a:lnTo>
                <a:lnTo>
                  <a:pt x="867676" y="2044700"/>
                </a:lnTo>
                <a:lnTo>
                  <a:pt x="831850" y="2032000"/>
                </a:lnTo>
                <a:lnTo>
                  <a:pt x="798512" y="2019300"/>
                </a:lnTo>
                <a:lnTo>
                  <a:pt x="761441" y="2006600"/>
                </a:lnTo>
                <a:lnTo>
                  <a:pt x="720801" y="1993900"/>
                </a:lnTo>
                <a:lnTo>
                  <a:pt x="676770" y="1968500"/>
                </a:lnTo>
                <a:lnTo>
                  <a:pt x="629513" y="1943100"/>
                </a:lnTo>
                <a:lnTo>
                  <a:pt x="579196" y="1917700"/>
                </a:lnTo>
                <a:lnTo>
                  <a:pt x="525995" y="1892300"/>
                </a:lnTo>
                <a:lnTo>
                  <a:pt x="411607" y="1866900"/>
                </a:lnTo>
                <a:lnTo>
                  <a:pt x="409181" y="1816100"/>
                </a:lnTo>
                <a:lnTo>
                  <a:pt x="409295" y="1765300"/>
                </a:lnTo>
                <a:lnTo>
                  <a:pt x="410616" y="1727200"/>
                </a:lnTo>
                <a:lnTo>
                  <a:pt x="411822" y="1689100"/>
                </a:lnTo>
                <a:lnTo>
                  <a:pt x="411734" y="1663700"/>
                </a:lnTo>
                <a:lnTo>
                  <a:pt x="411645" y="1638300"/>
                </a:lnTo>
                <a:lnTo>
                  <a:pt x="411607" y="1625600"/>
                </a:lnTo>
                <a:lnTo>
                  <a:pt x="452335" y="1651000"/>
                </a:lnTo>
                <a:lnTo>
                  <a:pt x="499732" y="1663700"/>
                </a:lnTo>
                <a:lnTo>
                  <a:pt x="551472" y="1689100"/>
                </a:lnTo>
                <a:lnTo>
                  <a:pt x="658710" y="1739900"/>
                </a:lnTo>
                <a:lnTo>
                  <a:pt x="709561" y="1752600"/>
                </a:lnTo>
                <a:lnTo>
                  <a:pt x="755472" y="1778000"/>
                </a:lnTo>
                <a:lnTo>
                  <a:pt x="794131" y="1790700"/>
                </a:lnTo>
                <a:lnTo>
                  <a:pt x="829818" y="1803400"/>
                </a:lnTo>
                <a:lnTo>
                  <a:pt x="868426" y="1816100"/>
                </a:lnTo>
                <a:lnTo>
                  <a:pt x="909955" y="1841500"/>
                </a:lnTo>
                <a:lnTo>
                  <a:pt x="954417" y="1854200"/>
                </a:lnTo>
                <a:lnTo>
                  <a:pt x="1001801" y="1879600"/>
                </a:lnTo>
                <a:lnTo>
                  <a:pt x="1052144" y="1892300"/>
                </a:lnTo>
                <a:lnTo>
                  <a:pt x="1105420" y="1917700"/>
                </a:lnTo>
                <a:lnTo>
                  <a:pt x="1161669" y="1943100"/>
                </a:lnTo>
                <a:lnTo>
                  <a:pt x="1218158" y="1905000"/>
                </a:lnTo>
                <a:lnTo>
                  <a:pt x="1288796" y="1879600"/>
                </a:lnTo>
                <a:lnTo>
                  <a:pt x="1328813" y="1866900"/>
                </a:lnTo>
                <a:lnTo>
                  <a:pt x="1371638" y="1866900"/>
                </a:lnTo>
                <a:lnTo>
                  <a:pt x="1417027" y="1854200"/>
                </a:lnTo>
                <a:lnTo>
                  <a:pt x="1464741" y="1841500"/>
                </a:lnTo>
                <a:lnTo>
                  <a:pt x="1514538" y="1816100"/>
                </a:lnTo>
                <a:lnTo>
                  <a:pt x="1566151" y="1790700"/>
                </a:lnTo>
                <a:lnTo>
                  <a:pt x="1619377" y="1752600"/>
                </a:lnTo>
                <a:lnTo>
                  <a:pt x="1647698" y="1739900"/>
                </a:lnTo>
                <a:lnTo>
                  <a:pt x="1676031" y="1727200"/>
                </a:lnTo>
                <a:lnTo>
                  <a:pt x="1727847" y="1701800"/>
                </a:lnTo>
                <a:lnTo>
                  <a:pt x="1775498" y="1676400"/>
                </a:lnTo>
                <a:lnTo>
                  <a:pt x="1819694" y="1663700"/>
                </a:lnTo>
                <a:lnTo>
                  <a:pt x="1861121" y="1663700"/>
                </a:lnTo>
                <a:lnTo>
                  <a:pt x="1900466" y="1651000"/>
                </a:lnTo>
                <a:lnTo>
                  <a:pt x="2013038" y="1612900"/>
                </a:lnTo>
                <a:lnTo>
                  <a:pt x="2051050" y="1587500"/>
                </a:lnTo>
                <a:lnTo>
                  <a:pt x="2136521" y="1536700"/>
                </a:lnTo>
                <a:lnTo>
                  <a:pt x="2267051" y="1498600"/>
                </a:lnTo>
                <a:lnTo>
                  <a:pt x="2358821" y="1473200"/>
                </a:lnTo>
                <a:lnTo>
                  <a:pt x="2406942" y="1447800"/>
                </a:lnTo>
                <a:lnTo>
                  <a:pt x="2456942" y="1422400"/>
                </a:lnTo>
                <a:lnTo>
                  <a:pt x="2465908" y="1473200"/>
                </a:lnTo>
                <a:lnTo>
                  <a:pt x="2466695" y="1524000"/>
                </a:lnTo>
                <a:lnTo>
                  <a:pt x="2466695" y="290677"/>
                </a:lnTo>
                <a:lnTo>
                  <a:pt x="2460904" y="287540"/>
                </a:lnTo>
                <a:lnTo>
                  <a:pt x="2460904" y="558800"/>
                </a:lnTo>
                <a:lnTo>
                  <a:pt x="2455634" y="596900"/>
                </a:lnTo>
                <a:lnTo>
                  <a:pt x="2449893" y="647700"/>
                </a:lnTo>
                <a:lnTo>
                  <a:pt x="2449792" y="660400"/>
                </a:lnTo>
                <a:lnTo>
                  <a:pt x="2449703" y="673100"/>
                </a:lnTo>
                <a:lnTo>
                  <a:pt x="2449614" y="685800"/>
                </a:lnTo>
                <a:lnTo>
                  <a:pt x="2449512" y="698500"/>
                </a:lnTo>
                <a:lnTo>
                  <a:pt x="2449423" y="711200"/>
                </a:lnTo>
                <a:lnTo>
                  <a:pt x="2459990" y="762000"/>
                </a:lnTo>
                <a:lnTo>
                  <a:pt x="2409482" y="787400"/>
                </a:lnTo>
                <a:lnTo>
                  <a:pt x="2382342" y="794016"/>
                </a:lnTo>
                <a:lnTo>
                  <a:pt x="2382342" y="1041400"/>
                </a:lnTo>
                <a:lnTo>
                  <a:pt x="2382266" y="1054100"/>
                </a:lnTo>
                <a:lnTo>
                  <a:pt x="2382189" y="1066800"/>
                </a:lnTo>
                <a:lnTo>
                  <a:pt x="2382113" y="1079500"/>
                </a:lnTo>
                <a:lnTo>
                  <a:pt x="2382050" y="1092200"/>
                </a:lnTo>
                <a:lnTo>
                  <a:pt x="2376881" y="1130300"/>
                </a:lnTo>
                <a:lnTo>
                  <a:pt x="2372017" y="1181100"/>
                </a:lnTo>
                <a:lnTo>
                  <a:pt x="2372144" y="1193800"/>
                </a:lnTo>
                <a:lnTo>
                  <a:pt x="2372258" y="1206500"/>
                </a:lnTo>
                <a:lnTo>
                  <a:pt x="2372372" y="1219200"/>
                </a:lnTo>
                <a:lnTo>
                  <a:pt x="2372487" y="1231900"/>
                </a:lnTo>
                <a:lnTo>
                  <a:pt x="2372614" y="1244600"/>
                </a:lnTo>
                <a:lnTo>
                  <a:pt x="2369566" y="1244600"/>
                </a:lnTo>
                <a:lnTo>
                  <a:pt x="2325395" y="1270000"/>
                </a:lnTo>
                <a:lnTo>
                  <a:pt x="2282342" y="1295400"/>
                </a:lnTo>
                <a:lnTo>
                  <a:pt x="2154644" y="1333500"/>
                </a:lnTo>
                <a:lnTo>
                  <a:pt x="2065705" y="1358900"/>
                </a:lnTo>
                <a:lnTo>
                  <a:pt x="2018576" y="1384300"/>
                </a:lnTo>
                <a:lnTo>
                  <a:pt x="1969008" y="1409700"/>
                </a:lnTo>
                <a:lnTo>
                  <a:pt x="1924989" y="1447800"/>
                </a:lnTo>
                <a:lnTo>
                  <a:pt x="1884095" y="1460500"/>
                </a:lnTo>
                <a:lnTo>
                  <a:pt x="1845284" y="1485900"/>
                </a:lnTo>
                <a:lnTo>
                  <a:pt x="1730870" y="1524000"/>
                </a:lnTo>
                <a:lnTo>
                  <a:pt x="1689950" y="1536700"/>
                </a:lnTo>
                <a:lnTo>
                  <a:pt x="1645920" y="1549400"/>
                </a:lnTo>
                <a:lnTo>
                  <a:pt x="1597710" y="1562100"/>
                </a:lnTo>
                <a:lnTo>
                  <a:pt x="1544320" y="1587500"/>
                </a:lnTo>
                <a:lnTo>
                  <a:pt x="1478978" y="1625600"/>
                </a:lnTo>
                <a:lnTo>
                  <a:pt x="1422679" y="1651000"/>
                </a:lnTo>
                <a:lnTo>
                  <a:pt x="1373505" y="1663700"/>
                </a:lnTo>
                <a:lnTo>
                  <a:pt x="1329537" y="1676400"/>
                </a:lnTo>
                <a:lnTo>
                  <a:pt x="1288884" y="1701800"/>
                </a:lnTo>
                <a:lnTo>
                  <a:pt x="1209840" y="1727200"/>
                </a:lnTo>
                <a:lnTo>
                  <a:pt x="1167638" y="1739900"/>
                </a:lnTo>
                <a:lnTo>
                  <a:pt x="1105052" y="1739900"/>
                </a:lnTo>
                <a:lnTo>
                  <a:pt x="1054709" y="1727200"/>
                </a:lnTo>
                <a:lnTo>
                  <a:pt x="1013269" y="1701800"/>
                </a:lnTo>
                <a:lnTo>
                  <a:pt x="977430" y="1689100"/>
                </a:lnTo>
                <a:lnTo>
                  <a:pt x="943864" y="1676400"/>
                </a:lnTo>
                <a:lnTo>
                  <a:pt x="909243" y="1651000"/>
                </a:lnTo>
                <a:lnTo>
                  <a:pt x="870229" y="1625600"/>
                </a:lnTo>
                <a:lnTo>
                  <a:pt x="823531" y="1612900"/>
                </a:lnTo>
                <a:lnTo>
                  <a:pt x="765810" y="1587500"/>
                </a:lnTo>
                <a:lnTo>
                  <a:pt x="704037" y="1562100"/>
                </a:lnTo>
                <a:lnTo>
                  <a:pt x="647090" y="1549400"/>
                </a:lnTo>
                <a:lnTo>
                  <a:pt x="594334" y="1524000"/>
                </a:lnTo>
                <a:lnTo>
                  <a:pt x="545147" y="1498600"/>
                </a:lnTo>
                <a:lnTo>
                  <a:pt x="498868" y="1485900"/>
                </a:lnTo>
                <a:lnTo>
                  <a:pt x="454875" y="1460500"/>
                </a:lnTo>
                <a:lnTo>
                  <a:pt x="371246" y="1435100"/>
                </a:lnTo>
                <a:lnTo>
                  <a:pt x="330327" y="1409700"/>
                </a:lnTo>
                <a:lnTo>
                  <a:pt x="327685" y="1371600"/>
                </a:lnTo>
                <a:lnTo>
                  <a:pt x="330263" y="1320800"/>
                </a:lnTo>
                <a:lnTo>
                  <a:pt x="334937" y="1270000"/>
                </a:lnTo>
                <a:lnTo>
                  <a:pt x="338594" y="1219200"/>
                </a:lnTo>
                <a:lnTo>
                  <a:pt x="338086" y="1181100"/>
                </a:lnTo>
                <a:lnTo>
                  <a:pt x="330327" y="1143000"/>
                </a:lnTo>
                <a:lnTo>
                  <a:pt x="394131" y="1168400"/>
                </a:lnTo>
                <a:lnTo>
                  <a:pt x="451319" y="1193800"/>
                </a:lnTo>
                <a:lnTo>
                  <a:pt x="502805" y="1219200"/>
                </a:lnTo>
                <a:lnTo>
                  <a:pt x="549516" y="1231900"/>
                </a:lnTo>
                <a:lnTo>
                  <a:pt x="592378" y="1257300"/>
                </a:lnTo>
                <a:lnTo>
                  <a:pt x="632307" y="1270000"/>
                </a:lnTo>
                <a:lnTo>
                  <a:pt x="670242" y="1295400"/>
                </a:lnTo>
                <a:lnTo>
                  <a:pt x="707110" y="1295400"/>
                </a:lnTo>
                <a:lnTo>
                  <a:pt x="780275" y="1320800"/>
                </a:lnTo>
                <a:lnTo>
                  <a:pt x="822159" y="1333500"/>
                </a:lnTo>
                <a:lnTo>
                  <a:pt x="868159" y="1346200"/>
                </a:lnTo>
                <a:lnTo>
                  <a:pt x="916914" y="1371600"/>
                </a:lnTo>
                <a:lnTo>
                  <a:pt x="1017308" y="1422400"/>
                </a:lnTo>
                <a:lnTo>
                  <a:pt x="1066228" y="1435100"/>
                </a:lnTo>
                <a:lnTo>
                  <a:pt x="1112520" y="1460500"/>
                </a:lnTo>
                <a:lnTo>
                  <a:pt x="1154811" y="1473200"/>
                </a:lnTo>
                <a:lnTo>
                  <a:pt x="1191768" y="1485900"/>
                </a:lnTo>
                <a:lnTo>
                  <a:pt x="1245527" y="1460500"/>
                </a:lnTo>
                <a:lnTo>
                  <a:pt x="1294053" y="1435100"/>
                </a:lnTo>
                <a:lnTo>
                  <a:pt x="1338656" y="1422400"/>
                </a:lnTo>
                <a:lnTo>
                  <a:pt x="1380655" y="1397000"/>
                </a:lnTo>
                <a:lnTo>
                  <a:pt x="1504010" y="1358900"/>
                </a:lnTo>
                <a:lnTo>
                  <a:pt x="1548612" y="1333500"/>
                </a:lnTo>
                <a:lnTo>
                  <a:pt x="1652879" y="1295400"/>
                </a:lnTo>
                <a:lnTo>
                  <a:pt x="1705546" y="1270000"/>
                </a:lnTo>
                <a:lnTo>
                  <a:pt x="1755317" y="1257300"/>
                </a:lnTo>
                <a:lnTo>
                  <a:pt x="1802384" y="1244600"/>
                </a:lnTo>
                <a:lnTo>
                  <a:pt x="1846910" y="1219200"/>
                </a:lnTo>
                <a:lnTo>
                  <a:pt x="1889112" y="1206500"/>
                </a:lnTo>
                <a:lnTo>
                  <a:pt x="1929155" y="1181100"/>
                </a:lnTo>
                <a:lnTo>
                  <a:pt x="1967230" y="1168400"/>
                </a:lnTo>
                <a:lnTo>
                  <a:pt x="2004529" y="1143000"/>
                </a:lnTo>
                <a:lnTo>
                  <a:pt x="2048941" y="1130300"/>
                </a:lnTo>
                <a:lnTo>
                  <a:pt x="2098230" y="1104900"/>
                </a:lnTo>
                <a:lnTo>
                  <a:pt x="2202611" y="1079500"/>
                </a:lnTo>
                <a:lnTo>
                  <a:pt x="2253284" y="1054100"/>
                </a:lnTo>
                <a:lnTo>
                  <a:pt x="2299982" y="1041400"/>
                </a:lnTo>
                <a:lnTo>
                  <a:pt x="2340495" y="1016000"/>
                </a:lnTo>
                <a:lnTo>
                  <a:pt x="2372614" y="990600"/>
                </a:lnTo>
                <a:lnTo>
                  <a:pt x="2382342" y="1041400"/>
                </a:lnTo>
                <a:lnTo>
                  <a:pt x="2382342" y="794016"/>
                </a:lnTo>
                <a:lnTo>
                  <a:pt x="2305113" y="812800"/>
                </a:lnTo>
                <a:lnTo>
                  <a:pt x="2253196" y="838200"/>
                </a:lnTo>
                <a:lnTo>
                  <a:pt x="2202751" y="850900"/>
                </a:lnTo>
                <a:lnTo>
                  <a:pt x="2154771" y="863600"/>
                </a:lnTo>
                <a:lnTo>
                  <a:pt x="2110206" y="889000"/>
                </a:lnTo>
                <a:lnTo>
                  <a:pt x="2070061" y="914400"/>
                </a:lnTo>
                <a:lnTo>
                  <a:pt x="2035302" y="939800"/>
                </a:lnTo>
                <a:lnTo>
                  <a:pt x="1995373" y="977900"/>
                </a:lnTo>
                <a:lnTo>
                  <a:pt x="1948611" y="1003300"/>
                </a:lnTo>
                <a:lnTo>
                  <a:pt x="1897430" y="1016000"/>
                </a:lnTo>
                <a:lnTo>
                  <a:pt x="1844205" y="1041400"/>
                </a:lnTo>
                <a:lnTo>
                  <a:pt x="1791335" y="1054100"/>
                </a:lnTo>
                <a:lnTo>
                  <a:pt x="1741208" y="1066800"/>
                </a:lnTo>
                <a:lnTo>
                  <a:pt x="1696212" y="1079500"/>
                </a:lnTo>
                <a:lnTo>
                  <a:pt x="1658747" y="1092200"/>
                </a:lnTo>
                <a:lnTo>
                  <a:pt x="1624723" y="1117600"/>
                </a:lnTo>
                <a:lnTo>
                  <a:pt x="1582788" y="1130300"/>
                </a:lnTo>
                <a:lnTo>
                  <a:pt x="1535188" y="1143000"/>
                </a:lnTo>
                <a:lnTo>
                  <a:pt x="1484210" y="1168400"/>
                </a:lnTo>
                <a:lnTo>
                  <a:pt x="1432115" y="1181100"/>
                </a:lnTo>
                <a:lnTo>
                  <a:pt x="1381188" y="1206500"/>
                </a:lnTo>
                <a:lnTo>
                  <a:pt x="1333677" y="1219200"/>
                </a:lnTo>
                <a:lnTo>
                  <a:pt x="1291882" y="1244600"/>
                </a:lnTo>
                <a:lnTo>
                  <a:pt x="1258062" y="1270000"/>
                </a:lnTo>
                <a:lnTo>
                  <a:pt x="1216863" y="1244600"/>
                </a:lnTo>
                <a:lnTo>
                  <a:pt x="1172552" y="1231900"/>
                </a:lnTo>
                <a:lnTo>
                  <a:pt x="1126185" y="1206500"/>
                </a:lnTo>
                <a:lnTo>
                  <a:pt x="1078839" y="1181100"/>
                </a:lnTo>
                <a:lnTo>
                  <a:pt x="1031570" y="1168400"/>
                </a:lnTo>
                <a:lnTo>
                  <a:pt x="985431" y="1143000"/>
                </a:lnTo>
                <a:lnTo>
                  <a:pt x="941489" y="1130300"/>
                </a:lnTo>
                <a:lnTo>
                  <a:pt x="900823" y="1117600"/>
                </a:lnTo>
                <a:lnTo>
                  <a:pt x="864489" y="1104900"/>
                </a:lnTo>
                <a:lnTo>
                  <a:pt x="833285" y="1104900"/>
                </a:lnTo>
                <a:lnTo>
                  <a:pt x="800290" y="1092200"/>
                </a:lnTo>
                <a:lnTo>
                  <a:pt x="765073" y="1079500"/>
                </a:lnTo>
                <a:lnTo>
                  <a:pt x="727202" y="1066800"/>
                </a:lnTo>
                <a:lnTo>
                  <a:pt x="686269" y="1041400"/>
                </a:lnTo>
                <a:lnTo>
                  <a:pt x="641832" y="1028700"/>
                </a:lnTo>
                <a:lnTo>
                  <a:pt x="593483" y="1003300"/>
                </a:lnTo>
                <a:lnTo>
                  <a:pt x="540778" y="977900"/>
                </a:lnTo>
                <a:lnTo>
                  <a:pt x="483298" y="952500"/>
                </a:lnTo>
                <a:lnTo>
                  <a:pt x="420624" y="927100"/>
                </a:lnTo>
                <a:lnTo>
                  <a:pt x="415404" y="876300"/>
                </a:lnTo>
                <a:lnTo>
                  <a:pt x="415302" y="863600"/>
                </a:lnTo>
                <a:lnTo>
                  <a:pt x="415213" y="850900"/>
                </a:lnTo>
                <a:lnTo>
                  <a:pt x="415112" y="838200"/>
                </a:lnTo>
                <a:lnTo>
                  <a:pt x="417614" y="800100"/>
                </a:lnTo>
                <a:lnTo>
                  <a:pt x="420789" y="762000"/>
                </a:lnTo>
                <a:lnTo>
                  <a:pt x="422490" y="711200"/>
                </a:lnTo>
                <a:lnTo>
                  <a:pt x="420624" y="660400"/>
                </a:lnTo>
                <a:lnTo>
                  <a:pt x="463423" y="673100"/>
                </a:lnTo>
                <a:lnTo>
                  <a:pt x="502818" y="685800"/>
                </a:lnTo>
                <a:lnTo>
                  <a:pt x="540664" y="698500"/>
                </a:lnTo>
                <a:lnTo>
                  <a:pt x="578815" y="723900"/>
                </a:lnTo>
                <a:lnTo>
                  <a:pt x="619137" y="749300"/>
                </a:lnTo>
                <a:lnTo>
                  <a:pt x="663498" y="762000"/>
                </a:lnTo>
                <a:lnTo>
                  <a:pt x="713740" y="787400"/>
                </a:lnTo>
                <a:lnTo>
                  <a:pt x="771740" y="812800"/>
                </a:lnTo>
                <a:lnTo>
                  <a:pt x="839343" y="825500"/>
                </a:lnTo>
                <a:lnTo>
                  <a:pt x="899134" y="838200"/>
                </a:lnTo>
                <a:lnTo>
                  <a:pt x="948601" y="863600"/>
                </a:lnTo>
                <a:lnTo>
                  <a:pt x="990104" y="876300"/>
                </a:lnTo>
                <a:lnTo>
                  <a:pt x="1026045" y="889000"/>
                </a:lnTo>
                <a:lnTo>
                  <a:pt x="1090726" y="927100"/>
                </a:lnTo>
                <a:lnTo>
                  <a:pt x="1124242" y="952500"/>
                </a:lnTo>
                <a:lnTo>
                  <a:pt x="1161719" y="965200"/>
                </a:lnTo>
                <a:lnTo>
                  <a:pt x="1205522" y="977900"/>
                </a:lnTo>
                <a:lnTo>
                  <a:pt x="1258062" y="990600"/>
                </a:lnTo>
                <a:lnTo>
                  <a:pt x="1297228" y="965200"/>
                </a:lnTo>
                <a:lnTo>
                  <a:pt x="1377784" y="939800"/>
                </a:lnTo>
                <a:lnTo>
                  <a:pt x="1420431" y="914400"/>
                </a:lnTo>
                <a:lnTo>
                  <a:pt x="1465516" y="901700"/>
                </a:lnTo>
                <a:lnTo>
                  <a:pt x="1513649" y="889000"/>
                </a:lnTo>
                <a:lnTo>
                  <a:pt x="1565478" y="863600"/>
                </a:lnTo>
                <a:lnTo>
                  <a:pt x="1621637" y="838200"/>
                </a:lnTo>
                <a:lnTo>
                  <a:pt x="1682750" y="812800"/>
                </a:lnTo>
                <a:lnTo>
                  <a:pt x="1750364" y="787400"/>
                </a:lnTo>
                <a:lnTo>
                  <a:pt x="1810461" y="774700"/>
                </a:lnTo>
                <a:lnTo>
                  <a:pt x="1864067" y="749300"/>
                </a:lnTo>
                <a:lnTo>
                  <a:pt x="1912251" y="736600"/>
                </a:lnTo>
                <a:lnTo>
                  <a:pt x="1956028" y="723900"/>
                </a:lnTo>
                <a:lnTo>
                  <a:pt x="1996440" y="711200"/>
                </a:lnTo>
                <a:lnTo>
                  <a:pt x="2034540" y="685800"/>
                </a:lnTo>
                <a:lnTo>
                  <a:pt x="2071370" y="660400"/>
                </a:lnTo>
                <a:lnTo>
                  <a:pt x="2110714" y="635000"/>
                </a:lnTo>
                <a:lnTo>
                  <a:pt x="2155037" y="609600"/>
                </a:lnTo>
                <a:lnTo>
                  <a:pt x="2203158" y="596900"/>
                </a:lnTo>
                <a:lnTo>
                  <a:pt x="2253907" y="584200"/>
                </a:lnTo>
                <a:lnTo>
                  <a:pt x="2306142" y="558800"/>
                </a:lnTo>
                <a:lnTo>
                  <a:pt x="2410333" y="533400"/>
                </a:lnTo>
                <a:lnTo>
                  <a:pt x="2459990" y="508000"/>
                </a:lnTo>
                <a:lnTo>
                  <a:pt x="2460904" y="558800"/>
                </a:lnTo>
                <a:lnTo>
                  <a:pt x="2460904" y="287540"/>
                </a:lnTo>
                <a:lnTo>
                  <a:pt x="2445905" y="279400"/>
                </a:lnTo>
                <a:lnTo>
                  <a:pt x="2396883" y="266700"/>
                </a:lnTo>
                <a:lnTo>
                  <a:pt x="2345575" y="241300"/>
                </a:lnTo>
                <a:lnTo>
                  <a:pt x="2291880" y="228600"/>
                </a:lnTo>
                <a:lnTo>
                  <a:pt x="2235708" y="203200"/>
                </a:lnTo>
                <a:lnTo>
                  <a:pt x="2183790" y="190500"/>
                </a:lnTo>
                <a:lnTo>
                  <a:pt x="2133295" y="165100"/>
                </a:lnTo>
                <a:lnTo>
                  <a:pt x="2084070" y="152400"/>
                </a:lnTo>
                <a:lnTo>
                  <a:pt x="2035962" y="127000"/>
                </a:lnTo>
                <a:lnTo>
                  <a:pt x="1942528" y="76200"/>
                </a:lnTo>
                <a:lnTo>
                  <a:pt x="1896897" y="63500"/>
                </a:lnTo>
                <a:lnTo>
                  <a:pt x="1851799" y="38100"/>
                </a:lnTo>
                <a:lnTo>
                  <a:pt x="1718195" y="0"/>
                </a:lnTo>
                <a:lnTo>
                  <a:pt x="1673733" y="0"/>
                </a:lnTo>
                <a:lnTo>
                  <a:pt x="1637220" y="25400"/>
                </a:lnTo>
                <a:lnTo>
                  <a:pt x="1594637" y="50800"/>
                </a:lnTo>
                <a:lnTo>
                  <a:pt x="1547495" y="63500"/>
                </a:lnTo>
                <a:lnTo>
                  <a:pt x="1343926" y="114300"/>
                </a:lnTo>
                <a:lnTo>
                  <a:pt x="1296898" y="127000"/>
                </a:lnTo>
                <a:lnTo>
                  <a:pt x="1254480" y="139700"/>
                </a:lnTo>
                <a:lnTo>
                  <a:pt x="1218184" y="152400"/>
                </a:lnTo>
                <a:lnTo>
                  <a:pt x="1181176" y="177800"/>
                </a:lnTo>
                <a:lnTo>
                  <a:pt x="1142682" y="190500"/>
                </a:lnTo>
                <a:lnTo>
                  <a:pt x="1102321" y="190500"/>
                </a:lnTo>
                <a:lnTo>
                  <a:pt x="1059764" y="203200"/>
                </a:lnTo>
                <a:lnTo>
                  <a:pt x="1014628" y="215900"/>
                </a:lnTo>
                <a:lnTo>
                  <a:pt x="966571" y="228600"/>
                </a:lnTo>
                <a:lnTo>
                  <a:pt x="915250" y="241300"/>
                </a:lnTo>
                <a:lnTo>
                  <a:pt x="860298" y="266700"/>
                </a:lnTo>
                <a:lnTo>
                  <a:pt x="742276" y="342900"/>
                </a:lnTo>
                <a:lnTo>
                  <a:pt x="686943" y="368300"/>
                </a:lnTo>
                <a:lnTo>
                  <a:pt x="635139" y="381000"/>
                </a:lnTo>
                <a:lnTo>
                  <a:pt x="586600" y="406400"/>
                </a:lnTo>
                <a:lnTo>
                  <a:pt x="541083" y="406400"/>
                </a:lnTo>
                <a:lnTo>
                  <a:pt x="498373" y="419100"/>
                </a:lnTo>
                <a:lnTo>
                  <a:pt x="458203" y="431800"/>
                </a:lnTo>
                <a:lnTo>
                  <a:pt x="420344" y="444500"/>
                </a:lnTo>
                <a:lnTo>
                  <a:pt x="384556" y="444500"/>
                </a:lnTo>
                <a:lnTo>
                  <a:pt x="347726" y="469900"/>
                </a:lnTo>
                <a:lnTo>
                  <a:pt x="316763" y="508000"/>
                </a:lnTo>
                <a:lnTo>
                  <a:pt x="291617" y="546100"/>
                </a:lnTo>
                <a:lnTo>
                  <a:pt x="272173" y="584200"/>
                </a:lnTo>
                <a:lnTo>
                  <a:pt x="258381" y="622300"/>
                </a:lnTo>
                <a:lnTo>
                  <a:pt x="250151" y="673100"/>
                </a:lnTo>
                <a:lnTo>
                  <a:pt x="247408" y="723900"/>
                </a:lnTo>
                <a:lnTo>
                  <a:pt x="250075" y="762000"/>
                </a:lnTo>
                <a:lnTo>
                  <a:pt x="258064" y="812800"/>
                </a:lnTo>
                <a:lnTo>
                  <a:pt x="258127" y="825500"/>
                </a:lnTo>
                <a:lnTo>
                  <a:pt x="258203" y="838200"/>
                </a:lnTo>
                <a:lnTo>
                  <a:pt x="258279" y="850900"/>
                </a:lnTo>
                <a:lnTo>
                  <a:pt x="259981" y="876300"/>
                </a:lnTo>
                <a:lnTo>
                  <a:pt x="264464" y="914400"/>
                </a:lnTo>
                <a:lnTo>
                  <a:pt x="273050" y="939800"/>
                </a:lnTo>
                <a:lnTo>
                  <a:pt x="244233" y="977900"/>
                </a:lnTo>
                <a:lnTo>
                  <a:pt x="219100" y="1016000"/>
                </a:lnTo>
                <a:lnTo>
                  <a:pt x="198056" y="1054100"/>
                </a:lnTo>
                <a:lnTo>
                  <a:pt x="181483" y="1104900"/>
                </a:lnTo>
                <a:lnTo>
                  <a:pt x="169748" y="1143000"/>
                </a:lnTo>
                <a:lnTo>
                  <a:pt x="163283" y="1193800"/>
                </a:lnTo>
                <a:lnTo>
                  <a:pt x="162445" y="1244600"/>
                </a:lnTo>
                <a:lnTo>
                  <a:pt x="167640" y="1295400"/>
                </a:lnTo>
                <a:lnTo>
                  <a:pt x="166903" y="1346200"/>
                </a:lnTo>
                <a:lnTo>
                  <a:pt x="174345" y="1384300"/>
                </a:lnTo>
                <a:lnTo>
                  <a:pt x="188556" y="1435100"/>
                </a:lnTo>
                <a:lnTo>
                  <a:pt x="208165" y="1473200"/>
                </a:lnTo>
                <a:lnTo>
                  <a:pt x="231800" y="1524000"/>
                </a:lnTo>
                <a:lnTo>
                  <a:pt x="258064" y="1562100"/>
                </a:lnTo>
                <a:lnTo>
                  <a:pt x="252552" y="1600200"/>
                </a:lnTo>
                <a:lnTo>
                  <a:pt x="252501" y="1612900"/>
                </a:lnTo>
                <a:lnTo>
                  <a:pt x="252387" y="1638300"/>
                </a:lnTo>
                <a:lnTo>
                  <a:pt x="253542" y="1689100"/>
                </a:lnTo>
                <a:lnTo>
                  <a:pt x="251968" y="1739900"/>
                </a:lnTo>
                <a:lnTo>
                  <a:pt x="250177" y="1803400"/>
                </a:lnTo>
                <a:lnTo>
                  <a:pt x="252742" y="1854200"/>
                </a:lnTo>
                <a:lnTo>
                  <a:pt x="260540" y="1892300"/>
                </a:lnTo>
                <a:lnTo>
                  <a:pt x="274434" y="1943100"/>
                </a:lnTo>
                <a:lnTo>
                  <a:pt x="295313" y="1981200"/>
                </a:lnTo>
                <a:lnTo>
                  <a:pt x="324040" y="2006600"/>
                </a:lnTo>
                <a:lnTo>
                  <a:pt x="361492" y="2032000"/>
                </a:lnTo>
                <a:lnTo>
                  <a:pt x="408559" y="2044700"/>
                </a:lnTo>
                <a:lnTo>
                  <a:pt x="469341" y="2057400"/>
                </a:lnTo>
                <a:lnTo>
                  <a:pt x="519252" y="2082800"/>
                </a:lnTo>
                <a:lnTo>
                  <a:pt x="560832" y="2095500"/>
                </a:lnTo>
                <a:lnTo>
                  <a:pt x="596696" y="2120900"/>
                </a:lnTo>
                <a:lnTo>
                  <a:pt x="629386" y="2133600"/>
                </a:lnTo>
                <a:lnTo>
                  <a:pt x="661504" y="2159000"/>
                </a:lnTo>
                <a:lnTo>
                  <a:pt x="695604" y="2171700"/>
                </a:lnTo>
                <a:lnTo>
                  <a:pt x="734288" y="2197100"/>
                </a:lnTo>
                <a:lnTo>
                  <a:pt x="780110" y="2209800"/>
                </a:lnTo>
                <a:lnTo>
                  <a:pt x="835660" y="2222500"/>
                </a:lnTo>
                <a:lnTo>
                  <a:pt x="900087" y="2247900"/>
                </a:lnTo>
                <a:lnTo>
                  <a:pt x="957757" y="2260600"/>
                </a:lnTo>
                <a:lnTo>
                  <a:pt x="1009548" y="2286000"/>
                </a:lnTo>
                <a:lnTo>
                  <a:pt x="1056322" y="2324100"/>
                </a:lnTo>
                <a:lnTo>
                  <a:pt x="1098981" y="2349500"/>
                </a:lnTo>
                <a:lnTo>
                  <a:pt x="1138389" y="2362200"/>
                </a:lnTo>
                <a:lnTo>
                  <a:pt x="1175448" y="2387600"/>
                </a:lnTo>
                <a:lnTo>
                  <a:pt x="1245997" y="2387600"/>
                </a:lnTo>
                <a:lnTo>
                  <a:pt x="1406906" y="2336800"/>
                </a:lnTo>
                <a:lnTo>
                  <a:pt x="1449133" y="2324100"/>
                </a:lnTo>
                <a:lnTo>
                  <a:pt x="1493075" y="2298700"/>
                </a:lnTo>
                <a:lnTo>
                  <a:pt x="1539214" y="2286000"/>
                </a:lnTo>
                <a:lnTo>
                  <a:pt x="1587995" y="2273300"/>
                </a:lnTo>
                <a:lnTo>
                  <a:pt x="1639887" y="2247900"/>
                </a:lnTo>
                <a:lnTo>
                  <a:pt x="1695361" y="2222500"/>
                </a:lnTo>
                <a:lnTo>
                  <a:pt x="1735035" y="2197100"/>
                </a:lnTo>
                <a:lnTo>
                  <a:pt x="1754886" y="2184400"/>
                </a:lnTo>
                <a:lnTo>
                  <a:pt x="1815680" y="2146300"/>
                </a:lnTo>
                <a:lnTo>
                  <a:pt x="1874583" y="2120900"/>
                </a:lnTo>
                <a:lnTo>
                  <a:pt x="1931225" y="2095500"/>
                </a:lnTo>
                <a:lnTo>
                  <a:pt x="1985302" y="2070100"/>
                </a:lnTo>
                <a:lnTo>
                  <a:pt x="2036457" y="2057400"/>
                </a:lnTo>
                <a:lnTo>
                  <a:pt x="2084374" y="2044700"/>
                </a:lnTo>
                <a:lnTo>
                  <a:pt x="2128710" y="2032000"/>
                </a:lnTo>
                <a:lnTo>
                  <a:pt x="2169134" y="2019300"/>
                </a:lnTo>
                <a:lnTo>
                  <a:pt x="2205317" y="2006600"/>
                </a:lnTo>
                <a:lnTo>
                  <a:pt x="2263648" y="1968500"/>
                </a:lnTo>
                <a:lnTo>
                  <a:pt x="2293150" y="1955800"/>
                </a:lnTo>
                <a:lnTo>
                  <a:pt x="2328151" y="1930400"/>
                </a:lnTo>
                <a:lnTo>
                  <a:pt x="2367978" y="1917700"/>
                </a:lnTo>
                <a:lnTo>
                  <a:pt x="2411996" y="1905000"/>
                </a:lnTo>
                <a:lnTo>
                  <a:pt x="2459571" y="1892300"/>
                </a:lnTo>
                <a:lnTo>
                  <a:pt x="2510040" y="1879600"/>
                </a:lnTo>
                <a:lnTo>
                  <a:pt x="2562783" y="1854200"/>
                </a:lnTo>
                <a:lnTo>
                  <a:pt x="2617127" y="1841500"/>
                </a:lnTo>
                <a:lnTo>
                  <a:pt x="2672435" y="1816100"/>
                </a:lnTo>
                <a:lnTo>
                  <a:pt x="2728087" y="1778000"/>
                </a:lnTo>
                <a:lnTo>
                  <a:pt x="2689999" y="1778000"/>
                </a:lnTo>
                <a:lnTo>
                  <a:pt x="2651772" y="1752600"/>
                </a:lnTo>
                <a:lnTo>
                  <a:pt x="2612517" y="1739900"/>
                </a:lnTo>
                <a:lnTo>
                  <a:pt x="2571369" y="1727200"/>
                </a:lnTo>
                <a:lnTo>
                  <a:pt x="2570022" y="1676400"/>
                </a:lnTo>
                <a:lnTo>
                  <a:pt x="2570708" y="1625600"/>
                </a:lnTo>
                <a:lnTo>
                  <a:pt x="2572474" y="1574800"/>
                </a:lnTo>
                <a:lnTo>
                  <a:pt x="2574366" y="1524000"/>
                </a:lnTo>
                <a:lnTo>
                  <a:pt x="2575433" y="1473200"/>
                </a:lnTo>
                <a:lnTo>
                  <a:pt x="2574760" y="1435100"/>
                </a:lnTo>
                <a:lnTo>
                  <a:pt x="2573909" y="1422400"/>
                </a:lnTo>
                <a:lnTo>
                  <a:pt x="2571369" y="1384300"/>
                </a:lnTo>
                <a:lnTo>
                  <a:pt x="2616911" y="1371600"/>
                </a:lnTo>
                <a:lnTo>
                  <a:pt x="2684322" y="1346200"/>
                </a:lnTo>
                <a:lnTo>
                  <a:pt x="2728087" y="1320800"/>
                </a:lnTo>
                <a:lnTo>
                  <a:pt x="2680347" y="1308100"/>
                </a:lnTo>
                <a:lnTo>
                  <a:pt x="2585656" y="1257300"/>
                </a:lnTo>
                <a:lnTo>
                  <a:pt x="2487041" y="1231900"/>
                </a:lnTo>
                <a:lnTo>
                  <a:pt x="2484526" y="1193800"/>
                </a:lnTo>
                <a:lnTo>
                  <a:pt x="2485288" y="1155700"/>
                </a:lnTo>
                <a:lnTo>
                  <a:pt x="2487612" y="1117600"/>
                </a:lnTo>
                <a:lnTo>
                  <a:pt x="2489797" y="1066800"/>
                </a:lnTo>
                <a:lnTo>
                  <a:pt x="2489898" y="1054100"/>
                </a:lnTo>
                <a:lnTo>
                  <a:pt x="2489987" y="1041400"/>
                </a:lnTo>
                <a:lnTo>
                  <a:pt x="2490076" y="1028700"/>
                </a:lnTo>
                <a:lnTo>
                  <a:pt x="2490178" y="1016000"/>
                </a:lnTo>
                <a:lnTo>
                  <a:pt x="2489123" y="990600"/>
                </a:lnTo>
                <a:lnTo>
                  <a:pt x="2487041" y="939800"/>
                </a:lnTo>
                <a:lnTo>
                  <a:pt x="2533497" y="914400"/>
                </a:lnTo>
                <a:lnTo>
                  <a:pt x="2576030" y="901700"/>
                </a:lnTo>
                <a:lnTo>
                  <a:pt x="2693619" y="863600"/>
                </a:lnTo>
                <a:lnTo>
                  <a:pt x="2734056" y="838200"/>
                </a:lnTo>
                <a:lnTo>
                  <a:pt x="2701950" y="825500"/>
                </a:lnTo>
                <a:lnTo>
                  <a:pt x="2666187" y="812800"/>
                </a:lnTo>
                <a:lnTo>
                  <a:pt x="2625191" y="800100"/>
                </a:lnTo>
                <a:lnTo>
                  <a:pt x="2577465" y="787400"/>
                </a:lnTo>
                <a:lnTo>
                  <a:pt x="2572410" y="723900"/>
                </a:lnTo>
                <a:lnTo>
                  <a:pt x="2571292" y="673100"/>
                </a:lnTo>
                <a:lnTo>
                  <a:pt x="2572753" y="622300"/>
                </a:lnTo>
                <a:lnTo>
                  <a:pt x="2575445" y="571500"/>
                </a:lnTo>
                <a:lnTo>
                  <a:pt x="2578023" y="533400"/>
                </a:lnTo>
                <a:lnTo>
                  <a:pt x="2578773" y="508000"/>
                </a:lnTo>
                <a:lnTo>
                  <a:pt x="2579141" y="495300"/>
                </a:lnTo>
                <a:lnTo>
                  <a:pt x="2577465" y="457200"/>
                </a:lnTo>
                <a:lnTo>
                  <a:pt x="2617851" y="431800"/>
                </a:lnTo>
                <a:lnTo>
                  <a:pt x="2653563" y="431800"/>
                </a:lnTo>
                <a:lnTo>
                  <a:pt x="2690368" y="419100"/>
                </a:lnTo>
                <a:lnTo>
                  <a:pt x="2734056" y="3937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71259" y="3549396"/>
            <a:ext cx="372110" cy="439420"/>
          </a:xfrm>
          <a:custGeom>
            <a:avLst/>
            <a:gdLst/>
            <a:ahLst/>
            <a:cxnLst/>
            <a:rect l="l" t="t" r="r" b="b"/>
            <a:pathLst>
              <a:path w="372109" h="439420">
                <a:moveTo>
                  <a:pt x="185927" y="0"/>
                </a:moveTo>
                <a:lnTo>
                  <a:pt x="161730" y="38869"/>
                </a:lnTo>
                <a:lnTo>
                  <a:pt x="134168" y="79050"/>
                </a:lnTo>
                <a:lnTo>
                  <a:pt x="103727" y="118871"/>
                </a:lnTo>
                <a:lnTo>
                  <a:pt x="70894" y="156661"/>
                </a:lnTo>
                <a:lnTo>
                  <a:pt x="36156" y="190746"/>
                </a:lnTo>
                <a:lnTo>
                  <a:pt x="0" y="219455"/>
                </a:lnTo>
                <a:lnTo>
                  <a:pt x="46986" y="253289"/>
                </a:lnTo>
                <a:lnTo>
                  <a:pt x="87601" y="286032"/>
                </a:lnTo>
                <a:lnTo>
                  <a:pt x="121824" y="319325"/>
                </a:lnTo>
                <a:lnTo>
                  <a:pt x="149634" y="354809"/>
                </a:lnTo>
                <a:lnTo>
                  <a:pt x="171009" y="394125"/>
                </a:lnTo>
                <a:lnTo>
                  <a:pt x="185927" y="438911"/>
                </a:lnTo>
                <a:lnTo>
                  <a:pt x="206597" y="392731"/>
                </a:lnTo>
                <a:lnTo>
                  <a:pt x="232748" y="349588"/>
                </a:lnTo>
                <a:lnTo>
                  <a:pt x="263366" y="310086"/>
                </a:lnTo>
                <a:lnTo>
                  <a:pt x="297433" y="274827"/>
                </a:lnTo>
                <a:lnTo>
                  <a:pt x="333935" y="244416"/>
                </a:lnTo>
                <a:lnTo>
                  <a:pt x="371856" y="219455"/>
                </a:lnTo>
                <a:lnTo>
                  <a:pt x="329861" y="187439"/>
                </a:lnTo>
                <a:lnTo>
                  <a:pt x="291676" y="154798"/>
                </a:lnTo>
                <a:lnTo>
                  <a:pt x="257746" y="120634"/>
                </a:lnTo>
                <a:lnTo>
                  <a:pt x="228515" y="84045"/>
                </a:lnTo>
                <a:lnTo>
                  <a:pt x="204427" y="44134"/>
                </a:lnTo>
                <a:lnTo>
                  <a:pt x="185927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64452" y="2820923"/>
            <a:ext cx="307975" cy="364490"/>
          </a:xfrm>
          <a:custGeom>
            <a:avLst/>
            <a:gdLst/>
            <a:ahLst/>
            <a:cxnLst/>
            <a:rect l="l" t="t" r="r" b="b"/>
            <a:pathLst>
              <a:path w="307975" h="364489">
                <a:moveTo>
                  <a:pt x="153924" y="0"/>
                </a:moveTo>
                <a:lnTo>
                  <a:pt x="137233" y="52785"/>
                </a:lnTo>
                <a:lnTo>
                  <a:pt x="111959" y="95963"/>
                </a:lnTo>
                <a:lnTo>
                  <a:pt x="79638" y="130960"/>
                </a:lnTo>
                <a:lnTo>
                  <a:pt x="41806" y="159203"/>
                </a:lnTo>
                <a:lnTo>
                  <a:pt x="0" y="182117"/>
                </a:lnTo>
                <a:lnTo>
                  <a:pt x="43866" y="212165"/>
                </a:lnTo>
                <a:lnTo>
                  <a:pt x="79784" y="240773"/>
                </a:lnTo>
                <a:lnTo>
                  <a:pt x="109161" y="272570"/>
                </a:lnTo>
                <a:lnTo>
                  <a:pt x="133404" y="312182"/>
                </a:lnTo>
                <a:lnTo>
                  <a:pt x="153924" y="364236"/>
                </a:lnTo>
                <a:lnTo>
                  <a:pt x="168639" y="313657"/>
                </a:lnTo>
                <a:lnTo>
                  <a:pt x="190146" y="272149"/>
                </a:lnTo>
                <a:lnTo>
                  <a:pt x="219687" y="237719"/>
                </a:lnTo>
                <a:lnTo>
                  <a:pt x="258506" y="208373"/>
                </a:lnTo>
                <a:lnTo>
                  <a:pt x="307848" y="182117"/>
                </a:lnTo>
                <a:lnTo>
                  <a:pt x="263993" y="155472"/>
                </a:lnTo>
                <a:lnTo>
                  <a:pt x="226545" y="120225"/>
                </a:lnTo>
                <a:lnTo>
                  <a:pt x="195632" y="80089"/>
                </a:lnTo>
                <a:lnTo>
                  <a:pt x="171382" y="38776"/>
                </a:lnTo>
                <a:lnTo>
                  <a:pt x="153924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73895" y="3404615"/>
            <a:ext cx="306705" cy="364490"/>
          </a:xfrm>
          <a:custGeom>
            <a:avLst/>
            <a:gdLst/>
            <a:ahLst/>
            <a:cxnLst/>
            <a:rect l="l" t="t" r="r" b="b"/>
            <a:pathLst>
              <a:path w="306704" h="364489">
                <a:moveTo>
                  <a:pt x="153161" y="0"/>
                </a:moveTo>
                <a:lnTo>
                  <a:pt x="126577" y="50651"/>
                </a:lnTo>
                <a:lnTo>
                  <a:pt x="98554" y="92762"/>
                </a:lnTo>
                <a:lnTo>
                  <a:pt x="68506" y="127759"/>
                </a:lnTo>
                <a:lnTo>
                  <a:pt x="35850" y="157069"/>
                </a:lnTo>
                <a:lnTo>
                  <a:pt x="0" y="182118"/>
                </a:lnTo>
                <a:lnTo>
                  <a:pt x="49981" y="205337"/>
                </a:lnTo>
                <a:lnTo>
                  <a:pt x="87032" y="238030"/>
                </a:lnTo>
                <a:lnTo>
                  <a:pt x="114409" y="277325"/>
                </a:lnTo>
                <a:lnTo>
                  <a:pt x="135367" y="320350"/>
                </a:lnTo>
                <a:lnTo>
                  <a:pt x="153161" y="364236"/>
                </a:lnTo>
                <a:lnTo>
                  <a:pt x="171248" y="315388"/>
                </a:lnTo>
                <a:lnTo>
                  <a:pt x="191786" y="274966"/>
                </a:lnTo>
                <a:lnTo>
                  <a:pt x="218596" y="240755"/>
                </a:lnTo>
                <a:lnTo>
                  <a:pt x="255501" y="210543"/>
                </a:lnTo>
                <a:lnTo>
                  <a:pt x="306324" y="182118"/>
                </a:lnTo>
                <a:lnTo>
                  <a:pt x="258878" y="160117"/>
                </a:lnTo>
                <a:lnTo>
                  <a:pt x="217480" y="131600"/>
                </a:lnTo>
                <a:lnTo>
                  <a:pt x="184489" y="95871"/>
                </a:lnTo>
                <a:lnTo>
                  <a:pt x="162263" y="52236"/>
                </a:lnTo>
                <a:lnTo>
                  <a:pt x="15316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87568" y="3640835"/>
            <a:ext cx="118110" cy="474345"/>
          </a:xfrm>
          <a:custGeom>
            <a:avLst/>
            <a:gdLst/>
            <a:ahLst/>
            <a:cxnLst/>
            <a:rect l="l" t="t" r="r" b="b"/>
            <a:pathLst>
              <a:path w="118109" h="474345">
                <a:moveTo>
                  <a:pt x="59507" y="0"/>
                </a:moveTo>
                <a:lnTo>
                  <a:pt x="39879" y="2998"/>
                </a:lnTo>
                <a:lnTo>
                  <a:pt x="21549" y="16367"/>
                </a:lnTo>
                <a:lnTo>
                  <a:pt x="8482" y="35236"/>
                </a:lnTo>
                <a:lnTo>
                  <a:pt x="4643" y="54737"/>
                </a:lnTo>
                <a:lnTo>
                  <a:pt x="5429" y="116628"/>
                </a:lnTo>
                <a:lnTo>
                  <a:pt x="4465" y="167952"/>
                </a:lnTo>
                <a:lnTo>
                  <a:pt x="857" y="256401"/>
                </a:lnTo>
                <a:lnTo>
                  <a:pt x="0" y="302279"/>
                </a:lnTo>
                <a:lnTo>
                  <a:pt x="964" y="355096"/>
                </a:lnTo>
                <a:lnTo>
                  <a:pt x="4643" y="419226"/>
                </a:lnTo>
                <a:lnTo>
                  <a:pt x="21883" y="460216"/>
                </a:lnTo>
                <a:lnTo>
                  <a:pt x="59507" y="473963"/>
                </a:lnTo>
                <a:lnTo>
                  <a:pt x="81366" y="466143"/>
                </a:lnTo>
                <a:lnTo>
                  <a:pt x="98654" y="454739"/>
                </a:lnTo>
                <a:lnTo>
                  <a:pt x="110084" y="439263"/>
                </a:lnTo>
                <a:lnTo>
                  <a:pt x="114371" y="419226"/>
                </a:lnTo>
                <a:lnTo>
                  <a:pt x="108346" y="354136"/>
                </a:lnTo>
                <a:lnTo>
                  <a:pt x="107506" y="300246"/>
                </a:lnTo>
                <a:lnTo>
                  <a:pt x="109945" y="253442"/>
                </a:lnTo>
                <a:lnTo>
                  <a:pt x="113757" y="209605"/>
                </a:lnTo>
                <a:lnTo>
                  <a:pt x="117036" y="164619"/>
                </a:lnTo>
                <a:lnTo>
                  <a:pt x="117876" y="114369"/>
                </a:lnTo>
                <a:lnTo>
                  <a:pt x="114371" y="54737"/>
                </a:lnTo>
                <a:lnTo>
                  <a:pt x="98607" y="18605"/>
                </a:lnTo>
                <a:lnTo>
                  <a:pt x="81206" y="6731"/>
                </a:lnTo>
                <a:lnTo>
                  <a:pt x="59507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88208" y="3130295"/>
            <a:ext cx="114300" cy="401320"/>
          </a:xfrm>
          <a:custGeom>
            <a:avLst/>
            <a:gdLst/>
            <a:ahLst/>
            <a:cxnLst/>
            <a:rect l="l" t="t" r="r" b="b"/>
            <a:pathLst>
              <a:path w="114300" h="401320">
                <a:moveTo>
                  <a:pt x="58868" y="0"/>
                </a:moveTo>
                <a:lnTo>
                  <a:pt x="37401" y="5925"/>
                </a:lnTo>
                <a:lnTo>
                  <a:pt x="20958" y="19018"/>
                </a:lnTo>
                <a:lnTo>
                  <a:pt x="9754" y="36254"/>
                </a:lnTo>
                <a:lnTo>
                  <a:pt x="4004" y="54609"/>
                </a:lnTo>
                <a:lnTo>
                  <a:pt x="9807" y="105198"/>
                </a:lnTo>
                <a:lnTo>
                  <a:pt x="9366" y="152531"/>
                </a:lnTo>
                <a:lnTo>
                  <a:pt x="5623" y="198453"/>
                </a:lnTo>
                <a:lnTo>
                  <a:pt x="1520" y="244808"/>
                </a:lnTo>
                <a:lnTo>
                  <a:pt x="0" y="293443"/>
                </a:lnTo>
                <a:lnTo>
                  <a:pt x="4004" y="346201"/>
                </a:lnTo>
                <a:lnTo>
                  <a:pt x="20101" y="384651"/>
                </a:lnTo>
                <a:lnTo>
                  <a:pt x="58868" y="400812"/>
                </a:lnTo>
                <a:lnTo>
                  <a:pt x="76477" y="395547"/>
                </a:lnTo>
                <a:lnTo>
                  <a:pt x="94586" y="382127"/>
                </a:lnTo>
                <a:lnTo>
                  <a:pt x="108552" y="364396"/>
                </a:lnTo>
                <a:lnTo>
                  <a:pt x="113732" y="346201"/>
                </a:lnTo>
                <a:lnTo>
                  <a:pt x="106085" y="286811"/>
                </a:lnTo>
                <a:lnTo>
                  <a:pt x="104757" y="238995"/>
                </a:lnTo>
                <a:lnTo>
                  <a:pt x="107302" y="197310"/>
                </a:lnTo>
                <a:lnTo>
                  <a:pt x="111276" y="156313"/>
                </a:lnTo>
                <a:lnTo>
                  <a:pt x="114234" y="110561"/>
                </a:lnTo>
                <a:lnTo>
                  <a:pt x="113732" y="54609"/>
                </a:lnTo>
                <a:lnTo>
                  <a:pt x="112499" y="35254"/>
                </a:lnTo>
                <a:lnTo>
                  <a:pt x="100539" y="18446"/>
                </a:lnTo>
                <a:lnTo>
                  <a:pt x="81460" y="6068"/>
                </a:lnTo>
                <a:lnTo>
                  <a:pt x="58868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91140" y="2766060"/>
            <a:ext cx="115570" cy="254635"/>
          </a:xfrm>
          <a:custGeom>
            <a:avLst/>
            <a:gdLst/>
            <a:ahLst/>
            <a:cxnLst/>
            <a:rect l="l" t="t" r="r" b="b"/>
            <a:pathLst>
              <a:path w="115570" h="254635">
                <a:moveTo>
                  <a:pt x="55935" y="0"/>
                </a:moveTo>
                <a:lnTo>
                  <a:pt x="33397" y="2905"/>
                </a:lnTo>
                <a:lnTo>
                  <a:pt x="15835" y="15430"/>
                </a:lnTo>
                <a:lnTo>
                  <a:pt x="4607" y="33861"/>
                </a:lnTo>
                <a:lnTo>
                  <a:pt x="1071" y="54482"/>
                </a:lnTo>
                <a:lnTo>
                  <a:pt x="1714" y="95190"/>
                </a:lnTo>
                <a:lnTo>
                  <a:pt x="0" y="158317"/>
                </a:lnTo>
                <a:lnTo>
                  <a:pt x="1071" y="200025"/>
                </a:lnTo>
                <a:lnTo>
                  <a:pt x="15882" y="237553"/>
                </a:lnTo>
                <a:lnTo>
                  <a:pt x="55935" y="254507"/>
                </a:lnTo>
                <a:lnTo>
                  <a:pt x="75241" y="248281"/>
                </a:lnTo>
                <a:lnTo>
                  <a:pt x="92178" y="237077"/>
                </a:lnTo>
                <a:lnTo>
                  <a:pt x="104709" y="220968"/>
                </a:lnTo>
                <a:lnTo>
                  <a:pt x="110799" y="200025"/>
                </a:lnTo>
                <a:lnTo>
                  <a:pt x="110085" y="153906"/>
                </a:lnTo>
                <a:lnTo>
                  <a:pt x="113085" y="117109"/>
                </a:lnTo>
                <a:lnTo>
                  <a:pt x="110799" y="54482"/>
                </a:lnTo>
                <a:lnTo>
                  <a:pt x="96273" y="18192"/>
                </a:lnTo>
                <a:lnTo>
                  <a:pt x="79063" y="4548"/>
                </a:lnTo>
                <a:lnTo>
                  <a:pt x="55935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196276" y="3469489"/>
            <a:ext cx="170180" cy="391160"/>
          </a:xfrm>
          <a:custGeom>
            <a:avLst/>
            <a:gdLst/>
            <a:ahLst/>
            <a:cxnLst/>
            <a:rect l="l" t="t" r="r" b="b"/>
            <a:pathLst>
              <a:path w="170179" h="391160">
                <a:moveTo>
                  <a:pt x="107801" y="0"/>
                </a:moveTo>
                <a:lnTo>
                  <a:pt x="88917" y="7929"/>
                </a:lnTo>
                <a:lnTo>
                  <a:pt x="73606" y="22288"/>
                </a:lnTo>
                <a:lnTo>
                  <a:pt x="63295" y="40790"/>
                </a:lnTo>
                <a:lnTo>
                  <a:pt x="57505" y="101550"/>
                </a:lnTo>
                <a:lnTo>
                  <a:pt x="44240" y="151200"/>
                </a:lnTo>
                <a:lnTo>
                  <a:pt x="12288" y="234461"/>
                </a:lnTo>
                <a:lnTo>
                  <a:pt x="2103" y="276713"/>
                </a:lnTo>
                <a:lnTo>
                  <a:pt x="1446" y="325143"/>
                </a:lnTo>
                <a:lnTo>
                  <a:pt x="0" y="346225"/>
                </a:lnTo>
                <a:lnTo>
                  <a:pt x="7209" y="365593"/>
                </a:lnTo>
                <a:lnTo>
                  <a:pt x="21538" y="381150"/>
                </a:lnTo>
                <a:lnTo>
                  <a:pt x="41451" y="390802"/>
                </a:lnTo>
                <a:lnTo>
                  <a:pt x="44499" y="389786"/>
                </a:lnTo>
                <a:lnTo>
                  <a:pt x="47928" y="390929"/>
                </a:lnTo>
                <a:lnTo>
                  <a:pt x="52373" y="390802"/>
                </a:lnTo>
                <a:lnTo>
                  <a:pt x="69300" y="390425"/>
                </a:lnTo>
                <a:lnTo>
                  <a:pt x="83774" y="382357"/>
                </a:lnTo>
                <a:lnTo>
                  <a:pt x="96200" y="368478"/>
                </a:lnTo>
                <a:lnTo>
                  <a:pt x="106983" y="350670"/>
                </a:lnTo>
                <a:lnTo>
                  <a:pt x="115542" y="299004"/>
                </a:lnTo>
                <a:lnTo>
                  <a:pt x="127110" y="252255"/>
                </a:lnTo>
                <a:lnTo>
                  <a:pt x="139955" y="208018"/>
                </a:lnTo>
                <a:lnTo>
                  <a:pt x="152346" y="163886"/>
                </a:lnTo>
                <a:lnTo>
                  <a:pt x="162549" y="117455"/>
                </a:lnTo>
                <a:lnTo>
                  <a:pt x="168832" y="66317"/>
                </a:lnTo>
                <a:lnTo>
                  <a:pt x="170082" y="41344"/>
                </a:lnTo>
                <a:lnTo>
                  <a:pt x="162831" y="21121"/>
                </a:lnTo>
                <a:lnTo>
                  <a:pt x="148580" y="7113"/>
                </a:lnTo>
                <a:lnTo>
                  <a:pt x="128827" y="785"/>
                </a:lnTo>
                <a:lnTo>
                  <a:pt x="10780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307451" y="3034815"/>
            <a:ext cx="156845" cy="327025"/>
          </a:xfrm>
          <a:custGeom>
            <a:avLst/>
            <a:gdLst/>
            <a:ahLst/>
            <a:cxnLst/>
            <a:rect l="l" t="t" r="r" b="b"/>
            <a:pathLst>
              <a:path w="156845" h="327025">
                <a:moveTo>
                  <a:pt x="53909" y="325096"/>
                </a:moveTo>
                <a:lnTo>
                  <a:pt x="45084" y="325096"/>
                </a:lnTo>
                <a:lnTo>
                  <a:pt x="47117" y="326874"/>
                </a:lnTo>
                <a:lnTo>
                  <a:pt x="50926" y="325604"/>
                </a:lnTo>
                <a:lnTo>
                  <a:pt x="53909" y="325096"/>
                </a:lnTo>
                <a:close/>
              </a:path>
              <a:path w="156845" h="327025">
                <a:moveTo>
                  <a:pt x="112826" y="0"/>
                </a:moveTo>
                <a:lnTo>
                  <a:pt x="89927" y="0"/>
                </a:lnTo>
                <a:lnTo>
                  <a:pt x="70865" y="8643"/>
                </a:lnTo>
                <a:lnTo>
                  <a:pt x="56372" y="23915"/>
                </a:lnTo>
                <a:lnTo>
                  <a:pt x="47244" y="43791"/>
                </a:lnTo>
                <a:lnTo>
                  <a:pt x="42915" y="90945"/>
                </a:lnTo>
                <a:lnTo>
                  <a:pt x="30815" y="128694"/>
                </a:lnTo>
                <a:lnTo>
                  <a:pt x="16154" y="164455"/>
                </a:lnTo>
                <a:lnTo>
                  <a:pt x="4145" y="205648"/>
                </a:lnTo>
                <a:lnTo>
                  <a:pt x="0" y="259691"/>
                </a:lnTo>
                <a:lnTo>
                  <a:pt x="1875" y="283920"/>
                </a:lnTo>
                <a:lnTo>
                  <a:pt x="10048" y="303791"/>
                </a:lnTo>
                <a:lnTo>
                  <a:pt x="23199" y="318091"/>
                </a:lnTo>
                <a:lnTo>
                  <a:pt x="40004" y="325604"/>
                </a:lnTo>
                <a:lnTo>
                  <a:pt x="45084" y="325096"/>
                </a:lnTo>
                <a:lnTo>
                  <a:pt x="53909" y="325096"/>
                </a:lnTo>
                <a:lnTo>
                  <a:pt x="100451" y="302315"/>
                </a:lnTo>
                <a:lnTo>
                  <a:pt x="114811" y="239921"/>
                </a:lnTo>
                <a:lnTo>
                  <a:pt x="127771" y="199783"/>
                </a:lnTo>
                <a:lnTo>
                  <a:pt x="142596" y="160767"/>
                </a:lnTo>
                <a:lnTo>
                  <a:pt x="153910" y="118708"/>
                </a:lnTo>
                <a:lnTo>
                  <a:pt x="156337" y="69445"/>
                </a:lnTo>
                <a:lnTo>
                  <a:pt x="156082" y="68556"/>
                </a:lnTo>
                <a:lnTo>
                  <a:pt x="156718" y="67413"/>
                </a:lnTo>
                <a:lnTo>
                  <a:pt x="156337" y="65762"/>
                </a:lnTo>
                <a:lnTo>
                  <a:pt x="151602" y="43981"/>
                </a:lnTo>
                <a:lnTo>
                  <a:pt x="143224" y="23915"/>
                </a:lnTo>
                <a:lnTo>
                  <a:pt x="130512" y="8326"/>
                </a:lnTo>
                <a:lnTo>
                  <a:pt x="11282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558783" y="3312588"/>
            <a:ext cx="355600" cy="474980"/>
          </a:xfrm>
          <a:custGeom>
            <a:avLst/>
            <a:gdLst/>
            <a:ahLst/>
            <a:cxnLst/>
            <a:rect l="l" t="t" r="r" b="b"/>
            <a:pathLst>
              <a:path w="355600" h="474979">
                <a:moveTo>
                  <a:pt x="295513" y="0"/>
                </a:moveTo>
                <a:lnTo>
                  <a:pt x="276461" y="7439"/>
                </a:lnTo>
                <a:lnTo>
                  <a:pt x="259207" y="25987"/>
                </a:lnTo>
                <a:lnTo>
                  <a:pt x="240641" y="72231"/>
                </a:lnTo>
                <a:lnTo>
                  <a:pt x="213437" y="116120"/>
                </a:lnTo>
                <a:lnTo>
                  <a:pt x="180330" y="158006"/>
                </a:lnTo>
                <a:lnTo>
                  <a:pt x="144056" y="198242"/>
                </a:lnTo>
                <a:lnTo>
                  <a:pt x="107351" y="237182"/>
                </a:lnTo>
                <a:lnTo>
                  <a:pt x="72949" y="275180"/>
                </a:lnTo>
                <a:lnTo>
                  <a:pt x="43587" y="312588"/>
                </a:lnTo>
                <a:lnTo>
                  <a:pt x="21999" y="349759"/>
                </a:lnTo>
                <a:lnTo>
                  <a:pt x="10922" y="387048"/>
                </a:lnTo>
                <a:lnTo>
                  <a:pt x="6322" y="395918"/>
                </a:lnTo>
                <a:lnTo>
                  <a:pt x="3175" y="403336"/>
                </a:lnTo>
                <a:lnTo>
                  <a:pt x="1170" y="410801"/>
                </a:lnTo>
                <a:lnTo>
                  <a:pt x="0" y="419814"/>
                </a:lnTo>
                <a:lnTo>
                  <a:pt x="480" y="439600"/>
                </a:lnTo>
                <a:lnTo>
                  <a:pt x="12223" y="455136"/>
                </a:lnTo>
                <a:lnTo>
                  <a:pt x="31539" y="466695"/>
                </a:lnTo>
                <a:lnTo>
                  <a:pt x="54737" y="474551"/>
                </a:lnTo>
                <a:lnTo>
                  <a:pt x="67730" y="473170"/>
                </a:lnTo>
                <a:lnTo>
                  <a:pt x="80105" y="468741"/>
                </a:lnTo>
                <a:lnTo>
                  <a:pt x="91670" y="460835"/>
                </a:lnTo>
                <a:lnTo>
                  <a:pt x="102235" y="449024"/>
                </a:lnTo>
                <a:lnTo>
                  <a:pt x="124743" y="392925"/>
                </a:lnTo>
                <a:lnTo>
                  <a:pt x="149753" y="346262"/>
                </a:lnTo>
                <a:lnTo>
                  <a:pt x="176736" y="306704"/>
                </a:lnTo>
                <a:lnTo>
                  <a:pt x="205165" y="271919"/>
                </a:lnTo>
                <a:lnTo>
                  <a:pt x="234512" y="239574"/>
                </a:lnTo>
                <a:lnTo>
                  <a:pt x="264249" y="207338"/>
                </a:lnTo>
                <a:lnTo>
                  <a:pt x="293848" y="172879"/>
                </a:lnTo>
                <a:lnTo>
                  <a:pt x="322780" y="133865"/>
                </a:lnTo>
                <a:lnTo>
                  <a:pt x="350520" y="87963"/>
                </a:lnTo>
                <a:lnTo>
                  <a:pt x="355274" y="67107"/>
                </a:lnTo>
                <a:lnTo>
                  <a:pt x="354933" y="47037"/>
                </a:lnTo>
                <a:lnTo>
                  <a:pt x="348734" y="29206"/>
                </a:lnTo>
                <a:lnTo>
                  <a:pt x="335915" y="15065"/>
                </a:lnTo>
                <a:lnTo>
                  <a:pt x="315589" y="2823"/>
                </a:lnTo>
                <a:lnTo>
                  <a:pt x="29551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315072" y="3389927"/>
            <a:ext cx="183515" cy="470534"/>
          </a:xfrm>
          <a:custGeom>
            <a:avLst/>
            <a:gdLst/>
            <a:ahLst/>
            <a:cxnLst/>
            <a:rect l="l" t="t" r="r" b="b"/>
            <a:pathLst>
              <a:path w="183515" h="470535">
                <a:moveTo>
                  <a:pt x="63563" y="0"/>
                </a:moveTo>
                <a:lnTo>
                  <a:pt x="25288" y="11437"/>
                </a:lnTo>
                <a:lnTo>
                  <a:pt x="126" y="45021"/>
                </a:lnTo>
                <a:lnTo>
                  <a:pt x="0" y="68409"/>
                </a:lnTo>
                <a:lnTo>
                  <a:pt x="19116" y="123697"/>
                </a:lnTo>
                <a:lnTo>
                  <a:pt x="31324" y="176322"/>
                </a:lnTo>
                <a:lnTo>
                  <a:pt x="39121" y="227056"/>
                </a:lnTo>
                <a:lnTo>
                  <a:pt x="45009" y="276673"/>
                </a:lnTo>
                <a:lnTo>
                  <a:pt x="51484" y="325945"/>
                </a:lnTo>
                <a:lnTo>
                  <a:pt x="61048" y="375646"/>
                </a:lnTo>
                <a:lnTo>
                  <a:pt x="76200" y="426549"/>
                </a:lnTo>
                <a:lnTo>
                  <a:pt x="110811" y="466054"/>
                </a:lnTo>
                <a:lnTo>
                  <a:pt x="130555" y="470364"/>
                </a:lnTo>
                <a:lnTo>
                  <a:pt x="138049" y="470237"/>
                </a:lnTo>
                <a:lnTo>
                  <a:pt x="141477" y="466681"/>
                </a:lnTo>
                <a:lnTo>
                  <a:pt x="163014" y="459206"/>
                </a:lnTo>
                <a:lnTo>
                  <a:pt x="176895" y="444313"/>
                </a:lnTo>
                <a:lnTo>
                  <a:pt x="183036" y="424158"/>
                </a:lnTo>
                <a:lnTo>
                  <a:pt x="181355" y="400895"/>
                </a:lnTo>
                <a:lnTo>
                  <a:pt x="169797" y="350392"/>
                </a:lnTo>
                <a:lnTo>
                  <a:pt x="162708" y="303645"/>
                </a:lnTo>
                <a:lnTo>
                  <a:pt x="157546" y="258270"/>
                </a:lnTo>
                <a:lnTo>
                  <a:pt x="151766" y="211879"/>
                </a:lnTo>
                <a:lnTo>
                  <a:pt x="142824" y="162087"/>
                </a:lnTo>
                <a:lnTo>
                  <a:pt x="128178" y="106507"/>
                </a:lnTo>
                <a:lnTo>
                  <a:pt x="105282" y="42755"/>
                </a:lnTo>
                <a:lnTo>
                  <a:pt x="100282" y="20518"/>
                </a:lnTo>
                <a:lnTo>
                  <a:pt x="84423" y="6115"/>
                </a:lnTo>
                <a:lnTo>
                  <a:pt x="6356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237124" y="3037322"/>
            <a:ext cx="139065" cy="254635"/>
          </a:xfrm>
          <a:custGeom>
            <a:avLst/>
            <a:gdLst/>
            <a:ahLst/>
            <a:cxnLst/>
            <a:rect l="l" t="t" r="r" b="b"/>
            <a:pathLst>
              <a:path w="139065" h="254635">
                <a:moveTo>
                  <a:pt x="97192" y="252358"/>
                </a:moveTo>
                <a:lnTo>
                  <a:pt x="87219" y="252358"/>
                </a:lnTo>
                <a:lnTo>
                  <a:pt x="93315" y="254263"/>
                </a:lnTo>
                <a:lnTo>
                  <a:pt x="95601" y="252993"/>
                </a:lnTo>
                <a:lnTo>
                  <a:pt x="97192" y="252358"/>
                </a:lnTo>
                <a:close/>
              </a:path>
              <a:path w="139065" h="254635">
                <a:moveTo>
                  <a:pt x="62823" y="0"/>
                </a:moveTo>
                <a:lnTo>
                  <a:pt x="40737" y="1660"/>
                </a:lnTo>
                <a:lnTo>
                  <a:pt x="23284" y="9346"/>
                </a:lnTo>
                <a:lnTo>
                  <a:pt x="8653" y="24663"/>
                </a:lnTo>
                <a:lnTo>
                  <a:pt x="0" y="44862"/>
                </a:lnTo>
                <a:lnTo>
                  <a:pt x="478" y="67192"/>
                </a:lnTo>
                <a:lnTo>
                  <a:pt x="7685" y="106293"/>
                </a:lnTo>
                <a:lnTo>
                  <a:pt x="12606" y="141011"/>
                </a:lnTo>
                <a:lnTo>
                  <a:pt x="29688" y="209305"/>
                </a:lnTo>
                <a:lnTo>
                  <a:pt x="51325" y="243199"/>
                </a:lnTo>
                <a:lnTo>
                  <a:pt x="84679" y="252993"/>
                </a:lnTo>
                <a:lnTo>
                  <a:pt x="87219" y="252358"/>
                </a:lnTo>
                <a:lnTo>
                  <a:pt x="97192" y="252358"/>
                </a:lnTo>
                <a:lnTo>
                  <a:pt x="117054" y="244433"/>
                </a:lnTo>
                <a:lnTo>
                  <a:pt x="132161" y="229181"/>
                </a:lnTo>
                <a:lnTo>
                  <a:pt x="139053" y="209452"/>
                </a:lnTo>
                <a:lnTo>
                  <a:pt x="135860" y="187461"/>
                </a:lnTo>
                <a:lnTo>
                  <a:pt x="123795" y="149129"/>
                </a:lnTo>
                <a:lnTo>
                  <a:pt x="118302" y="108737"/>
                </a:lnTo>
                <a:lnTo>
                  <a:pt x="114286" y="72179"/>
                </a:lnTo>
                <a:lnTo>
                  <a:pt x="106650" y="45348"/>
                </a:lnTo>
                <a:lnTo>
                  <a:pt x="106269" y="43951"/>
                </a:lnTo>
                <a:lnTo>
                  <a:pt x="106777" y="43189"/>
                </a:lnTo>
                <a:lnTo>
                  <a:pt x="106650" y="41665"/>
                </a:lnTo>
                <a:lnTo>
                  <a:pt x="96565" y="21967"/>
                </a:lnTo>
                <a:lnTo>
                  <a:pt x="81694" y="7423"/>
                </a:lnTo>
                <a:lnTo>
                  <a:pt x="6282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782789" y="3318843"/>
            <a:ext cx="357505" cy="468630"/>
          </a:xfrm>
          <a:custGeom>
            <a:avLst/>
            <a:gdLst/>
            <a:ahLst/>
            <a:cxnLst/>
            <a:rect l="l" t="t" r="r" b="b"/>
            <a:pathLst>
              <a:path w="357504" h="468629">
                <a:moveTo>
                  <a:pt x="61636" y="0"/>
                </a:moveTo>
                <a:lnTo>
                  <a:pt x="9663" y="27636"/>
                </a:lnTo>
                <a:lnTo>
                  <a:pt x="0" y="65748"/>
                </a:lnTo>
                <a:lnTo>
                  <a:pt x="6502" y="85518"/>
                </a:lnTo>
                <a:lnTo>
                  <a:pt x="35361" y="119591"/>
                </a:lnTo>
                <a:lnTo>
                  <a:pt x="63338" y="159853"/>
                </a:lnTo>
                <a:lnTo>
                  <a:pt x="90670" y="204296"/>
                </a:lnTo>
                <a:lnTo>
                  <a:pt x="144349" y="297706"/>
                </a:lnTo>
                <a:lnTo>
                  <a:pt x="171170" y="342660"/>
                </a:lnTo>
                <a:lnTo>
                  <a:pt x="198295" y="383773"/>
                </a:lnTo>
                <a:lnTo>
                  <a:pt x="225961" y="419039"/>
                </a:lnTo>
                <a:lnTo>
                  <a:pt x="254406" y="446452"/>
                </a:lnTo>
                <a:lnTo>
                  <a:pt x="260840" y="455723"/>
                </a:lnTo>
                <a:lnTo>
                  <a:pt x="271583" y="462232"/>
                </a:lnTo>
                <a:lnTo>
                  <a:pt x="284660" y="466312"/>
                </a:lnTo>
                <a:lnTo>
                  <a:pt x="298094" y="468296"/>
                </a:lnTo>
                <a:lnTo>
                  <a:pt x="307304" y="468254"/>
                </a:lnTo>
                <a:lnTo>
                  <a:pt x="346840" y="444519"/>
                </a:lnTo>
                <a:lnTo>
                  <a:pt x="356989" y="403300"/>
                </a:lnTo>
                <a:lnTo>
                  <a:pt x="345465" y="384476"/>
                </a:lnTo>
                <a:lnTo>
                  <a:pt x="312195" y="352054"/>
                </a:lnTo>
                <a:lnTo>
                  <a:pt x="280895" y="313946"/>
                </a:lnTo>
                <a:lnTo>
                  <a:pt x="251335" y="271766"/>
                </a:lnTo>
                <a:lnTo>
                  <a:pt x="223283" y="227127"/>
                </a:lnTo>
                <a:lnTo>
                  <a:pt x="196508" y="181644"/>
                </a:lnTo>
                <a:lnTo>
                  <a:pt x="170779" y="136930"/>
                </a:lnTo>
                <a:lnTo>
                  <a:pt x="145866" y="94599"/>
                </a:lnTo>
                <a:lnTo>
                  <a:pt x="121537" y="56265"/>
                </a:lnTo>
                <a:lnTo>
                  <a:pt x="97561" y="23542"/>
                </a:lnTo>
                <a:lnTo>
                  <a:pt x="80010" y="6276"/>
                </a:lnTo>
                <a:lnTo>
                  <a:pt x="6163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251684" y="3980403"/>
            <a:ext cx="3197225" cy="2133600"/>
          </a:xfrm>
          <a:custGeom>
            <a:avLst/>
            <a:gdLst/>
            <a:ahLst/>
            <a:cxnLst/>
            <a:rect l="l" t="t" r="r" b="b"/>
            <a:pathLst>
              <a:path w="3197225" h="2133600">
                <a:moveTo>
                  <a:pt x="1731551" y="2120900"/>
                </a:moveTo>
                <a:lnTo>
                  <a:pt x="1465010" y="2120900"/>
                </a:lnTo>
                <a:lnTo>
                  <a:pt x="1484594" y="2133600"/>
                </a:lnTo>
                <a:lnTo>
                  <a:pt x="1711031" y="2133600"/>
                </a:lnTo>
                <a:lnTo>
                  <a:pt x="1731551" y="2120900"/>
                </a:lnTo>
                <a:close/>
              </a:path>
              <a:path w="3197225" h="2133600">
                <a:moveTo>
                  <a:pt x="1180221" y="1739900"/>
                </a:moveTo>
                <a:lnTo>
                  <a:pt x="551551" y="1739900"/>
                </a:lnTo>
                <a:lnTo>
                  <a:pt x="595997" y="1752600"/>
                </a:lnTo>
                <a:lnTo>
                  <a:pt x="641239" y="1752600"/>
                </a:lnTo>
                <a:lnTo>
                  <a:pt x="734182" y="1778000"/>
                </a:lnTo>
                <a:lnTo>
                  <a:pt x="781919" y="1778000"/>
                </a:lnTo>
                <a:lnTo>
                  <a:pt x="830523" y="1803400"/>
                </a:lnTo>
                <a:lnTo>
                  <a:pt x="930404" y="1828800"/>
                </a:lnTo>
                <a:lnTo>
                  <a:pt x="981716" y="1854200"/>
                </a:lnTo>
                <a:lnTo>
                  <a:pt x="1087175" y="1905000"/>
                </a:lnTo>
                <a:lnTo>
                  <a:pt x="1196529" y="1955800"/>
                </a:lnTo>
                <a:lnTo>
                  <a:pt x="1252712" y="1993900"/>
                </a:lnTo>
                <a:lnTo>
                  <a:pt x="1309923" y="2032000"/>
                </a:lnTo>
                <a:lnTo>
                  <a:pt x="1368178" y="2070100"/>
                </a:lnTo>
                <a:lnTo>
                  <a:pt x="1427497" y="2108200"/>
                </a:lnTo>
                <a:lnTo>
                  <a:pt x="1446736" y="2120900"/>
                </a:lnTo>
                <a:lnTo>
                  <a:pt x="1750571" y="2120900"/>
                </a:lnTo>
                <a:lnTo>
                  <a:pt x="1766841" y="2108200"/>
                </a:lnTo>
                <a:lnTo>
                  <a:pt x="1826544" y="2082800"/>
                </a:lnTo>
                <a:lnTo>
                  <a:pt x="1885949" y="2044700"/>
                </a:lnTo>
                <a:lnTo>
                  <a:pt x="2119334" y="1943100"/>
                </a:lnTo>
                <a:lnTo>
                  <a:pt x="1690260" y="1943100"/>
                </a:lnTo>
                <a:lnTo>
                  <a:pt x="1701382" y="1930400"/>
                </a:lnTo>
                <a:lnTo>
                  <a:pt x="1500522" y="1930400"/>
                </a:lnTo>
                <a:lnTo>
                  <a:pt x="1324800" y="1816100"/>
                </a:lnTo>
                <a:lnTo>
                  <a:pt x="1266635" y="1790700"/>
                </a:lnTo>
                <a:lnTo>
                  <a:pt x="1208859" y="1752600"/>
                </a:lnTo>
                <a:lnTo>
                  <a:pt x="1180221" y="1739900"/>
                </a:lnTo>
                <a:close/>
              </a:path>
              <a:path w="3197225" h="2133600">
                <a:moveTo>
                  <a:pt x="2942977" y="368300"/>
                </a:moveTo>
                <a:lnTo>
                  <a:pt x="2799351" y="368300"/>
                </a:lnTo>
                <a:lnTo>
                  <a:pt x="2814534" y="419100"/>
                </a:lnTo>
                <a:lnTo>
                  <a:pt x="2825702" y="457200"/>
                </a:lnTo>
                <a:lnTo>
                  <a:pt x="2833479" y="508000"/>
                </a:lnTo>
                <a:lnTo>
                  <a:pt x="2838491" y="546100"/>
                </a:lnTo>
                <a:lnTo>
                  <a:pt x="2841364" y="584200"/>
                </a:lnTo>
                <a:lnTo>
                  <a:pt x="2842722" y="635000"/>
                </a:lnTo>
                <a:lnTo>
                  <a:pt x="2843191" y="673100"/>
                </a:lnTo>
                <a:lnTo>
                  <a:pt x="2843294" y="698500"/>
                </a:lnTo>
                <a:lnTo>
                  <a:pt x="2843397" y="723900"/>
                </a:lnTo>
                <a:lnTo>
                  <a:pt x="2843964" y="774700"/>
                </a:lnTo>
                <a:lnTo>
                  <a:pt x="2845518" y="825500"/>
                </a:lnTo>
                <a:lnTo>
                  <a:pt x="2848685" y="876300"/>
                </a:lnTo>
                <a:lnTo>
                  <a:pt x="2854088" y="939800"/>
                </a:lnTo>
                <a:lnTo>
                  <a:pt x="2860782" y="1003300"/>
                </a:lnTo>
                <a:lnTo>
                  <a:pt x="2866294" y="1054100"/>
                </a:lnTo>
                <a:lnTo>
                  <a:pt x="2870904" y="1104900"/>
                </a:lnTo>
                <a:lnTo>
                  <a:pt x="2874890" y="1155700"/>
                </a:lnTo>
                <a:lnTo>
                  <a:pt x="2882113" y="1244600"/>
                </a:lnTo>
                <a:lnTo>
                  <a:pt x="2885907" y="1295400"/>
                </a:lnTo>
                <a:lnTo>
                  <a:pt x="2890196" y="1346200"/>
                </a:lnTo>
                <a:lnTo>
                  <a:pt x="2895260" y="1397000"/>
                </a:lnTo>
                <a:lnTo>
                  <a:pt x="2901376" y="1447800"/>
                </a:lnTo>
                <a:lnTo>
                  <a:pt x="2908825" y="1511300"/>
                </a:lnTo>
                <a:lnTo>
                  <a:pt x="2885493" y="1524000"/>
                </a:lnTo>
                <a:lnTo>
                  <a:pt x="2858953" y="1536700"/>
                </a:lnTo>
                <a:lnTo>
                  <a:pt x="2829370" y="1536700"/>
                </a:lnTo>
                <a:lnTo>
                  <a:pt x="2796910" y="1549400"/>
                </a:lnTo>
                <a:lnTo>
                  <a:pt x="2761739" y="1562100"/>
                </a:lnTo>
                <a:lnTo>
                  <a:pt x="2724023" y="1574800"/>
                </a:lnTo>
                <a:lnTo>
                  <a:pt x="2683927" y="1587500"/>
                </a:lnTo>
                <a:lnTo>
                  <a:pt x="2641617" y="1587500"/>
                </a:lnTo>
                <a:lnTo>
                  <a:pt x="2551016" y="1612900"/>
                </a:lnTo>
                <a:lnTo>
                  <a:pt x="2503058" y="1625600"/>
                </a:lnTo>
                <a:lnTo>
                  <a:pt x="2402651" y="1651000"/>
                </a:lnTo>
                <a:lnTo>
                  <a:pt x="2350535" y="1676400"/>
                </a:lnTo>
                <a:lnTo>
                  <a:pt x="2188521" y="1714500"/>
                </a:lnTo>
                <a:lnTo>
                  <a:pt x="2133180" y="1739900"/>
                </a:lnTo>
                <a:lnTo>
                  <a:pt x="2077447" y="1752600"/>
                </a:lnTo>
                <a:lnTo>
                  <a:pt x="1744098" y="1905000"/>
                </a:lnTo>
                <a:lnTo>
                  <a:pt x="1690260" y="1943100"/>
                </a:lnTo>
                <a:lnTo>
                  <a:pt x="2119334" y="1943100"/>
                </a:lnTo>
                <a:lnTo>
                  <a:pt x="2176309" y="1917700"/>
                </a:lnTo>
                <a:lnTo>
                  <a:pt x="2288174" y="1892300"/>
                </a:lnTo>
                <a:lnTo>
                  <a:pt x="2342939" y="1866900"/>
                </a:lnTo>
                <a:lnTo>
                  <a:pt x="2449819" y="1841500"/>
                </a:lnTo>
                <a:lnTo>
                  <a:pt x="2501809" y="1841500"/>
                </a:lnTo>
                <a:lnTo>
                  <a:pt x="2651228" y="1803400"/>
                </a:lnTo>
                <a:lnTo>
                  <a:pt x="2744754" y="1803400"/>
                </a:lnTo>
                <a:lnTo>
                  <a:pt x="2789502" y="1790700"/>
                </a:lnTo>
                <a:lnTo>
                  <a:pt x="2874658" y="1790700"/>
                </a:lnTo>
                <a:lnTo>
                  <a:pt x="2914940" y="1778000"/>
                </a:lnTo>
                <a:lnTo>
                  <a:pt x="3148449" y="1778000"/>
                </a:lnTo>
                <a:lnTo>
                  <a:pt x="3172017" y="1752600"/>
                </a:lnTo>
                <a:lnTo>
                  <a:pt x="3188989" y="1727200"/>
                </a:lnTo>
                <a:lnTo>
                  <a:pt x="3197115" y="1701800"/>
                </a:lnTo>
                <a:lnTo>
                  <a:pt x="3193432" y="1689100"/>
                </a:lnTo>
                <a:lnTo>
                  <a:pt x="3182619" y="1651000"/>
                </a:lnTo>
                <a:lnTo>
                  <a:pt x="3175419" y="1600200"/>
                </a:lnTo>
                <a:lnTo>
                  <a:pt x="3171037" y="1549400"/>
                </a:lnTo>
                <a:lnTo>
                  <a:pt x="3168677" y="1498600"/>
                </a:lnTo>
                <a:lnTo>
                  <a:pt x="3167545" y="1435100"/>
                </a:lnTo>
                <a:lnTo>
                  <a:pt x="3166845" y="1371600"/>
                </a:lnTo>
                <a:lnTo>
                  <a:pt x="3165783" y="1320800"/>
                </a:lnTo>
                <a:lnTo>
                  <a:pt x="3163562" y="1257300"/>
                </a:lnTo>
                <a:lnTo>
                  <a:pt x="3159387" y="1206500"/>
                </a:lnTo>
                <a:lnTo>
                  <a:pt x="3152464" y="1168400"/>
                </a:lnTo>
                <a:lnTo>
                  <a:pt x="3141997" y="1130300"/>
                </a:lnTo>
                <a:lnTo>
                  <a:pt x="3133428" y="1104900"/>
                </a:lnTo>
                <a:lnTo>
                  <a:pt x="3128318" y="1066800"/>
                </a:lnTo>
                <a:lnTo>
                  <a:pt x="3125911" y="1028700"/>
                </a:lnTo>
                <a:lnTo>
                  <a:pt x="3125448" y="977900"/>
                </a:lnTo>
                <a:lnTo>
                  <a:pt x="3126174" y="927100"/>
                </a:lnTo>
                <a:lnTo>
                  <a:pt x="3127332" y="876300"/>
                </a:lnTo>
                <a:lnTo>
                  <a:pt x="3128165" y="812800"/>
                </a:lnTo>
                <a:lnTo>
                  <a:pt x="3128041" y="787400"/>
                </a:lnTo>
                <a:lnTo>
                  <a:pt x="3127917" y="762000"/>
                </a:lnTo>
                <a:lnTo>
                  <a:pt x="3125829" y="698500"/>
                </a:lnTo>
                <a:lnTo>
                  <a:pt x="3121147" y="647700"/>
                </a:lnTo>
                <a:lnTo>
                  <a:pt x="3113112" y="596900"/>
                </a:lnTo>
                <a:lnTo>
                  <a:pt x="3100968" y="546100"/>
                </a:lnTo>
                <a:lnTo>
                  <a:pt x="3083958" y="508000"/>
                </a:lnTo>
                <a:lnTo>
                  <a:pt x="3054605" y="457200"/>
                </a:lnTo>
                <a:lnTo>
                  <a:pt x="3033684" y="444500"/>
                </a:lnTo>
                <a:lnTo>
                  <a:pt x="2956323" y="444500"/>
                </a:lnTo>
                <a:lnTo>
                  <a:pt x="2944412" y="393700"/>
                </a:lnTo>
                <a:lnTo>
                  <a:pt x="2942977" y="368300"/>
                </a:lnTo>
                <a:close/>
              </a:path>
              <a:path w="3197225" h="2133600">
                <a:moveTo>
                  <a:pt x="920821" y="1384300"/>
                </a:moveTo>
                <a:lnTo>
                  <a:pt x="620674" y="1384300"/>
                </a:lnTo>
                <a:lnTo>
                  <a:pt x="657162" y="1397000"/>
                </a:lnTo>
                <a:lnTo>
                  <a:pt x="696128" y="1397000"/>
                </a:lnTo>
                <a:lnTo>
                  <a:pt x="737329" y="1409700"/>
                </a:lnTo>
                <a:lnTo>
                  <a:pt x="780520" y="1422400"/>
                </a:lnTo>
                <a:lnTo>
                  <a:pt x="825454" y="1435100"/>
                </a:lnTo>
                <a:lnTo>
                  <a:pt x="919577" y="1460500"/>
                </a:lnTo>
                <a:lnTo>
                  <a:pt x="968275" y="1485900"/>
                </a:lnTo>
                <a:lnTo>
                  <a:pt x="1117976" y="1562100"/>
                </a:lnTo>
                <a:lnTo>
                  <a:pt x="1267944" y="1676400"/>
                </a:lnTo>
                <a:lnTo>
                  <a:pt x="1316850" y="1714500"/>
                </a:lnTo>
                <a:lnTo>
                  <a:pt x="1364806" y="1765300"/>
                </a:lnTo>
                <a:lnTo>
                  <a:pt x="1411566" y="1816100"/>
                </a:lnTo>
                <a:lnTo>
                  <a:pt x="1456887" y="1866900"/>
                </a:lnTo>
                <a:lnTo>
                  <a:pt x="1500522" y="1930400"/>
                </a:lnTo>
                <a:lnTo>
                  <a:pt x="1701382" y="1930400"/>
                </a:lnTo>
                <a:lnTo>
                  <a:pt x="1745866" y="1879600"/>
                </a:lnTo>
                <a:lnTo>
                  <a:pt x="1802951" y="1841500"/>
                </a:lnTo>
                <a:lnTo>
                  <a:pt x="1861174" y="1790700"/>
                </a:lnTo>
                <a:lnTo>
                  <a:pt x="1920197" y="1752600"/>
                </a:lnTo>
                <a:lnTo>
                  <a:pt x="1522366" y="1752600"/>
                </a:lnTo>
                <a:lnTo>
                  <a:pt x="1465984" y="1714500"/>
                </a:lnTo>
                <a:lnTo>
                  <a:pt x="1410089" y="1663700"/>
                </a:lnTo>
                <a:lnTo>
                  <a:pt x="1300120" y="1587500"/>
                </a:lnTo>
                <a:lnTo>
                  <a:pt x="1246228" y="1562100"/>
                </a:lnTo>
                <a:lnTo>
                  <a:pt x="1193184" y="1524000"/>
                </a:lnTo>
                <a:lnTo>
                  <a:pt x="1141079" y="1498600"/>
                </a:lnTo>
                <a:lnTo>
                  <a:pt x="1090002" y="1460500"/>
                </a:lnTo>
                <a:lnTo>
                  <a:pt x="1040045" y="1435100"/>
                </a:lnTo>
                <a:lnTo>
                  <a:pt x="991297" y="1409700"/>
                </a:lnTo>
                <a:lnTo>
                  <a:pt x="943850" y="1397000"/>
                </a:lnTo>
                <a:lnTo>
                  <a:pt x="920821" y="1384300"/>
                </a:lnTo>
                <a:close/>
              </a:path>
              <a:path w="3197225" h="2133600">
                <a:moveTo>
                  <a:pt x="851294" y="12700"/>
                </a:moveTo>
                <a:lnTo>
                  <a:pt x="603188" y="12700"/>
                </a:lnTo>
                <a:lnTo>
                  <a:pt x="551832" y="25400"/>
                </a:lnTo>
                <a:lnTo>
                  <a:pt x="513863" y="25400"/>
                </a:lnTo>
                <a:lnTo>
                  <a:pt x="497095" y="38100"/>
                </a:lnTo>
                <a:lnTo>
                  <a:pt x="497006" y="63500"/>
                </a:lnTo>
                <a:lnTo>
                  <a:pt x="496917" y="88900"/>
                </a:lnTo>
                <a:lnTo>
                  <a:pt x="488047" y="139700"/>
                </a:lnTo>
                <a:lnTo>
                  <a:pt x="479129" y="177800"/>
                </a:lnTo>
                <a:lnTo>
                  <a:pt x="479048" y="190500"/>
                </a:lnTo>
                <a:lnTo>
                  <a:pt x="478968" y="203200"/>
                </a:lnTo>
                <a:lnTo>
                  <a:pt x="478888" y="215900"/>
                </a:lnTo>
                <a:lnTo>
                  <a:pt x="478807" y="228600"/>
                </a:lnTo>
                <a:lnTo>
                  <a:pt x="256303" y="228600"/>
                </a:lnTo>
                <a:lnTo>
                  <a:pt x="259179" y="279400"/>
                </a:lnTo>
                <a:lnTo>
                  <a:pt x="251207" y="317500"/>
                </a:lnTo>
                <a:lnTo>
                  <a:pt x="241212" y="381000"/>
                </a:lnTo>
                <a:lnTo>
                  <a:pt x="238015" y="444500"/>
                </a:lnTo>
                <a:lnTo>
                  <a:pt x="156922" y="444500"/>
                </a:lnTo>
                <a:lnTo>
                  <a:pt x="135495" y="457200"/>
                </a:lnTo>
                <a:lnTo>
                  <a:pt x="119735" y="482600"/>
                </a:lnTo>
                <a:lnTo>
                  <a:pt x="110380" y="508000"/>
                </a:lnTo>
                <a:lnTo>
                  <a:pt x="107760" y="558800"/>
                </a:lnTo>
                <a:lnTo>
                  <a:pt x="102464" y="622300"/>
                </a:lnTo>
                <a:lnTo>
                  <a:pt x="95200" y="673100"/>
                </a:lnTo>
                <a:lnTo>
                  <a:pt x="86674" y="723900"/>
                </a:lnTo>
                <a:lnTo>
                  <a:pt x="77592" y="774700"/>
                </a:lnTo>
                <a:lnTo>
                  <a:pt x="68661" y="825500"/>
                </a:lnTo>
                <a:lnTo>
                  <a:pt x="60587" y="876300"/>
                </a:lnTo>
                <a:lnTo>
                  <a:pt x="54077" y="927100"/>
                </a:lnTo>
                <a:lnTo>
                  <a:pt x="49837" y="965200"/>
                </a:lnTo>
                <a:lnTo>
                  <a:pt x="48574" y="1003300"/>
                </a:lnTo>
                <a:lnTo>
                  <a:pt x="50993" y="1041400"/>
                </a:lnTo>
                <a:lnTo>
                  <a:pt x="57802" y="1079500"/>
                </a:lnTo>
                <a:lnTo>
                  <a:pt x="64720" y="1104900"/>
                </a:lnTo>
                <a:lnTo>
                  <a:pt x="67417" y="1143000"/>
                </a:lnTo>
                <a:lnTo>
                  <a:pt x="66522" y="1193800"/>
                </a:lnTo>
                <a:lnTo>
                  <a:pt x="62666" y="1231900"/>
                </a:lnTo>
                <a:lnTo>
                  <a:pt x="56480" y="1295400"/>
                </a:lnTo>
                <a:lnTo>
                  <a:pt x="48595" y="1346200"/>
                </a:lnTo>
                <a:lnTo>
                  <a:pt x="39641" y="1397000"/>
                </a:lnTo>
                <a:lnTo>
                  <a:pt x="30248" y="1460500"/>
                </a:lnTo>
                <a:lnTo>
                  <a:pt x="21048" y="1511300"/>
                </a:lnTo>
                <a:lnTo>
                  <a:pt x="12670" y="1574800"/>
                </a:lnTo>
                <a:lnTo>
                  <a:pt x="5746" y="1638300"/>
                </a:lnTo>
                <a:lnTo>
                  <a:pt x="906" y="1689100"/>
                </a:lnTo>
                <a:lnTo>
                  <a:pt x="0" y="1714500"/>
                </a:lnTo>
                <a:lnTo>
                  <a:pt x="14606" y="1739900"/>
                </a:lnTo>
                <a:lnTo>
                  <a:pt x="37857" y="1765300"/>
                </a:lnTo>
                <a:lnTo>
                  <a:pt x="110087" y="1765300"/>
                </a:lnTo>
                <a:lnTo>
                  <a:pt x="146953" y="1752600"/>
                </a:lnTo>
                <a:lnTo>
                  <a:pt x="222502" y="1752600"/>
                </a:lnTo>
                <a:lnTo>
                  <a:pt x="261221" y="1739900"/>
                </a:lnTo>
                <a:lnTo>
                  <a:pt x="1180221" y="1739900"/>
                </a:lnTo>
                <a:lnTo>
                  <a:pt x="1038976" y="1676400"/>
                </a:lnTo>
                <a:lnTo>
                  <a:pt x="983866" y="1651000"/>
                </a:lnTo>
                <a:lnTo>
                  <a:pt x="929700" y="1638300"/>
                </a:lnTo>
                <a:lnTo>
                  <a:pt x="876588" y="1612900"/>
                </a:lnTo>
                <a:lnTo>
                  <a:pt x="773971" y="1587500"/>
                </a:lnTo>
                <a:lnTo>
                  <a:pt x="676903" y="1562100"/>
                </a:lnTo>
                <a:lnTo>
                  <a:pt x="630726" y="1549400"/>
                </a:lnTo>
                <a:lnTo>
                  <a:pt x="586269" y="1549400"/>
                </a:lnTo>
                <a:lnTo>
                  <a:pt x="543643" y="1536700"/>
                </a:lnTo>
                <a:lnTo>
                  <a:pt x="502957" y="1524000"/>
                </a:lnTo>
                <a:lnTo>
                  <a:pt x="427854" y="1524000"/>
                </a:lnTo>
                <a:lnTo>
                  <a:pt x="393658" y="1511300"/>
                </a:lnTo>
                <a:lnTo>
                  <a:pt x="281830" y="1511300"/>
                </a:lnTo>
                <a:lnTo>
                  <a:pt x="281005" y="1473200"/>
                </a:lnTo>
                <a:lnTo>
                  <a:pt x="284158" y="1435100"/>
                </a:lnTo>
                <a:lnTo>
                  <a:pt x="290399" y="1397000"/>
                </a:lnTo>
                <a:lnTo>
                  <a:pt x="298839" y="1358900"/>
                </a:lnTo>
                <a:lnTo>
                  <a:pt x="308588" y="1308100"/>
                </a:lnTo>
                <a:lnTo>
                  <a:pt x="318756" y="1257300"/>
                </a:lnTo>
                <a:lnTo>
                  <a:pt x="328452" y="1219200"/>
                </a:lnTo>
                <a:lnTo>
                  <a:pt x="336788" y="1155700"/>
                </a:lnTo>
                <a:lnTo>
                  <a:pt x="342874" y="1104900"/>
                </a:lnTo>
                <a:lnTo>
                  <a:pt x="345818" y="1041400"/>
                </a:lnTo>
                <a:lnTo>
                  <a:pt x="344733" y="977900"/>
                </a:lnTo>
                <a:lnTo>
                  <a:pt x="338726" y="914400"/>
                </a:lnTo>
                <a:lnTo>
                  <a:pt x="333350" y="850900"/>
                </a:lnTo>
                <a:lnTo>
                  <a:pt x="332806" y="800100"/>
                </a:lnTo>
                <a:lnTo>
                  <a:pt x="336204" y="762000"/>
                </a:lnTo>
                <a:lnTo>
                  <a:pt x="342655" y="723900"/>
                </a:lnTo>
                <a:lnTo>
                  <a:pt x="351270" y="685800"/>
                </a:lnTo>
                <a:lnTo>
                  <a:pt x="361158" y="647700"/>
                </a:lnTo>
                <a:lnTo>
                  <a:pt x="371430" y="622300"/>
                </a:lnTo>
                <a:lnTo>
                  <a:pt x="381196" y="584200"/>
                </a:lnTo>
                <a:lnTo>
                  <a:pt x="389567" y="546100"/>
                </a:lnTo>
                <a:lnTo>
                  <a:pt x="395653" y="508000"/>
                </a:lnTo>
                <a:lnTo>
                  <a:pt x="398564" y="469900"/>
                </a:lnTo>
                <a:lnTo>
                  <a:pt x="397411" y="419100"/>
                </a:lnTo>
                <a:lnTo>
                  <a:pt x="391304" y="368300"/>
                </a:lnTo>
                <a:lnTo>
                  <a:pt x="638537" y="368300"/>
                </a:lnTo>
                <a:lnTo>
                  <a:pt x="640298" y="342900"/>
                </a:lnTo>
                <a:lnTo>
                  <a:pt x="641085" y="292100"/>
                </a:lnTo>
                <a:lnTo>
                  <a:pt x="638547" y="228600"/>
                </a:lnTo>
                <a:lnTo>
                  <a:pt x="632096" y="165100"/>
                </a:lnTo>
                <a:lnTo>
                  <a:pt x="693304" y="152400"/>
                </a:lnTo>
                <a:lnTo>
                  <a:pt x="1219668" y="152400"/>
                </a:lnTo>
                <a:lnTo>
                  <a:pt x="1130742" y="101600"/>
                </a:lnTo>
                <a:lnTo>
                  <a:pt x="1085502" y="88900"/>
                </a:lnTo>
                <a:lnTo>
                  <a:pt x="1039737" y="63500"/>
                </a:lnTo>
                <a:lnTo>
                  <a:pt x="851294" y="12700"/>
                </a:lnTo>
                <a:close/>
              </a:path>
              <a:path w="3197225" h="2133600">
                <a:moveTo>
                  <a:pt x="1219668" y="152400"/>
                </a:moveTo>
                <a:lnTo>
                  <a:pt x="859272" y="152400"/>
                </a:lnTo>
                <a:lnTo>
                  <a:pt x="909450" y="165100"/>
                </a:lnTo>
                <a:lnTo>
                  <a:pt x="957427" y="177800"/>
                </a:lnTo>
                <a:lnTo>
                  <a:pt x="1003425" y="190500"/>
                </a:lnTo>
                <a:lnTo>
                  <a:pt x="1047665" y="203200"/>
                </a:lnTo>
                <a:lnTo>
                  <a:pt x="1090370" y="215900"/>
                </a:lnTo>
                <a:lnTo>
                  <a:pt x="1131762" y="241300"/>
                </a:lnTo>
                <a:lnTo>
                  <a:pt x="1172064" y="266700"/>
                </a:lnTo>
                <a:lnTo>
                  <a:pt x="1211497" y="279400"/>
                </a:lnTo>
                <a:lnTo>
                  <a:pt x="1326808" y="355600"/>
                </a:lnTo>
                <a:lnTo>
                  <a:pt x="1364990" y="393700"/>
                </a:lnTo>
                <a:lnTo>
                  <a:pt x="1442304" y="444500"/>
                </a:lnTo>
                <a:lnTo>
                  <a:pt x="1481880" y="482600"/>
                </a:lnTo>
                <a:lnTo>
                  <a:pt x="1522366" y="508000"/>
                </a:lnTo>
                <a:lnTo>
                  <a:pt x="1528203" y="571500"/>
                </a:lnTo>
                <a:lnTo>
                  <a:pt x="1530481" y="622300"/>
                </a:lnTo>
                <a:lnTo>
                  <a:pt x="1530404" y="635000"/>
                </a:lnTo>
                <a:lnTo>
                  <a:pt x="1530328" y="647700"/>
                </a:lnTo>
                <a:lnTo>
                  <a:pt x="1530252" y="660400"/>
                </a:lnTo>
                <a:lnTo>
                  <a:pt x="1530176" y="673100"/>
                </a:lnTo>
                <a:lnTo>
                  <a:pt x="1530099" y="685800"/>
                </a:lnTo>
                <a:lnTo>
                  <a:pt x="1527959" y="723900"/>
                </a:lnTo>
                <a:lnTo>
                  <a:pt x="1524959" y="774700"/>
                </a:lnTo>
                <a:lnTo>
                  <a:pt x="1521999" y="812800"/>
                </a:lnTo>
                <a:lnTo>
                  <a:pt x="1519981" y="850900"/>
                </a:lnTo>
                <a:lnTo>
                  <a:pt x="1519922" y="863600"/>
                </a:lnTo>
                <a:lnTo>
                  <a:pt x="1519803" y="889000"/>
                </a:lnTo>
                <a:lnTo>
                  <a:pt x="1522366" y="939800"/>
                </a:lnTo>
                <a:lnTo>
                  <a:pt x="1525898" y="977900"/>
                </a:lnTo>
                <a:lnTo>
                  <a:pt x="1527331" y="1028700"/>
                </a:lnTo>
                <a:lnTo>
                  <a:pt x="1527211" y="1066800"/>
                </a:lnTo>
                <a:lnTo>
                  <a:pt x="1526081" y="1117600"/>
                </a:lnTo>
                <a:lnTo>
                  <a:pt x="1524487" y="1168400"/>
                </a:lnTo>
                <a:lnTo>
                  <a:pt x="1522974" y="1219200"/>
                </a:lnTo>
                <a:lnTo>
                  <a:pt x="1522085" y="1270000"/>
                </a:lnTo>
                <a:lnTo>
                  <a:pt x="1522155" y="1282700"/>
                </a:lnTo>
                <a:lnTo>
                  <a:pt x="1522226" y="1295400"/>
                </a:lnTo>
                <a:lnTo>
                  <a:pt x="1522331" y="1435100"/>
                </a:lnTo>
                <a:lnTo>
                  <a:pt x="1521317" y="1485900"/>
                </a:lnTo>
                <a:lnTo>
                  <a:pt x="1520176" y="1536700"/>
                </a:lnTo>
                <a:lnTo>
                  <a:pt x="1519308" y="1587500"/>
                </a:lnTo>
                <a:lnTo>
                  <a:pt x="1519212" y="1612900"/>
                </a:lnTo>
                <a:lnTo>
                  <a:pt x="1519116" y="1638300"/>
                </a:lnTo>
                <a:lnTo>
                  <a:pt x="1520001" y="1689100"/>
                </a:lnTo>
                <a:lnTo>
                  <a:pt x="1522366" y="1752600"/>
                </a:lnTo>
                <a:lnTo>
                  <a:pt x="1668289" y="1752600"/>
                </a:lnTo>
                <a:lnTo>
                  <a:pt x="1663179" y="1714500"/>
                </a:lnTo>
                <a:lnTo>
                  <a:pt x="1663256" y="1701800"/>
                </a:lnTo>
                <a:lnTo>
                  <a:pt x="1663332" y="1689100"/>
                </a:lnTo>
                <a:lnTo>
                  <a:pt x="1663409" y="1676400"/>
                </a:lnTo>
                <a:lnTo>
                  <a:pt x="1663485" y="1663700"/>
                </a:lnTo>
                <a:lnTo>
                  <a:pt x="1667229" y="1625600"/>
                </a:lnTo>
                <a:lnTo>
                  <a:pt x="1672433" y="1574800"/>
                </a:lnTo>
                <a:lnTo>
                  <a:pt x="1677119" y="1536700"/>
                </a:lnTo>
                <a:lnTo>
                  <a:pt x="1679309" y="1473200"/>
                </a:lnTo>
                <a:lnTo>
                  <a:pt x="1677025" y="1409700"/>
                </a:lnTo>
                <a:lnTo>
                  <a:pt x="1668289" y="1346200"/>
                </a:lnTo>
                <a:lnTo>
                  <a:pt x="1660446" y="1282700"/>
                </a:lnTo>
                <a:lnTo>
                  <a:pt x="1658287" y="1231900"/>
                </a:lnTo>
                <a:lnTo>
                  <a:pt x="1660218" y="1181100"/>
                </a:lnTo>
                <a:lnTo>
                  <a:pt x="1664641" y="1130300"/>
                </a:lnTo>
                <a:lnTo>
                  <a:pt x="1669962" y="1092200"/>
                </a:lnTo>
                <a:lnTo>
                  <a:pt x="1674583" y="1054100"/>
                </a:lnTo>
                <a:lnTo>
                  <a:pt x="1676909" y="1003300"/>
                </a:lnTo>
                <a:lnTo>
                  <a:pt x="1675343" y="965200"/>
                </a:lnTo>
                <a:lnTo>
                  <a:pt x="1668289" y="914400"/>
                </a:lnTo>
                <a:lnTo>
                  <a:pt x="1660320" y="863600"/>
                </a:lnTo>
                <a:lnTo>
                  <a:pt x="1658395" y="812800"/>
                </a:lnTo>
                <a:lnTo>
                  <a:pt x="1660632" y="749300"/>
                </a:lnTo>
                <a:lnTo>
                  <a:pt x="1665146" y="685800"/>
                </a:lnTo>
                <a:lnTo>
                  <a:pt x="1670053" y="635000"/>
                </a:lnTo>
                <a:lnTo>
                  <a:pt x="1673469" y="584200"/>
                </a:lnTo>
                <a:lnTo>
                  <a:pt x="1673509" y="546100"/>
                </a:lnTo>
                <a:lnTo>
                  <a:pt x="1668289" y="508000"/>
                </a:lnTo>
                <a:lnTo>
                  <a:pt x="1706710" y="457200"/>
                </a:lnTo>
                <a:lnTo>
                  <a:pt x="1745362" y="419100"/>
                </a:lnTo>
                <a:lnTo>
                  <a:pt x="1784312" y="393700"/>
                </a:lnTo>
                <a:lnTo>
                  <a:pt x="1810524" y="368300"/>
                </a:lnTo>
                <a:lnTo>
                  <a:pt x="1595391" y="368300"/>
                </a:lnTo>
                <a:lnTo>
                  <a:pt x="1515228" y="317500"/>
                </a:lnTo>
                <a:lnTo>
                  <a:pt x="1433201" y="266700"/>
                </a:lnTo>
                <a:lnTo>
                  <a:pt x="1349264" y="215900"/>
                </a:lnTo>
                <a:lnTo>
                  <a:pt x="1263367" y="165100"/>
                </a:lnTo>
                <a:lnTo>
                  <a:pt x="1219668" y="152400"/>
                </a:lnTo>
                <a:close/>
              </a:path>
              <a:path w="3197225" h="2133600">
                <a:moveTo>
                  <a:pt x="2702079" y="152400"/>
                </a:moveTo>
                <a:lnTo>
                  <a:pt x="2558559" y="152400"/>
                </a:lnTo>
                <a:lnTo>
                  <a:pt x="2574390" y="190500"/>
                </a:lnTo>
                <a:lnTo>
                  <a:pt x="2584472" y="215900"/>
                </a:lnTo>
                <a:lnTo>
                  <a:pt x="2589948" y="254000"/>
                </a:lnTo>
                <a:lnTo>
                  <a:pt x="2591959" y="292100"/>
                </a:lnTo>
                <a:lnTo>
                  <a:pt x="2591881" y="304800"/>
                </a:lnTo>
                <a:lnTo>
                  <a:pt x="2591803" y="317500"/>
                </a:lnTo>
                <a:lnTo>
                  <a:pt x="2591725" y="330200"/>
                </a:lnTo>
                <a:lnTo>
                  <a:pt x="2591647" y="342900"/>
                </a:lnTo>
                <a:lnTo>
                  <a:pt x="2590153" y="393700"/>
                </a:lnTo>
                <a:lnTo>
                  <a:pt x="2588619" y="444500"/>
                </a:lnTo>
                <a:lnTo>
                  <a:pt x="2588511" y="457200"/>
                </a:lnTo>
                <a:lnTo>
                  <a:pt x="2588403" y="469900"/>
                </a:lnTo>
                <a:lnTo>
                  <a:pt x="2588295" y="482600"/>
                </a:lnTo>
                <a:lnTo>
                  <a:pt x="2588187" y="495300"/>
                </a:lnTo>
                <a:lnTo>
                  <a:pt x="2589997" y="558800"/>
                </a:lnTo>
                <a:lnTo>
                  <a:pt x="2595193" y="622300"/>
                </a:lnTo>
                <a:lnTo>
                  <a:pt x="2604914" y="685800"/>
                </a:lnTo>
                <a:lnTo>
                  <a:pt x="2614500" y="749300"/>
                </a:lnTo>
                <a:lnTo>
                  <a:pt x="2621013" y="812800"/>
                </a:lnTo>
                <a:lnTo>
                  <a:pt x="2625090" y="863600"/>
                </a:lnTo>
                <a:lnTo>
                  <a:pt x="2627365" y="914400"/>
                </a:lnTo>
                <a:lnTo>
                  <a:pt x="2628477" y="965200"/>
                </a:lnTo>
                <a:lnTo>
                  <a:pt x="2629060" y="1016000"/>
                </a:lnTo>
                <a:lnTo>
                  <a:pt x="2629752" y="1066800"/>
                </a:lnTo>
                <a:lnTo>
                  <a:pt x="2631189" y="1104900"/>
                </a:lnTo>
                <a:lnTo>
                  <a:pt x="2634007" y="1155700"/>
                </a:lnTo>
                <a:lnTo>
                  <a:pt x="2638843" y="1193800"/>
                </a:lnTo>
                <a:lnTo>
                  <a:pt x="2646332" y="1244600"/>
                </a:lnTo>
                <a:lnTo>
                  <a:pt x="2657111" y="1282700"/>
                </a:lnTo>
                <a:lnTo>
                  <a:pt x="2631236" y="1295400"/>
                </a:lnTo>
                <a:lnTo>
                  <a:pt x="2573977" y="1295400"/>
                </a:lnTo>
                <a:lnTo>
                  <a:pt x="2542599" y="1308100"/>
                </a:lnTo>
                <a:lnTo>
                  <a:pt x="2509394" y="1308100"/>
                </a:lnTo>
                <a:lnTo>
                  <a:pt x="2437512" y="1333500"/>
                </a:lnTo>
                <a:lnTo>
                  <a:pt x="2398842" y="1346200"/>
                </a:lnTo>
                <a:lnTo>
                  <a:pt x="2358356" y="1358900"/>
                </a:lnTo>
                <a:lnTo>
                  <a:pt x="2316059" y="1371600"/>
                </a:lnTo>
                <a:lnTo>
                  <a:pt x="2271952" y="1397000"/>
                </a:lnTo>
                <a:lnTo>
                  <a:pt x="2226040" y="1409700"/>
                </a:lnTo>
                <a:lnTo>
                  <a:pt x="2178325" y="1435100"/>
                </a:lnTo>
                <a:lnTo>
                  <a:pt x="2128810" y="1460500"/>
                </a:lnTo>
                <a:lnTo>
                  <a:pt x="2077499" y="1485900"/>
                </a:lnTo>
                <a:lnTo>
                  <a:pt x="2024395" y="1524000"/>
                </a:lnTo>
                <a:lnTo>
                  <a:pt x="1969501" y="1549400"/>
                </a:lnTo>
                <a:lnTo>
                  <a:pt x="1912820" y="1587500"/>
                </a:lnTo>
                <a:lnTo>
                  <a:pt x="1854355" y="1625600"/>
                </a:lnTo>
                <a:lnTo>
                  <a:pt x="1794110" y="1663700"/>
                </a:lnTo>
                <a:lnTo>
                  <a:pt x="1732087" y="1701800"/>
                </a:lnTo>
                <a:lnTo>
                  <a:pt x="1668289" y="1752600"/>
                </a:lnTo>
                <a:lnTo>
                  <a:pt x="1920197" y="1752600"/>
                </a:lnTo>
                <a:lnTo>
                  <a:pt x="2098657" y="1638300"/>
                </a:lnTo>
                <a:lnTo>
                  <a:pt x="2215391" y="1587500"/>
                </a:lnTo>
                <a:lnTo>
                  <a:pt x="2272066" y="1562100"/>
                </a:lnTo>
                <a:lnTo>
                  <a:pt x="2327159" y="1536700"/>
                </a:lnTo>
                <a:lnTo>
                  <a:pt x="2380331" y="1524000"/>
                </a:lnTo>
                <a:lnTo>
                  <a:pt x="2431241" y="1498600"/>
                </a:lnTo>
                <a:lnTo>
                  <a:pt x="2479550" y="1485900"/>
                </a:lnTo>
                <a:lnTo>
                  <a:pt x="2524917" y="1473200"/>
                </a:lnTo>
                <a:lnTo>
                  <a:pt x="2567003" y="1460500"/>
                </a:lnTo>
                <a:lnTo>
                  <a:pt x="2605466" y="1447800"/>
                </a:lnTo>
                <a:lnTo>
                  <a:pt x="2639968" y="1447800"/>
                </a:lnTo>
                <a:lnTo>
                  <a:pt x="2670169" y="1435100"/>
                </a:lnTo>
                <a:lnTo>
                  <a:pt x="2695727" y="1435100"/>
                </a:lnTo>
                <a:lnTo>
                  <a:pt x="2716304" y="1422400"/>
                </a:lnTo>
                <a:lnTo>
                  <a:pt x="2795444" y="1422400"/>
                </a:lnTo>
                <a:lnTo>
                  <a:pt x="2813956" y="1409700"/>
                </a:lnTo>
                <a:lnTo>
                  <a:pt x="2807069" y="1371600"/>
                </a:lnTo>
                <a:lnTo>
                  <a:pt x="2803056" y="1333500"/>
                </a:lnTo>
                <a:lnTo>
                  <a:pt x="2801055" y="1282700"/>
                </a:lnTo>
                <a:lnTo>
                  <a:pt x="2800208" y="1231900"/>
                </a:lnTo>
                <a:lnTo>
                  <a:pt x="2800097" y="1219200"/>
                </a:lnTo>
                <a:lnTo>
                  <a:pt x="2799986" y="1206500"/>
                </a:lnTo>
                <a:lnTo>
                  <a:pt x="2799875" y="1193800"/>
                </a:lnTo>
                <a:lnTo>
                  <a:pt x="2799764" y="1181100"/>
                </a:lnTo>
                <a:lnTo>
                  <a:pt x="2799653" y="1168400"/>
                </a:lnTo>
                <a:lnTo>
                  <a:pt x="2798530" y="1117600"/>
                </a:lnTo>
                <a:lnTo>
                  <a:pt x="2795980" y="1066800"/>
                </a:lnTo>
                <a:lnTo>
                  <a:pt x="2791141" y="1016000"/>
                </a:lnTo>
                <a:lnTo>
                  <a:pt x="2783154" y="965200"/>
                </a:lnTo>
                <a:lnTo>
                  <a:pt x="2771157" y="927100"/>
                </a:lnTo>
                <a:lnTo>
                  <a:pt x="2760627" y="889000"/>
                </a:lnTo>
                <a:lnTo>
                  <a:pt x="2754342" y="838200"/>
                </a:lnTo>
                <a:lnTo>
                  <a:pt x="2751297" y="787400"/>
                </a:lnTo>
                <a:lnTo>
                  <a:pt x="2750484" y="749300"/>
                </a:lnTo>
                <a:lnTo>
                  <a:pt x="2750650" y="723900"/>
                </a:lnTo>
                <a:lnTo>
                  <a:pt x="2750732" y="711200"/>
                </a:lnTo>
                <a:lnTo>
                  <a:pt x="2750815" y="698500"/>
                </a:lnTo>
                <a:lnTo>
                  <a:pt x="2750898" y="685800"/>
                </a:lnTo>
                <a:lnTo>
                  <a:pt x="2751531" y="635000"/>
                </a:lnTo>
                <a:lnTo>
                  <a:pt x="2751417" y="596900"/>
                </a:lnTo>
                <a:lnTo>
                  <a:pt x="2749432" y="533400"/>
                </a:lnTo>
                <a:lnTo>
                  <a:pt x="2744686" y="469900"/>
                </a:lnTo>
                <a:lnTo>
                  <a:pt x="2736135" y="419100"/>
                </a:lnTo>
                <a:lnTo>
                  <a:pt x="2722770" y="368300"/>
                </a:lnTo>
                <a:lnTo>
                  <a:pt x="2942977" y="368300"/>
                </a:lnTo>
                <a:lnTo>
                  <a:pt x="2942260" y="355600"/>
                </a:lnTo>
                <a:lnTo>
                  <a:pt x="2944235" y="317500"/>
                </a:lnTo>
                <a:lnTo>
                  <a:pt x="2944704" y="279400"/>
                </a:lnTo>
                <a:lnTo>
                  <a:pt x="2938035" y="228600"/>
                </a:lnTo>
                <a:lnTo>
                  <a:pt x="2711848" y="228600"/>
                </a:lnTo>
                <a:lnTo>
                  <a:pt x="2702597" y="177800"/>
                </a:lnTo>
                <a:lnTo>
                  <a:pt x="2702079" y="152400"/>
                </a:lnTo>
                <a:close/>
              </a:path>
              <a:path w="3197225" h="2133600">
                <a:moveTo>
                  <a:pt x="638537" y="368300"/>
                </a:moveTo>
                <a:lnTo>
                  <a:pt x="467885" y="368300"/>
                </a:lnTo>
                <a:lnTo>
                  <a:pt x="473495" y="419100"/>
                </a:lnTo>
                <a:lnTo>
                  <a:pt x="473562" y="469900"/>
                </a:lnTo>
                <a:lnTo>
                  <a:pt x="469231" y="520700"/>
                </a:lnTo>
                <a:lnTo>
                  <a:pt x="461648" y="558800"/>
                </a:lnTo>
                <a:lnTo>
                  <a:pt x="451960" y="596900"/>
                </a:lnTo>
                <a:lnTo>
                  <a:pt x="441311" y="635000"/>
                </a:lnTo>
                <a:lnTo>
                  <a:pt x="430847" y="685800"/>
                </a:lnTo>
                <a:lnTo>
                  <a:pt x="421714" y="723900"/>
                </a:lnTo>
                <a:lnTo>
                  <a:pt x="415057" y="762000"/>
                </a:lnTo>
                <a:lnTo>
                  <a:pt x="412023" y="812800"/>
                </a:lnTo>
                <a:lnTo>
                  <a:pt x="413756" y="850900"/>
                </a:lnTo>
                <a:lnTo>
                  <a:pt x="429622" y="952500"/>
                </a:lnTo>
                <a:lnTo>
                  <a:pt x="431234" y="1003300"/>
                </a:lnTo>
                <a:lnTo>
                  <a:pt x="427621" y="1054100"/>
                </a:lnTo>
                <a:lnTo>
                  <a:pt x="420168" y="1092200"/>
                </a:lnTo>
                <a:lnTo>
                  <a:pt x="410258" y="1130300"/>
                </a:lnTo>
                <a:lnTo>
                  <a:pt x="399275" y="1181100"/>
                </a:lnTo>
                <a:lnTo>
                  <a:pt x="388603" y="1219200"/>
                </a:lnTo>
                <a:lnTo>
                  <a:pt x="379626" y="1257300"/>
                </a:lnTo>
                <a:lnTo>
                  <a:pt x="373727" y="1308100"/>
                </a:lnTo>
                <a:lnTo>
                  <a:pt x="372290" y="1358900"/>
                </a:lnTo>
                <a:lnTo>
                  <a:pt x="376699" y="1409700"/>
                </a:lnTo>
                <a:lnTo>
                  <a:pt x="397785" y="1422400"/>
                </a:lnTo>
                <a:lnTo>
                  <a:pt x="446041" y="1422400"/>
                </a:lnTo>
                <a:lnTo>
                  <a:pt x="444265" y="1409700"/>
                </a:lnTo>
                <a:lnTo>
                  <a:pt x="447417" y="1409700"/>
                </a:lnTo>
                <a:lnTo>
                  <a:pt x="455253" y="1397000"/>
                </a:lnTo>
                <a:lnTo>
                  <a:pt x="483997" y="1397000"/>
                </a:lnTo>
                <a:lnTo>
                  <a:pt x="504414" y="1384300"/>
                </a:lnTo>
                <a:lnTo>
                  <a:pt x="920821" y="1384300"/>
                </a:lnTo>
                <a:lnTo>
                  <a:pt x="897792" y="1371600"/>
                </a:lnTo>
                <a:lnTo>
                  <a:pt x="853215" y="1358900"/>
                </a:lnTo>
                <a:lnTo>
                  <a:pt x="810209" y="1333500"/>
                </a:lnTo>
                <a:lnTo>
                  <a:pt x="768863" y="1320800"/>
                </a:lnTo>
                <a:lnTo>
                  <a:pt x="729270" y="1320800"/>
                </a:lnTo>
                <a:lnTo>
                  <a:pt x="691518" y="1308100"/>
                </a:lnTo>
                <a:lnTo>
                  <a:pt x="655698" y="1295400"/>
                </a:lnTo>
                <a:lnTo>
                  <a:pt x="533544" y="1295400"/>
                </a:lnTo>
                <a:lnTo>
                  <a:pt x="523212" y="1244600"/>
                </a:lnTo>
                <a:lnTo>
                  <a:pt x="518609" y="1193800"/>
                </a:lnTo>
                <a:lnTo>
                  <a:pt x="518673" y="1181100"/>
                </a:lnTo>
                <a:lnTo>
                  <a:pt x="518736" y="1168400"/>
                </a:lnTo>
                <a:lnTo>
                  <a:pt x="518800" y="1155700"/>
                </a:lnTo>
                <a:lnTo>
                  <a:pt x="522854" y="1104900"/>
                </a:lnTo>
                <a:lnTo>
                  <a:pt x="529835" y="1054100"/>
                </a:lnTo>
                <a:lnTo>
                  <a:pt x="538810" y="1003300"/>
                </a:lnTo>
                <a:lnTo>
                  <a:pt x="548846" y="952500"/>
                </a:lnTo>
                <a:lnTo>
                  <a:pt x="559008" y="901700"/>
                </a:lnTo>
                <a:lnTo>
                  <a:pt x="568362" y="850900"/>
                </a:lnTo>
                <a:lnTo>
                  <a:pt x="575976" y="800100"/>
                </a:lnTo>
                <a:lnTo>
                  <a:pt x="580915" y="749300"/>
                </a:lnTo>
                <a:lnTo>
                  <a:pt x="585087" y="711200"/>
                </a:lnTo>
                <a:lnTo>
                  <a:pt x="591242" y="660400"/>
                </a:lnTo>
                <a:lnTo>
                  <a:pt x="598789" y="622300"/>
                </a:lnTo>
                <a:lnTo>
                  <a:pt x="607139" y="584200"/>
                </a:lnTo>
                <a:lnTo>
                  <a:pt x="615702" y="533400"/>
                </a:lnTo>
                <a:lnTo>
                  <a:pt x="623889" y="495300"/>
                </a:lnTo>
                <a:lnTo>
                  <a:pt x="631110" y="444500"/>
                </a:lnTo>
                <a:lnTo>
                  <a:pt x="636777" y="393700"/>
                </a:lnTo>
                <a:lnTo>
                  <a:pt x="638537" y="368300"/>
                </a:lnTo>
                <a:close/>
              </a:path>
              <a:path w="3197225" h="2133600">
                <a:moveTo>
                  <a:pt x="2969894" y="431800"/>
                </a:moveTo>
                <a:lnTo>
                  <a:pt x="2956323" y="444500"/>
                </a:lnTo>
                <a:lnTo>
                  <a:pt x="2984025" y="444500"/>
                </a:lnTo>
                <a:lnTo>
                  <a:pt x="2969894" y="431800"/>
                </a:lnTo>
                <a:close/>
              </a:path>
              <a:path w="3197225" h="2133600">
                <a:moveTo>
                  <a:pt x="2682132" y="25400"/>
                </a:moveTo>
                <a:lnTo>
                  <a:pt x="2292410" y="25400"/>
                </a:lnTo>
                <a:lnTo>
                  <a:pt x="2155957" y="63500"/>
                </a:lnTo>
                <a:lnTo>
                  <a:pt x="2111591" y="88900"/>
                </a:lnTo>
                <a:lnTo>
                  <a:pt x="2024140" y="114300"/>
                </a:lnTo>
                <a:lnTo>
                  <a:pt x="1895180" y="190500"/>
                </a:lnTo>
                <a:lnTo>
                  <a:pt x="1852520" y="203200"/>
                </a:lnTo>
                <a:lnTo>
                  <a:pt x="1767298" y="254000"/>
                </a:lnTo>
                <a:lnTo>
                  <a:pt x="1724603" y="292100"/>
                </a:lnTo>
                <a:lnTo>
                  <a:pt x="1595391" y="368300"/>
                </a:lnTo>
                <a:lnTo>
                  <a:pt x="1810524" y="368300"/>
                </a:lnTo>
                <a:lnTo>
                  <a:pt x="1823630" y="355600"/>
                </a:lnTo>
                <a:lnTo>
                  <a:pt x="1863383" y="330200"/>
                </a:lnTo>
                <a:lnTo>
                  <a:pt x="1903641" y="292100"/>
                </a:lnTo>
                <a:lnTo>
                  <a:pt x="1944472" y="266700"/>
                </a:lnTo>
                <a:lnTo>
                  <a:pt x="1985944" y="254000"/>
                </a:lnTo>
                <a:lnTo>
                  <a:pt x="2028126" y="228600"/>
                </a:lnTo>
                <a:lnTo>
                  <a:pt x="2071086" y="215900"/>
                </a:lnTo>
                <a:lnTo>
                  <a:pt x="2114893" y="190500"/>
                </a:lnTo>
                <a:lnTo>
                  <a:pt x="2205321" y="165100"/>
                </a:lnTo>
                <a:lnTo>
                  <a:pt x="2252079" y="165100"/>
                </a:lnTo>
                <a:lnTo>
                  <a:pt x="2299958" y="152400"/>
                </a:lnTo>
                <a:lnTo>
                  <a:pt x="2702079" y="152400"/>
                </a:lnTo>
                <a:lnTo>
                  <a:pt x="2701561" y="127000"/>
                </a:lnTo>
                <a:lnTo>
                  <a:pt x="2701445" y="114300"/>
                </a:lnTo>
                <a:lnTo>
                  <a:pt x="2701329" y="101600"/>
                </a:lnTo>
                <a:lnTo>
                  <a:pt x="2701213" y="88900"/>
                </a:lnTo>
                <a:lnTo>
                  <a:pt x="2701097" y="76200"/>
                </a:lnTo>
                <a:lnTo>
                  <a:pt x="2693560" y="38100"/>
                </a:lnTo>
                <a:lnTo>
                  <a:pt x="2682132" y="25400"/>
                </a:lnTo>
                <a:close/>
              </a:path>
              <a:path w="3197225" h="2133600">
                <a:moveTo>
                  <a:pt x="400591" y="215900"/>
                </a:moveTo>
                <a:lnTo>
                  <a:pt x="360882" y="215900"/>
                </a:lnTo>
                <a:lnTo>
                  <a:pt x="318279" y="228600"/>
                </a:lnTo>
                <a:lnTo>
                  <a:pt x="439277" y="228600"/>
                </a:lnTo>
                <a:lnTo>
                  <a:pt x="400591" y="215900"/>
                </a:lnTo>
                <a:close/>
              </a:path>
              <a:path w="3197225" h="2133600">
                <a:moveTo>
                  <a:pt x="2586341" y="12700"/>
                </a:moveTo>
                <a:lnTo>
                  <a:pt x="2386833" y="12700"/>
                </a:lnTo>
                <a:lnTo>
                  <a:pt x="2339233" y="25400"/>
                </a:lnTo>
                <a:lnTo>
                  <a:pt x="2638823" y="25400"/>
                </a:lnTo>
                <a:lnTo>
                  <a:pt x="2586341" y="12700"/>
                </a:lnTo>
                <a:close/>
              </a:path>
              <a:path w="3197225" h="2133600">
                <a:moveTo>
                  <a:pt x="753762" y="0"/>
                </a:moveTo>
                <a:lnTo>
                  <a:pt x="704146" y="0"/>
                </a:lnTo>
                <a:lnTo>
                  <a:pt x="653957" y="12700"/>
                </a:lnTo>
                <a:lnTo>
                  <a:pt x="802809" y="12700"/>
                </a:lnTo>
                <a:lnTo>
                  <a:pt x="753762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REFERENCES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5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0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0"/>
              <a:t> </a:t>
            </a:r>
            <a:r>
              <a:rPr dirty="0"/>
              <a:t>II -</a:t>
            </a:r>
            <a:r>
              <a:rPr dirty="0" spc="-20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 -</a:t>
            </a:r>
            <a:r>
              <a:rPr dirty="0" spc="-2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17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Frontend</a:t>
            </a:r>
            <a:r>
              <a:rPr dirty="0" spc="-50"/>
              <a:t> </a:t>
            </a:r>
            <a:r>
              <a:rPr dirty="0" spc="-10"/>
              <a:t>Tooling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17" name="object 17" descr=""/>
          <p:cNvSpPr txBox="1"/>
          <p:nvPr/>
        </p:nvSpPr>
        <p:spPr>
          <a:xfrm>
            <a:off x="962050" y="1533220"/>
            <a:ext cx="10577830" cy="398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28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-1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Tooling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Overview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98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MDN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docs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0"/>
              </a:lnSpc>
            </a:pPr>
            <a:r>
              <a:rPr dirty="0" u="sng" sz="1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https://developer.mozilla.org/en-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US/docs/Learn/Tools_and_testing/Understanding_client-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side_tools/Overview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ts val="3285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Sass: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Guide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2085"/>
              </a:lnSpc>
            </a:pP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https://sass-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lang.com/guide/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ts val="3285"/>
              </a:lnSpc>
              <a:spcBef>
                <a:spcPts val="6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Bootstrap:</a:t>
            </a:r>
            <a:r>
              <a:rPr dirty="0" sz="2800" spc="-1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Getting</a:t>
            </a:r>
            <a:r>
              <a:rPr dirty="0" sz="2800" spc="-11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Started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2085"/>
              </a:lnSpc>
            </a:pP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https://getbootstrap.com/docs/5.3/getting-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started/introduction/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ts val="3285"/>
              </a:lnSpc>
              <a:spcBef>
                <a:spcPts val="5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Get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started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10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Tailwind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2085"/>
              </a:lnSpc>
            </a:pP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https://tailwindcss.com/docs/installation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ts val="3285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Vite: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Official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Guide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2085"/>
              </a:lnSpc>
            </a:pP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https://vitejs.dev/guide/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LUIGI LIBERO LUCIO STARACE</dc:creator>
  <dc:title>PowerPoint Presentation</dc:title>
  <dcterms:created xsi:type="dcterms:W3CDTF">2025-04-12T10:10:20Z</dcterms:created>
  <dcterms:modified xsi:type="dcterms:W3CDTF">2025-04-12T10:10:20Z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2025-04-12T00:00:00Z</vt:filetime>
  </property>
  <property fmtid="{D5CDD505-2E9C-101B-9397-08002B2CF9AE}" pid="5" name="MSIP_Label_2ad0b24d-6422-44b0-b3de-abb3a9e8c81a_ActionId">
    <vt:lpwstr>9af74b0e-ab53-453f-acd9-6db9dfe131b8</vt:lpwstr>
  </property>
  <property fmtid="{D5CDD505-2E9C-101B-9397-08002B2CF9AE}" pid="6" name="MSIP_Label_2ad0b24d-6422-44b0-b3de-abb3a9e8c81a_ContentBits">
    <vt:lpwstr>0</vt:lpwstr>
  </property>
  <property fmtid="{D5CDD505-2E9C-101B-9397-08002B2CF9AE}" pid="7" name="MSIP_Label_2ad0b24d-6422-44b0-b3de-abb3a9e8c81a_Enabled">
    <vt:lpwstr>true</vt:lpwstr>
  </property>
  <property fmtid="{D5CDD505-2E9C-101B-9397-08002B2CF9AE}" pid="8" name="MSIP_Label_2ad0b24d-6422-44b0-b3de-abb3a9e8c81a_Method">
    <vt:lpwstr>Standard</vt:lpwstr>
  </property>
  <property fmtid="{D5CDD505-2E9C-101B-9397-08002B2CF9AE}" pid="9" name="MSIP_Label_2ad0b24d-6422-44b0-b3de-abb3a9e8c81a_Name">
    <vt:lpwstr>defa4170-0d19-0005-0004-bc88714345d2</vt:lpwstr>
  </property>
  <property fmtid="{D5CDD505-2E9C-101B-9397-08002B2CF9AE}" pid="10" name="MSIP_Label_2ad0b24d-6422-44b0-b3de-abb3a9e8c81a_SetDate">
    <vt:lpwstr>2023-05-27T10:34:22Z</vt:lpwstr>
  </property>
  <property fmtid="{D5CDD505-2E9C-101B-9397-08002B2CF9AE}" pid="11" name="MSIP_Label_2ad0b24d-6422-44b0-b3de-abb3a9e8c81a_SiteId">
    <vt:lpwstr>2fcfe26a-bb62-46b0-b1e3-28f9da0c45fd</vt:lpwstr>
  </property>
  <property fmtid="{D5CDD505-2E9C-101B-9397-08002B2CF9AE}" pid="12" name="Producer">
    <vt:lpwstr>Microsoft® PowerPoint® for Microsoft 365</vt:lpwstr>
  </property>
</Properties>
</file>